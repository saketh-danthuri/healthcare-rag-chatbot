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75" r:id="rId2"/>
  </p:sldMasterIdLst>
  <p:sldIdLst>
    <p:sldId id="256" r:id="rId3"/>
    <p:sldId id="273" r:id="rId4"/>
    <p:sldId id="274" r:id="rId5"/>
    <p:sldId id="272" r:id="rId6"/>
    <p:sldId id="275" r:id="rId7"/>
    <p:sldId id="284" r:id="rId8"/>
    <p:sldId id="283" r:id="rId9"/>
    <p:sldId id="278" r:id="rId10"/>
    <p:sldId id="276" r:id="rId11"/>
    <p:sldId id="280" r:id="rId12"/>
    <p:sldId id="277" r:id="rId13"/>
    <p:sldId id="258" r:id="rId14"/>
    <p:sldId id="259" r:id="rId15"/>
    <p:sldId id="263" r:id="rId16"/>
    <p:sldId id="262" r:id="rId17"/>
    <p:sldId id="279" r:id="rId18"/>
    <p:sldId id="260" r:id="rId19"/>
    <p:sldId id="269"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BA8CDC"/>
    <a:srgbClr val="BDD7E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8345C4-0747-4C06-85BE-D3134E605A85}" v="46" dt="2022-02-17T19:44:57.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6" d="100"/>
          <a:sy n="96" d="100"/>
        </p:scale>
        <p:origin x="1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sa" userId="9ebf8891-a6d6-4481-9472-9e650503fffd" providerId="ADAL" clId="{5B4D77E9-E58C-4718-994E-DC8FAD2BBAD5}"/>
    <pc:docChg chg="undo custSel addSld delSld modSld sldOrd">
      <pc:chgData name="Rissa" userId="9ebf8891-a6d6-4481-9472-9e650503fffd" providerId="ADAL" clId="{5B4D77E9-E58C-4718-994E-DC8FAD2BBAD5}" dt="2022-01-08T23:43:48.698" v="4631" actId="20577"/>
      <pc:docMkLst>
        <pc:docMk/>
      </pc:docMkLst>
      <pc:sldChg chg="addSp delSp modSp mod setBg setClrOvrMap delDesignElem">
        <pc:chgData name="Rissa" userId="9ebf8891-a6d6-4481-9472-9e650503fffd" providerId="ADAL" clId="{5B4D77E9-E58C-4718-994E-DC8FAD2BBAD5}" dt="2021-12-23T14:30:51.963" v="976" actId="26606"/>
        <pc:sldMkLst>
          <pc:docMk/>
          <pc:sldMk cId="1619754190" sldId="256"/>
        </pc:sldMkLst>
        <pc:spChg chg="mod">
          <ac:chgData name="Rissa" userId="9ebf8891-a6d6-4481-9472-9e650503fffd" providerId="ADAL" clId="{5B4D77E9-E58C-4718-994E-DC8FAD2BBAD5}" dt="2021-12-23T14:30:51.963" v="976" actId="26606"/>
          <ac:spMkLst>
            <pc:docMk/>
            <pc:sldMk cId="1619754190" sldId="256"/>
            <ac:spMk id="2" creationId="{2FF10B88-D05A-4D58-8CF3-4BC0DB1932C3}"/>
          </ac:spMkLst>
        </pc:spChg>
        <pc:spChg chg="mod">
          <ac:chgData name="Rissa" userId="9ebf8891-a6d6-4481-9472-9e650503fffd" providerId="ADAL" clId="{5B4D77E9-E58C-4718-994E-DC8FAD2BBAD5}" dt="2021-12-23T14:30:51.963" v="976" actId="26606"/>
          <ac:spMkLst>
            <pc:docMk/>
            <pc:sldMk cId="1619754190" sldId="256"/>
            <ac:spMk id="3" creationId="{12025839-830F-42B3-ACBE-707F6DDF2174}"/>
          </ac:spMkLst>
        </pc:spChg>
        <pc:spChg chg="add del">
          <ac:chgData name="Rissa" userId="9ebf8891-a6d6-4481-9472-9e650503fffd" providerId="ADAL" clId="{5B4D77E9-E58C-4718-994E-DC8FAD2BBAD5}" dt="2021-12-21T21:29:41.714" v="905" actId="26606"/>
          <ac:spMkLst>
            <pc:docMk/>
            <pc:sldMk cId="1619754190" sldId="256"/>
            <ac:spMk id="6" creationId="{D47766EE-4192-4B2D-A5A0-F60F9A5F743F}"/>
          </ac:spMkLst>
        </pc:spChg>
        <pc:spChg chg="add del">
          <ac:chgData name="Rissa" userId="9ebf8891-a6d6-4481-9472-9e650503fffd" providerId="ADAL" clId="{5B4D77E9-E58C-4718-994E-DC8FAD2BBAD5}" dt="2021-12-21T21:29:41.714" v="905" actId="26606"/>
          <ac:spMkLst>
            <pc:docMk/>
            <pc:sldMk cId="1619754190" sldId="256"/>
            <ac:spMk id="7" creationId="{96C5B42E-2B67-4A58-B9AF-78E133889080}"/>
          </ac:spMkLst>
        </pc:spChg>
        <pc:spChg chg="add del">
          <ac:chgData name="Rissa" userId="9ebf8891-a6d6-4481-9472-9e650503fffd" providerId="ADAL" clId="{5B4D77E9-E58C-4718-994E-DC8FAD2BBAD5}" dt="2021-12-21T21:30:08.423" v="911" actId="26606"/>
          <ac:spMkLst>
            <pc:docMk/>
            <pc:sldMk cId="1619754190" sldId="256"/>
            <ac:spMk id="8" creationId="{657F69E0-C4B0-4BEC-A689-4F8D877F05D4}"/>
          </ac:spMkLst>
        </pc:spChg>
        <pc:spChg chg="del">
          <ac:chgData name="Rissa" userId="9ebf8891-a6d6-4481-9472-9e650503fffd" providerId="ADAL" clId="{5B4D77E9-E58C-4718-994E-DC8FAD2BBAD5}" dt="2021-12-21T21:27:01.333" v="822"/>
          <ac:spMkLst>
            <pc:docMk/>
            <pc:sldMk cId="1619754190" sldId="256"/>
            <ac:spMk id="9" creationId="{D47766EE-4192-4B2D-A5A0-F60F9A5F743F}"/>
          </ac:spMkLst>
        </pc:spChg>
        <pc:spChg chg="add del">
          <ac:chgData name="Rissa" userId="9ebf8891-a6d6-4481-9472-9e650503fffd" providerId="ADAL" clId="{5B4D77E9-E58C-4718-994E-DC8FAD2BBAD5}" dt="2021-12-21T21:30:08.423" v="911" actId="26606"/>
          <ac:spMkLst>
            <pc:docMk/>
            <pc:sldMk cId="1619754190" sldId="256"/>
            <ac:spMk id="10" creationId="{9F6380B4-6A1C-481E-8408-B4E6C75B9B81}"/>
          </ac:spMkLst>
        </pc:spChg>
        <pc:spChg chg="del">
          <ac:chgData name="Rissa" userId="9ebf8891-a6d6-4481-9472-9e650503fffd" providerId="ADAL" clId="{5B4D77E9-E58C-4718-994E-DC8FAD2BBAD5}" dt="2021-12-21T21:27:01.333" v="822"/>
          <ac:spMkLst>
            <pc:docMk/>
            <pc:sldMk cId="1619754190" sldId="256"/>
            <ac:spMk id="11" creationId="{D6705569-F545-4F47-A260-A9202826EA20}"/>
          </ac:spMkLst>
        </pc:spChg>
        <pc:spChg chg="add del">
          <ac:chgData name="Rissa" userId="9ebf8891-a6d6-4481-9472-9e650503fffd" providerId="ADAL" clId="{5B4D77E9-E58C-4718-994E-DC8FAD2BBAD5}" dt="2021-12-23T14:30:51.963" v="976" actId="26606"/>
          <ac:spMkLst>
            <pc:docMk/>
            <pc:sldMk cId="1619754190" sldId="256"/>
            <ac:spMk id="12" creationId="{87CC2527-562A-4F69-B487-4371E5B243E7}"/>
          </ac:spMkLst>
        </pc:spChg>
        <pc:spChg chg="add del">
          <ac:chgData name="Rissa" userId="9ebf8891-a6d6-4481-9472-9e650503fffd" providerId="ADAL" clId="{5B4D77E9-E58C-4718-994E-DC8FAD2BBAD5}" dt="2021-12-21T21:29:41.714" v="905" actId="26606"/>
          <ac:spMkLst>
            <pc:docMk/>
            <pc:sldMk cId="1619754190" sldId="256"/>
            <ac:spMk id="13" creationId="{8C9B5468-C837-4FF5-A94F-03C1BD52FE79}"/>
          </ac:spMkLst>
        </pc:spChg>
        <pc:spChg chg="add del">
          <ac:chgData name="Rissa" userId="9ebf8891-a6d6-4481-9472-9e650503fffd" providerId="ADAL" clId="{5B4D77E9-E58C-4718-994E-DC8FAD2BBAD5}" dt="2021-12-21T21:29:51.313" v="907" actId="26606"/>
          <ac:spMkLst>
            <pc:docMk/>
            <pc:sldMk cId="1619754190" sldId="256"/>
            <ac:spMk id="15" creationId="{8F187B58-3857-4454-9C70-EFB475976F73}"/>
          </ac:spMkLst>
        </pc:spChg>
        <pc:spChg chg="add del">
          <ac:chgData name="Rissa" userId="9ebf8891-a6d6-4481-9472-9e650503fffd" providerId="ADAL" clId="{5B4D77E9-E58C-4718-994E-DC8FAD2BBAD5}" dt="2021-12-21T21:29:51.313" v="907" actId="26606"/>
          <ac:spMkLst>
            <pc:docMk/>
            <pc:sldMk cId="1619754190" sldId="256"/>
            <ac:spMk id="16" creationId="{4C5418A4-3935-49EA-B51C-5DDCBFAA3952}"/>
          </ac:spMkLst>
        </pc:spChg>
        <pc:spChg chg="add del">
          <ac:chgData name="Rissa" userId="9ebf8891-a6d6-4481-9472-9e650503fffd" providerId="ADAL" clId="{5B4D77E9-E58C-4718-994E-DC8FAD2BBAD5}" dt="2021-12-23T14:30:51.881" v="975" actId="26606"/>
          <ac:spMkLst>
            <pc:docMk/>
            <pc:sldMk cId="1619754190" sldId="256"/>
            <ac:spMk id="19" creationId="{E49CC64F-7275-4E33-961B-0C5CDC439875}"/>
          </ac:spMkLst>
        </pc:spChg>
        <pc:spChg chg="add">
          <ac:chgData name="Rissa" userId="9ebf8891-a6d6-4481-9472-9e650503fffd" providerId="ADAL" clId="{5B4D77E9-E58C-4718-994E-DC8FAD2BBAD5}" dt="2021-12-23T14:30:51.963" v="976" actId="26606"/>
          <ac:spMkLst>
            <pc:docMk/>
            <pc:sldMk cId="1619754190" sldId="256"/>
            <ac:spMk id="21" creationId="{4F2ED431-E304-4FF0-9F4E-032783C9D612}"/>
          </ac:spMkLst>
        </pc:spChg>
        <pc:spChg chg="add">
          <ac:chgData name="Rissa" userId="9ebf8891-a6d6-4481-9472-9e650503fffd" providerId="ADAL" clId="{5B4D77E9-E58C-4718-994E-DC8FAD2BBAD5}" dt="2021-12-23T14:30:51.963" v="976" actId="26606"/>
          <ac:spMkLst>
            <pc:docMk/>
            <pc:sldMk cId="1619754190" sldId="256"/>
            <ac:spMk id="22" creationId="{8A95209C-5275-4E15-8EA7-7F42980ABF2D}"/>
          </ac:spMkLst>
        </pc:spChg>
        <pc:spChg chg="add">
          <ac:chgData name="Rissa" userId="9ebf8891-a6d6-4481-9472-9e650503fffd" providerId="ADAL" clId="{5B4D77E9-E58C-4718-994E-DC8FAD2BBAD5}" dt="2021-12-23T14:30:51.963" v="976" actId="26606"/>
          <ac:spMkLst>
            <pc:docMk/>
            <pc:sldMk cId="1619754190" sldId="256"/>
            <ac:spMk id="23" creationId="{4E87FCFB-2CCE-460D-B3DD-557C8BD1B94A}"/>
          </ac:spMkLst>
        </pc:spChg>
        <pc:picChg chg="mod ord">
          <ac:chgData name="Rissa" userId="9ebf8891-a6d6-4481-9472-9e650503fffd" providerId="ADAL" clId="{5B4D77E9-E58C-4718-994E-DC8FAD2BBAD5}" dt="2021-12-23T14:30:51.963" v="976" actId="26606"/>
          <ac:picMkLst>
            <pc:docMk/>
            <pc:sldMk cId="1619754190" sldId="256"/>
            <ac:picMk id="4" creationId="{B1ABA11F-B9FB-44A4-97A9-07B0C8685DD4}"/>
          </ac:picMkLst>
        </pc:picChg>
        <pc:cxnChg chg="add del">
          <ac:chgData name="Rissa" userId="9ebf8891-a6d6-4481-9472-9e650503fffd" providerId="ADAL" clId="{5B4D77E9-E58C-4718-994E-DC8FAD2BBAD5}" dt="2021-12-23T14:30:51.963" v="976" actId="26606"/>
          <ac:cxnSpMkLst>
            <pc:docMk/>
            <pc:sldMk cId="1619754190" sldId="256"/>
            <ac:cxnSpMk id="14" creationId="{BCDAEC91-5BCE-4B55-9CC0-43EF94CB734B}"/>
          </ac:cxnSpMkLst>
        </pc:cxnChg>
      </pc:sldChg>
      <pc:sldChg chg="modSp mod">
        <pc:chgData name="Rissa" userId="9ebf8891-a6d6-4481-9472-9e650503fffd" providerId="ADAL" clId="{5B4D77E9-E58C-4718-994E-DC8FAD2BBAD5}" dt="2022-01-05T17:21:01.720" v="2912" actId="20577"/>
        <pc:sldMkLst>
          <pc:docMk/>
          <pc:sldMk cId="1453967926" sldId="258"/>
        </pc:sldMkLst>
        <pc:spChg chg="mod">
          <ac:chgData name="Rissa" userId="9ebf8891-a6d6-4481-9472-9e650503fffd" providerId="ADAL" clId="{5B4D77E9-E58C-4718-994E-DC8FAD2BBAD5}" dt="2021-12-21T21:48:13.477" v="960" actId="207"/>
          <ac:spMkLst>
            <pc:docMk/>
            <pc:sldMk cId="1453967926" sldId="258"/>
            <ac:spMk id="2" creationId="{50E9E395-E18A-4701-9739-7D65F58AE3F4}"/>
          </ac:spMkLst>
        </pc:spChg>
        <pc:spChg chg="mod">
          <ac:chgData name="Rissa" userId="9ebf8891-a6d6-4481-9472-9e650503fffd" providerId="ADAL" clId="{5B4D77E9-E58C-4718-994E-DC8FAD2BBAD5}" dt="2022-01-05T17:21:01.720" v="2912" actId="20577"/>
          <ac:spMkLst>
            <pc:docMk/>
            <pc:sldMk cId="1453967926" sldId="258"/>
            <ac:spMk id="3" creationId="{0EC2236C-0DCE-4EEF-ACC6-DBF78C51E73D}"/>
          </ac:spMkLst>
        </pc:spChg>
      </pc:sldChg>
      <pc:sldChg chg="modSp mod">
        <pc:chgData name="Rissa" userId="9ebf8891-a6d6-4481-9472-9e650503fffd" providerId="ADAL" clId="{5B4D77E9-E58C-4718-994E-DC8FAD2BBAD5}" dt="2021-12-21T21:48:29.064" v="962" actId="207"/>
        <pc:sldMkLst>
          <pc:docMk/>
          <pc:sldMk cId="3842037529" sldId="259"/>
        </pc:sldMkLst>
        <pc:spChg chg="mod">
          <ac:chgData name="Rissa" userId="9ebf8891-a6d6-4481-9472-9e650503fffd" providerId="ADAL" clId="{5B4D77E9-E58C-4718-994E-DC8FAD2BBAD5}" dt="2021-12-21T21:48:29.064" v="962" actId="207"/>
          <ac:spMkLst>
            <pc:docMk/>
            <pc:sldMk cId="3842037529" sldId="259"/>
            <ac:spMk id="2" creationId="{013FCB68-E29E-447A-A82B-04D78691E8D7}"/>
          </ac:spMkLst>
        </pc:spChg>
        <pc:spChg chg="mod">
          <ac:chgData name="Rissa" userId="9ebf8891-a6d6-4481-9472-9e650503fffd" providerId="ADAL" clId="{5B4D77E9-E58C-4718-994E-DC8FAD2BBAD5}" dt="2021-12-21T21:29:51.832" v="909"/>
          <ac:spMkLst>
            <pc:docMk/>
            <pc:sldMk cId="3842037529" sldId="259"/>
            <ac:spMk id="3" creationId="{28DF7A28-7E2E-4701-8961-776A90DBA01B}"/>
          </ac:spMkLst>
        </pc:spChg>
      </pc:sldChg>
      <pc:sldChg chg="modSp">
        <pc:chgData name="Rissa" userId="9ebf8891-a6d6-4481-9472-9e650503fffd" providerId="ADAL" clId="{5B4D77E9-E58C-4718-994E-DC8FAD2BBAD5}" dt="2021-12-21T21:29:51.832" v="909"/>
        <pc:sldMkLst>
          <pc:docMk/>
          <pc:sldMk cId="2306791988" sldId="260"/>
        </pc:sldMkLst>
        <pc:spChg chg="mod">
          <ac:chgData name="Rissa" userId="9ebf8891-a6d6-4481-9472-9e650503fffd" providerId="ADAL" clId="{5B4D77E9-E58C-4718-994E-DC8FAD2BBAD5}" dt="2021-12-21T21:29:51.832" v="909"/>
          <ac:spMkLst>
            <pc:docMk/>
            <pc:sldMk cId="2306791988" sldId="260"/>
            <ac:spMk id="2" creationId="{07A77495-D201-44E5-92CB-AFEC1383DBD2}"/>
          </ac:spMkLst>
        </pc:spChg>
        <pc:spChg chg="mod">
          <ac:chgData name="Rissa" userId="9ebf8891-a6d6-4481-9472-9e650503fffd" providerId="ADAL" clId="{5B4D77E9-E58C-4718-994E-DC8FAD2BBAD5}" dt="2021-12-21T21:29:51.832" v="909"/>
          <ac:spMkLst>
            <pc:docMk/>
            <pc:sldMk cId="2306791988" sldId="260"/>
            <ac:spMk id="3" creationId="{D2216041-7574-45FD-AA5D-C72747152971}"/>
          </ac:spMkLst>
        </pc:spChg>
      </pc:sldChg>
      <pc:sldChg chg="modSp mod">
        <pc:chgData name="Rissa" userId="9ebf8891-a6d6-4481-9472-9e650503fffd" providerId="ADAL" clId="{5B4D77E9-E58C-4718-994E-DC8FAD2BBAD5}" dt="2022-01-05T17:26:07.665" v="2979" actId="20577"/>
        <pc:sldMkLst>
          <pc:docMk/>
          <pc:sldMk cId="1968312943" sldId="262"/>
        </pc:sldMkLst>
        <pc:spChg chg="mod">
          <ac:chgData name="Rissa" userId="9ebf8891-a6d6-4481-9472-9e650503fffd" providerId="ADAL" clId="{5B4D77E9-E58C-4718-994E-DC8FAD2BBAD5}" dt="2022-01-05T16:46:19.558" v="1533" actId="1076"/>
          <ac:spMkLst>
            <pc:docMk/>
            <pc:sldMk cId="1968312943" sldId="262"/>
            <ac:spMk id="2" creationId="{2903781C-8F1E-4D20-925F-15C68CEEA97C}"/>
          </ac:spMkLst>
        </pc:spChg>
        <pc:spChg chg="mod">
          <ac:chgData name="Rissa" userId="9ebf8891-a6d6-4481-9472-9e650503fffd" providerId="ADAL" clId="{5B4D77E9-E58C-4718-994E-DC8FAD2BBAD5}" dt="2022-01-05T17:26:07.665" v="2979" actId="20577"/>
          <ac:spMkLst>
            <pc:docMk/>
            <pc:sldMk cId="1968312943" sldId="262"/>
            <ac:spMk id="3" creationId="{F655B03B-9731-474B-A866-43F9712E60A0}"/>
          </ac:spMkLst>
        </pc:spChg>
      </pc:sldChg>
      <pc:sldChg chg="modSp">
        <pc:chgData name="Rissa" userId="9ebf8891-a6d6-4481-9472-9e650503fffd" providerId="ADAL" clId="{5B4D77E9-E58C-4718-994E-DC8FAD2BBAD5}" dt="2021-12-21T21:48:37.641" v="963" actId="207"/>
        <pc:sldMkLst>
          <pc:docMk/>
          <pc:sldMk cId="1451099306" sldId="263"/>
        </pc:sldMkLst>
        <pc:spChg chg="mod">
          <ac:chgData name="Rissa" userId="9ebf8891-a6d6-4481-9472-9e650503fffd" providerId="ADAL" clId="{5B4D77E9-E58C-4718-994E-DC8FAD2BBAD5}" dt="2021-12-21T21:48:37.641" v="963" actId="207"/>
          <ac:spMkLst>
            <pc:docMk/>
            <pc:sldMk cId="1451099306" sldId="263"/>
            <ac:spMk id="2" creationId="{FB2C7D0E-8D4E-4BB2-9516-0F70C3BB0578}"/>
          </ac:spMkLst>
        </pc:spChg>
        <pc:spChg chg="mod">
          <ac:chgData name="Rissa" userId="9ebf8891-a6d6-4481-9472-9e650503fffd" providerId="ADAL" clId="{5B4D77E9-E58C-4718-994E-DC8FAD2BBAD5}" dt="2021-12-21T21:29:51.832" v="909"/>
          <ac:spMkLst>
            <pc:docMk/>
            <pc:sldMk cId="1451099306" sldId="263"/>
            <ac:spMk id="3" creationId="{F0D1B203-754F-40C7-A23D-04AB5F773C25}"/>
          </ac:spMkLst>
        </pc:spChg>
      </pc:sldChg>
      <pc:sldChg chg="modSp">
        <pc:chgData name="Rissa" userId="9ebf8891-a6d6-4481-9472-9e650503fffd" providerId="ADAL" clId="{5B4D77E9-E58C-4718-994E-DC8FAD2BBAD5}" dt="2021-12-21T21:29:51.832" v="909"/>
        <pc:sldMkLst>
          <pc:docMk/>
          <pc:sldMk cId="3292015045" sldId="265"/>
        </pc:sldMkLst>
        <pc:spChg chg="mod">
          <ac:chgData name="Rissa" userId="9ebf8891-a6d6-4481-9472-9e650503fffd" providerId="ADAL" clId="{5B4D77E9-E58C-4718-994E-DC8FAD2BBAD5}" dt="2021-12-21T21:29:51.832" v="909"/>
          <ac:spMkLst>
            <pc:docMk/>
            <pc:sldMk cId="3292015045" sldId="265"/>
            <ac:spMk id="2" creationId="{41C362AA-FE22-466B-B51E-0CC6DEEA2AFD}"/>
          </ac:spMkLst>
        </pc:spChg>
        <pc:spChg chg="mod">
          <ac:chgData name="Rissa" userId="9ebf8891-a6d6-4481-9472-9e650503fffd" providerId="ADAL" clId="{5B4D77E9-E58C-4718-994E-DC8FAD2BBAD5}" dt="2021-12-21T21:29:51.832" v="909"/>
          <ac:spMkLst>
            <pc:docMk/>
            <pc:sldMk cId="3292015045" sldId="265"/>
            <ac:spMk id="3" creationId="{2286E1E1-5C28-4692-BA03-6F2C0C03D92D}"/>
          </ac:spMkLst>
        </pc:spChg>
      </pc:sldChg>
      <pc:sldChg chg="modSp">
        <pc:chgData name="Rissa" userId="9ebf8891-a6d6-4481-9472-9e650503fffd" providerId="ADAL" clId="{5B4D77E9-E58C-4718-994E-DC8FAD2BBAD5}" dt="2021-12-21T21:29:51.832" v="909"/>
        <pc:sldMkLst>
          <pc:docMk/>
          <pc:sldMk cId="1383789327" sldId="267"/>
        </pc:sldMkLst>
        <pc:spChg chg="mod">
          <ac:chgData name="Rissa" userId="9ebf8891-a6d6-4481-9472-9e650503fffd" providerId="ADAL" clId="{5B4D77E9-E58C-4718-994E-DC8FAD2BBAD5}" dt="2021-12-21T21:29:51.832" v="909"/>
          <ac:spMkLst>
            <pc:docMk/>
            <pc:sldMk cId="1383789327" sldId="267"/>
            <ac:spMk id="2" creationId="{315193E1-C7F9-4A7F-A943-22E50CC63B80}"/>
          </ac:spMkLst>
        </pc:spChg>
        <pc:spChg chg="mod">
          <ac:chgData name="Rissa" userId="9ebf8891-a6d6-4481-9472-9e650503fffd" providerId="ADAL" clId="{5B4D77E9-E58C-4718-994E-DC8FAD2BBAD5}" dt="2021-12-21T21:29:51.832" v="909"/>
          <ac:spMkLst>
            <pc:docMk/>
            <pc:sldMk cId="1383789327" sldId="267"/>
            <ac:spMk id="3" creationId="{55E9F49E-50AA-4D84-8A23-520F861C24F2}"/>
          </ac:spMkLst>
        </pc:spChg>
      </pc:sldChg>
      <pc:sldChg chg="modSp">
        <pc:chgData name="Rissa" userId="9ebf8891-a6d6-4481-9472-9e650503fffd" providerId="ADAL" clId="{5B4D77E9-E58C-4718-994E-DC8FAD2BBAD5}" dt="2021-12-21T21:29:51.832" v="909"/>
        <pc:sldMkLst>
          <pc:docMk/>
          <pc:sldMk cId="2716883962" sldId="268"/>
        </pc:sldMkLst>
        <pc:spChg chg="mod">
          <ac:chgData name="Rissa" userId="9ebf8891-a6d6-4481-9472-9e650503fffd" providerId="ADAL" clId="{5B4D77E9-E58C-4718-994E-DC8FAD2BBAD5}" dt="2021-12-21T21:29:51.832" v="909"/>
          <ac:spMkLst>
            <pc:docMk/>
            <pc:sldMk cId="2716883962" sldId="268"/>
            <ac:spMk id="2" creationId="{44EF4936-809F-4B5C-A51A-89E14EDFCCAA}"/>
          </ac:spMkLst>
        </pc:spChg>
        <pc:spChg chg="mod">
          <ac:chgData name="Rissa" userId="9ebf8891-a6d6-4481-9472-9e650503fffd" providerId="ADAL" clId="{5B4D77E9-E58C-4718-994E-DC8FAD2BBAD5}" dt="2021-12-21T21:29:51.832" v="909"/>
          <ac:spMkLst>
            <pc:docMk/>
            <pc:sldMk cId="2716883962" sldId="268"/>
            <ac:spMk id="3" creationId="{797BDB55-5897-4CEE-BF88-A9569711B4B0}"/>
          </ac:spMkLst>
        </pc:spChg>
      </pc:sldChg>
      <pc:sldChg chg="modSp mod">
        <pc:chgData name="Rissa" userId="9ebf8891-a6d6-4481-9472-9e650503fffd" providerId="ADAL" clId="{5B4D77E9-E58C-4718-994E-DC8FAD2BBAD5}" dt="2022-01-05T16:47:22.527" v="1539" actId="15"/>
        <pc:sldMkLst>
          <pc:docMk/>
          <pc:sldMk cId="2430923339" sldId="269"/>
        </pc:sldMkLst>
        <pc:spChg chg="mod">
          <ac:chgData name="Rissa" userId="9ebf8891-a6d6-4481-9472-9e650503fffd" providerId="ADAL" clId="{5B4D77E9-E58C-4718-994E-DC8FAD2BBAD5}" dt="2021-12-21T21:29:51.832" v="909"/>
          <ac:spMkLst>
            <pc:docMk/>
            <pc:sldMk cId="2430923339" sldId="269"/>
            <ac:spMk id="2" creationId="{8DC72414-920B-4917-8650-D6A199A35145}"/>
          </ac:spMkLst>
        </pc:spChg>
        <pc:spChg chg="mod">
          <ac:chgData name="Rissa" userId="9ebf8891-a6d6-4481-9472-9e650503fffd" providerId="ADAL" clId="{5B4D77E9-E58C-4718-994E-DC8FAD2BBAD5}" dt="2022-01-05T16:47:22.527" v="1539" actId="15"/>
          <ac:spMkLst>
            <pc:docMk/>
            <pc:sldMk cId="2430923339" sldId="269"/>
            <ac:spMk id="3" creationId="{A91923C7-C330-419A-95B5-B99BD3F47B36}"/>
          </ac:spMkLst>
        </pc:spChg>
      </pc:sldChg>
      <pc:sldChg chg="modSp">
        <pc:chgData name="Rissa" userId="9ebf8891-a6d6-4481-9472-9e650503fffd" providerId="ADAL" clId="{5B4D77E9-E58C-4718-994E-DC8FAD2BBAD5}" dt="2021-12-21T21:29:51.832" v="909"/>
        <pc:sldMkLst>
          <pc:docMk/>
          <pc:sldMk cId="1252127857" sldId="270"/>
        </pc:sldMkLst>
        <pc:spChg chg="mod">
          <ac:chgData name="Rissa" userId="9ebf8891-a6d6-4481-9472-9e650503fffd" providerId="ADAL" clId="{5B4D77E9-E58C-4718-994E-DC8FAD2BBAD5}" dt="2021-12-21T21:29:51.832" v="909"/>
          <ac:spMkLst>
            <pc:docMk/>
            <pc:sldMk cId="1252127857" sldId="270"/>
            <ac:spMk id="2" creationId="{B1D600B4-1535-4354-AC3A-765ADD9E7629}"/>
          </ac:spMkLst>
        </pc:spChg>
        <pc:spChg chg="mod">
          <ac:chgData name="Rissa" userId="9ebf8891-a6d6-4481-9472-9e650503fffd" providerId="ADAL" clId="{5B4D77E9-E58C-4718-994E-DC8FAD2BBAD5}" dt="2021-12-21T21:29:51.832" v="909"/>
          <ac:spMkLst>
            <pc:docMk/>
            <pc:sldMk cId="1252127857" sldId="270"/>
            <ac:spMk id="3" creationId="{F189A475-FE70-470D-84C4-CB2DDF711540}"/>
          </ac:spMkLst>
        </pc:spChg>
      </pc:sldChg>
      <pc:sldChg chg="modSp">
        <pc:chgData name="Rissa" userId="9ebf8891-a6d6-4481-9472-9e650503fffd" providerId="ADAL" clId="{5B4D77E9-E58C-4718-994E-DC8FAD2BBAD5}" dt="2021-12-21T21:29:51.832" v="909"/>
        <pc:sldMkLst>
          <pc:docMk/>
          <pc:sldMk cId="1836595702" sldId="271"/>
        </pc:sldMkLst>
        <pc:spChg chg="mod">
          <ac:chgData name="Rissa" userId="9ebf8891-a6d6-4481-9472-9e650503fffd" providerId="ADAL" clId="{5B4D77E9-E58C-4718-994E-DC8FAD2BBAD5}" dt="2021-12-21T21:29:51.832" v="909"/>
          <ac:spMkLst>
            <pc:docMk/>
            <pc:sldMk cId="1836595702" sldId="271"/>
            <ac:spMk id="2" creationId="{CA94D098-E67D-425E-8BF0-4394FCEC4461}"/>
          </ac:spMkLst>
        </pc:spChg>
        <pc:spChg chg="mod">
          <ac:chgData name="Rissa" userId="9ebf8891-a6d6-4481-9472-9e650503fffd" providerId="ADAL" clId="{5B4D77E9-E58C-4718-994E-DC8FAD2BBAD5}" dt="2021-12-21T21:29:51.832" v="909"/>
          <ac:spMkLst>
            <pc:docMk/>
            <pc:sldMk cId="1836595702" sldId="271"/>
            <ac:spMk id="3" creationId="{7F9B3D34-531F-4647-A119-A6A4698C3ECD}"/>
          </ac:spMkLst>
        </pc:spChg>
      </pc:sldChg>
      <pc:sldChg chg="addSp delSp modSp new mod ord">
        <pc:chgData name="Rissa" userId="9ebf8891-a6d6-4481-9472-9e650503fffd" providerId="ADAL" clId="{5B4D77E9-E58C-4718-994E-DC8FAD2BBAD5}" dt="2022-01-05T16:48:59.137" v="1599" actId="20577"/>
        <pc:sldMkLst>
          <pc:docMk/>
          <pc:sldMk cId="3667894015" sldId="272"/>
        </pc:sldMkLst>
        <pc:spChg chg="mod">
          <ac:chgData name="Rissa" userId="9ebf8891-a6d6-4481-9472-9e650503fffd" providerId="ADAL" clId="{5B4D77E9-E58C-4718-994E-DC8FAD2BBAD5}" dt="2021-12-21T21:29:51.832" v="909"/>
          <ac:spMkLst>
            <pc:docMk/>
            <pc:sldMk cId="3667894015" sldId="272"/>
            <ac:spMk id="2" creationId="{337C2353-124F-4ACA-A451-008501265E80}"/>
          </ac:spMkLst>
        </pc:spChg>
        <pc:spChg chg="del">
          <ac:chgData name="Rissa" userId="9ebf8891-a6d6-4481-9472-9e650503fffd" providerId="ADAL" clId="{5B4D77E9-E58C-4718-994E-DC8FAD2BBAD5}" dt="2021-12-20T20:54:32.688" v="4" actId="478"/>
          <ac:spMkLst>
            <pc:docMk/>
            <pc:sldMk cId="3667894015" sldId="272"/>
            <ac:spMk id="3" creationId="{3C12F928-0B8B-4399-B630-B9B18EF4FB88}"/>
          </ac:spMkLst>
        </pc:spChg>
        <pc:spChg chg="add del mod">
          <ac:chgData name="Rissa" userId="9ebf8891-a6d6-4481-9472-9e650503fffd" providerId="ADAL" clId="{5B4D77E9-E58C-4718-994E-DC8FAD2BBAD5}" dt="2021-12-21T21:29:01.732" v="895" actId="478"/>
          <ac:spMkLst>
            <pc:docMk/>
            <pc:sldMk cId="3667894015" sldId="272"/>
            <ac:spMk id="4" creationId="{221712F6-D1A4-4B3C-AC94-B29BEF455A15}"/>
          </ac:spMkLst>
        </pc:spChg>
        <pc:spChg chg="add del mod">
          <ac:chgData name="Rissa" userId="9ebf8891-a6d6-4481-9472-9e650503fffd" providerId="ADAL" clId="{5B4D77E9-E58C-4718-994E-DC8FAD2BBAD5}" dt="2021-12-21T21:28:56.499" v="891" actId="478"/>
          <ac:spMkLst>
            <pc:docMk/>
            <pc:sldMk cId="3667894015" sldId="272"/>
            <ac:spMk id="5" creationId="{1A932FB7-D228-4978-8EBF-0B3AB4F47246}"/>
          </ac:spMkLst>
        </pc:spChg>
        <pc:spChg chg="add del mod">
          <ac:chgData name="Rissa" userId="9ebf8891-a6d6-4481-9472-9e650503fffd" providerId="ADAL" clId="{5B4D77E9-E58C-4718-994E-DC8FAD2BBAD5}" dt="2021-12-21T21:28:58.904" v="893" actId="478"/>
          <ac:spMkLst>
            <pc:docMk/>
            <pc:sldMk cId="3667894015" sldId="272"/>
            <ac:spMk id="6" creationId="{1DAD1B51-F5B0-47C2-AAE9-3261507508F4}"/>
          </ac:spMkLst>
        </pc:spChg>
        <pc:spChg chg="add del mod">
          <ac:chgData name="Rissa" userId="9ebf8891-a6d6-4481-9472-9e650503fffd" providerId="ADAL" clId="{5B4D77E9-E58C-4718-994E-DC8FAD2BBAD5}" dt="2021-12-21T21:28:53.853" v="889" actId="478"/>
          <ac:spMkLst>
            <pc:docMk/>
            <pc:sldMk cId="3667894015" sldId="272"/>
            <ac:spMk id="7" creationId="{80BA28D5-7241-4DDE-AC56-5FA92F9801E3}"/>
          </ac:spMkLst>
        </pc:spChg>
        <pc:spChg chg="add del mod">
          <ac:chgData name="Rissa" userId="9ebf8891-a6d6-4481-9472-9e650503fffd" providerId="ADAL" clId="{5B4D77E9-E58C-4718-994E-DC8FAD2BBAD5}" dt="2021-12-21T21:29:06.820" v="897" actId="478"/>
          <ac:spMkLst>
            <pc:docMk/>
            <pc:sldMk cId="3667894015" sldId="272"/>
            <ac:spMk id="8" creationId="{A10FF6BF-A7C8-4C8D-8377-71A4B2DBF92F}"/>
          </ac:spMkLst>
        </pc:spChg>
        <pc:spChg chg="add del mod">
          <ac:chgData name="Rissa" userId="9ebf8891-a6d6-4481-9472-9e650503fffd" providerId="ADAL" clId="{5B4D77E9-E58C-4718-994E-DC8FAD2BBAD5}" dt="2021-12-21T21:28:52.193" v="888" actId="478"/>
          <ac:spMkLst>
            <pc:docMk/>
            <pc:sldMk cId="3667894015" sldId="272"/>
            <ac:spMk id="10" creationId="{B741808A-F024-4C78-83B2-A46F20BF89D7}"/>
          </ac:spMkLst>
        </pc:spChg>
        <pc:spChg chg="add del mod">
          <ac:chgData name="Rissa" userId="9ebf8891-a6d6-4481-9472-9e650503fffd" providerId="ADAL" clId="{5B4D77E9-E58C-4718-994E-DC8FAD2BBAD5}" dt="2021-12-21T21:28:39.988" v="880" actId="478"/>
          <ac:spMkLst>
            <pc:docMk/>
            <pc:sldMk cId="3667894015" sldId="272"/>
            <ac:spMk id="11" creationId="{4E6C32B1-9227-498F-9ACA-F442C8F53EEB}"/>
          </ac:spMkLst>
        </pc:spChg>
        <pc:spChg chg="add del mod">
          <ac:chgData name="Rissa" userId="9ebf8891-a6d6-4481-9472-9e650503fffd" providerId="ADAL" clId="{5B4D77E9-E58C-4718-994E-DC8FAD2BBAD5}" dt="2021-12-21T21:28:46.226" v="884" actId="478"/>
          <ac:spMkLst>
            <pc:docMk/>
            <pc:sldMk cId="3667894015" sldId="272"/>
            <ac:spMk id="12" creationId="{549B129B-1178-4E91-96A4-3B4624D1339B}"/>
          </ac:spMkLst>
        </pc:spChg>
        <pc:spChg chg="add del mod">
          <ac:chgData name="Rissa" userId="9ebf8891-a6d6-4481-9472-9e650503fffd" providerId="ADAL" clId="{5B4D77E9-E58C-4718-994E-DC8FAD2BBAD5}" dt="2021-12-21T21:28:43.657" v="882" actId="478"/>
          <ac:spMkLst>
            <pc:docMk/>
            <pc:sldMk cId="3667894015" sldId="272"/>
            <ac:spMk id="13" creationId="{78199BEA-52B4-40D4-A590-5509DA11D61C}"/>
          </ac:spMkLst>
        </pc:spChg>
        <pc:spChg chg="add del mod">
          <ac:chgData name="Rissa" userId="9ebf8891-a6d6-4481-9472-9e650503fffd" providerId="ADAL" clId="{5B4D77E9-E58C-4718-994E-DC8FAD2BBAD5}" dt="2021-12-21T21:28:48.857" v="886" actId="478"/>
          <ac:spMkLst>
            <pc:docMk/>
            <pc:sldMk cId="3667894015" sldId="272"/>
            <ac:spMk id="16" creationId="{EB0D3FD9-0B05-4D6A-861C-CF60DCB03E67}"/>
          </ac:spMkLst>
        </pc:spChg>
        <pc:spChg chg="add mod">
          <ac:chgData name="Rissa" userId="9ebf8891-a6d6-4481-9472-9e650503fffd" providerId="ADAL" clId="{5B4D77E9-E58C-4718-994E-DC8FAD2BBAD5}" dt="2021-12-21T21:45:45.996" v="939" actId="14100"/>
          <ac:spMkLst>
            <pc:docMk/>
            <pc:sldMk cId="3667894015" sldId="272"/>
            <ac:spMk id="23" creationId="{1D099104-D59E-4C29-A908-EDCAF14A1DFC}"/>
          </ac:spMkLst>
        </pc:spChg>
        <pc:spChg chg="add mod">
          <ac:chgData name="Rissa" userId="9ebf8891-a6d6-4481-9472-9e650503fffd" providerId="ADAL" clId="{5B4D77E9-E58C-4718-994E-DC8FAD2BBAD5}" dt="2021-12-21T21:46:36.551" v="950" actId="1076"/>
          <ac:spMkLst>
            <pc:docMk/>
            <pc:sldMk cId="3667894015" sldId="272"/>
            <ac:spMk id="24" creationId="{82B76120-1C98-4FD3-B767-13FDCB5125B6}"/>
          </ac:spMkLst>
        </pc:spChg>
        <pc:spChg chg="add mod">
          <ac:chgData name="Rissa" userId="9ebf8891-a6d6-4481-9472-9e650503fffd" providerId="ADAL" clId="{5B4D77E9-E58C-4718-994E-DC8FAD2BBAD5}" dt="2021-12-21T21:46:41.493" v="951" actId="1076"/>
          <ac:spMkLst>
            <pc:docMk/>
            <pc:sldMk cId="3667894015" sldId="272"/>
            <ac:spMk id="25" creationId="{5ADEBADE-6798-4B60-B56A-4418E074FF28}"/>
          </ac:spMkLst>
        </pc:spChg>
        <pc:spChg chg="add mod">
          <ac:chgData name="Rissa" userId="9ebf8891-a6d6-4481-9472-9e650503fffd" providerId="ADAL" clId="{5B4D77E9-E58C-4718-994E-DC8FAD2BBAD5}" dt="2021-12-21T21:46:26.109" v="949" actId="1076"/>
          <ac:spMkLst>
            <pc:docMk/>
            <pc:sldMk cId="3667894015" sldId="272"/>
            <ac:spMk id="26" creationId="{C9E2E52D-01A2-4B4A-B64D-09C7DC406F10}"/>
          </ac:spMkLst>
        </pc:spChg>
        <pc:spChg chg="add mod">
          <ac:chgData name="Rissa" userId="9ebf8891-a6d6-4481-9472-9e650503fffd" providerId="ADAL" clId="{5B4D77E9-E58C-4718-994E-DC8FAD2BBAD5}" dt="2021-12-21T21:45:30.314" v="932" actId="114"/>
          <ac:spMkLst>
            <pc:docMk/>
            <pc:sldMk cId="3667894015" sldId="272"/>
            <ac:spMk id="27" creationId="{45886411-81C8-446D-966F-675167C12A05}"/>
          </ac:spMkLst>
        </pc:spChg>
        <pc:spChg chg="add del mod">
          <ac:chgData name="Rissa" userId="9ebf8891-a6d6-4481-9472-9e650503fffd" providerId="ADAL" clId="{5B4D77E9-E58C-4718-994E-DC8FAD2BBAD5}" dt="2021-12-20T21:08:11.383" v="83" actId="478"/>
          <ac:spMkLst>
            <pc:docMk/>
            <pc:sldMk cId="3667894015" sldId="272"/>
            <ac:spMk id="28" creationId="{86C9A5F1-6CE0-4BC6-AA96-FDA014557CC1}"/>
          </ac:spMkLst>
        </pc:spChg>
        <pc:spChg chg="add mod">
          <ac:chgData name="Rissa" userId="9ebf8891-a6d6-4481-9472-9e650503fffd" providerId="ADAL" clId="{5B4D77E9-E58C-4718-994E-DC8FAD2BBAD5}" dt="2021-12-21T21:45:50.416" v="942" actId="115"/>
          <ac:spMkLst>
            <pc:docMk/>
            <pc:sldMk cId="3667894015" sldId="272"/>
            <ac:spMk id="29" creationId="{19CDBC2D-4BCA-4F24-BE29-5DA824382AC7}"/>
          </ac:spMkLst>
        </pc:spChg>
        <pc:spChg chg="add mod">
          <ac:chgData name="Rissa" userId="9ebf8891-a6d6-4481-9472-9e650503fffd" providerId="ADAL" clId="{5B4D77E9-E58C-4718-994E-DC8FAD2BBAD5}" dt="2021-12-21T21:45:35.539" v="935" actId="115"/>
          <ac:spMkLst>
            <pc:docMk/>
            <pc:sldMk cId="3667894015" sldId="272"/>
            <ac:spMk id="30" creationId="{8783D848-B411-418D-9805-36C42DA62F33}"/>
          </ac:spMkLst>
        </pc:spChg>
        <pc:spChg chg="add del mod">
          <ac:chgData name="Rissa" userId="9ebf8891-a6d6-4481-9472-9e650503fffd" providerId="ADAL" clId="{5B4D77E9-E58C-4718-994E-DC8FAD2BBAD5}" dt="2021-12-21T21:28:32.492" v="878"/>
          <ac:spMkLst>
            <pc:docMk/>
            <pc:sldMk cId="3667894015" sldId="272"/>
            <ac:spMk id="31" creationId="{03317EE5-1307-4FA3-ABDE-A93C25794B68}"/>
          </ac:spMkLst>
        </pc:spChg>
        <pc:spChg chg="add del mod">
          <ac:chgData name="Rissa" userId="9ebf8891-a6d6-4481-9472-9e650503fffd" providerId="ADAL" clId="{5B4D77E9-E58C-4718-994E-DC8FAD2BBAD5}" dt="2021-12-21T21:28:32.492" v="878"/>
          <ac:spMkLst>
            <pc:docMk/>
            <pc:sldMk cId="3667894015" sldId="272"/>
            <ac:spMk id="32" creationId="{97402787-8EC4-407F-B968-F08EFAF0CAF9}"/>
          </ac:spMkLst>
        </pc:spChg>
        <pc:spChg chg="add del mod">
          <ac:chgData name="Rissa" userId="9ebf8891-a6d6-4481-9472-9e650503fffd" providerId="ADAL" clId="{5B4D77E9-E58C-4718-994E-DC8FAD2BBAD5}" dt="2021-12-21T21:28:32.492" v="878"/>
          <ac:spMkLst>
            <pc:docMk/>
            <pc:sldMk cId="3667894015" sldId="272"/>
            <ac:spMk id="33" creationId="{C7F014D5-CF90-4C52-85DA-F81AB76B910B}"/>
          </ac:spMkLst>
        </pc:spChg>
        <pc:spChg chg="add del mod">
          <ac:chgData name="Rissa" userId="9ebf8891-a6d6-4481-9472-9e650503fffd" providerId="ADAL" clId="{5B4D77E9-E58C-4718-994E-DC8FAD2BBAD5}" dt="2021-12-21T21:28:32.492" v="878"/>
          <ac:spMkLst>
            <pc:docMk/>
            <pc:sldMk cId="3667894015" sldId="272"/>
            <ac:spMk id="34" creationId="{A084F6E6-FDC6-42A9-B99F-ADB455B7E29C}"/>
          </ac:spMkLst>
        </pc:spChg>
        <pc:spChg chg="add del mod">
          <ac:chgData name="Rissa" userId="9ebf8891-a6d6-4481-9472-9e650503fffd" providerId="ADAL" clId="{5B4D77E9-E58C-4718-994E-DC8FAD2BBAD5}" dt="2021-12-21T21:28:32.492" v="878"/>
          <ac:spMkLst>
            <pc:docMk/>
            <pc:sldMk cId="3667894015" sldId="272"/>
            <ac:spMk id="35" creationId="{0361A713-102F-4CEB-BEAB-8C74536CB031}"/>
          </ac:spMkLst>
        </pc:spChg>
        <pc:spChg chg="add del mod">
          <ac:chgData name="Rissa" userId="9ebf8891-a6d6-4481-9472-9e650503fffd" providerId="ADAL" clId="{5B4D77E9-E58C-4718-994E-DC8FAD2BBAD5}" dt="2021-12-21T21:28:32.492" v="878"/>
          <ac:spMkLst>
            <pc:docMk/>
            <pc:sldMk cId="3667894015" sldId="272"/>
            <ac:spMk id="37" creationId="{E356D564-2633-45FE-AC1C-98E6504448DB}"/>
          </ac:spMkLst>
        </pc:spChg>
        <pc:spChg chg="add del mod">
          <ac:chgData name="Rissa" userId="9ebf8891-a6d6-4481-9472-9e650503fffd" providerId="ADAL" clId="{5B4D77E9-E58C-4718-994E-DC8FAD2BBAD5}" dt="2021-12-21T21:28:32.492" v="878"/>
          <ac:spMkLst>
            <pc:docMk/>
            <pc:sldMk cId="3667894015" sldId="272"/>
            <ac:spMk id="38" creationId="{BC2A6338-F631-4566-BBC7-A4A97CA59995}"/>
          </ac:spMkLst>
        </pc:spChg>
        <pc:spChg chg="add del mod">
          <ac:chgData name="Rissa" userId="9ebf8891-a6d6-4481-9472-9e650503fffd" providerId="ADAL" clId="{5B4D77E9-E58C-4718-994E-DC8FAD2BBAD5}" dt="2021-12-21T21:28:32.492" v="878"/>
          <ac:spMkLst>
            <pc:docMk/>
            <pc:sldMk cId="3667894015" sldId="272"/>
            <ac:spMk id="39" creationId="{B74DF115-098B-40E0-AC9C-99141CD0F42B}"/>
          </ac:spMkLst>
        </pc:spChg>
        <pc:spChg chg="add del mod">
          <ac:chgData name="Rissa" userId="9ebf8891-a6d6-4481-9472-9e650503fffd" providerId="ADAL" clId="{5B4D77E9-E58C-4718-994E-DC8FAD2BBAD5}" dt="2021-12-21T21:28:32.492" v="878"/>
          <ac:spMkLst>
            <pc:docMk/>
            <pc:sldMk cId="3667894015" sldId="272"/>
            <ac:spMk id="40" creationId="{E7FD756E-F217-4F3F-80D0-9837AEF0DAC0}"/>
          </ac:spMkLst>
        </pc:spChg>
        <pc:spChg chg="add del mod">
          <ac:chgData name="Rissa" userId="9ebf8891-a6d6-4481-9472-9e650503fffd" providerId="ADAL" clId="{5B4D77E9-E58C-4718-994E-DC8FAD2BBAD5}" dt="2021-12-21T21:28:32.492" v="878"/>
          <ac:spMkLst>
            <pc:docMk/>
            <pc:sldMk cId="3667894015" sldId="272"/>
            <ac:spMk id="43" creationId="{CB593D00-FE8B-4566-9734-0DB6F298F90A}"/>
          </ac:spMkLst>
        </pc:spChg>
        <pc:spChg chg="add del mod">
          <ac:chgData name="Rissa" userId="9ebf8891-a6d6-4481-9472-9e650503fffd" providerId="ADAL" clId="{5B4D77E9-E58C-4718-994E-DC8FAD2BBAD5}" dt="2021-12-21T21:28:32.492" v="878"/>
          <ac:spMkLst>
            <pc:docMk/>
            <pc:sldMk cId="3667894015" sldId="272"/>
            <ac:spMk id="50" creationId="{48444672-19FB-41F6-837E-63E8C37AFA7E}"/>
          </ac:spMkLst>
        </pc:spChg>
        <pc:spChg chg="add del mod">
          <ac:chgData name="Rissa" userId="9ebf8891-a6d6-4481-9472-9e650503fffd" providerId="ADAL" clId="{5B4D77E9-E58C-4718-994E-DC8FAD2BBAD5}" dt="2021-12-21T21:28:32.492" v="878"/>
          <ac:spMkLst>
            <pc:docMk/>
            <pc:sldMk cId="3667894015" sldId="272"/>
            <ac:spMk id="51" creationId="{7071D723-7C89-4C1B-BCB1-F65E62A3724B}"/>
          </ac:spMkLst>
        </pc:spChg>
        <pc:spChg chg="add mod">
          <ac:chgData name="Rissa" userId="9ebf8891-a6d6-4481-9472-9e650503fffd" providerId="ADAL" clId="{5B4D77E9-E58C-4718-994E-DC8FAD2BBAD5}" dt="2021-12-21T21:29:15.672" v="900" actId="1076"/>
          <ac:spMkLst>
            <pc:docMk/>
            <pc:sldMk cId="3667894015" sldId="272"/>
            <ac:spMk id="60" creationId="{1E8D9B79-E399-41DE-B64C-D2733C448BB8}"/>
          </ac:spMkLst>
        </pc:spChg>
        <pc:spChg chg="add mod">
          <ac:chgData name="Rissa" userId="9ebf8891-a6d6-4481-9472-9e650503fffd" providerId="ADAL" clId="{5B4D77E9-E58C-4718-994E-DC8FAD2BBAD5}" dt="2021-12-21T21:29:15.672" v="900" actId="1076"/>
          <ac:spMkLst>
            <pc:docMk/>
            <pc:sldMk cId="3667894015" sldId="272"/>
            <ac:spMk id="61" creationId="{8041680A-8804-406A-A2F2-7BE2B77404ED}"/>
          </ac:spMkLst>
        </pc:spChg>
        <pc:spChg chg="add mod">
          <ac:chgData name="Rissa" userId="9ebf8891-a6d6-4481-9472-9e650503fffd" providerId="ADAL" clId="{5B4D77E9-E58C-4718-994E-DC8FAD2BBAD5}" dt="2021-12-21T21:51:41.027" v="973" actId="207"/>
          <ac:spMkLst>
            <pc:docMk/>
            <pc:sldMk cId="3667894015" sldId="272"/>
            <ac:spMk id="62" creationId="{5D5D3A0E-D1E1-4974-94C1-19F400CB5B98}"/>
          </ac:spMkLst>
        </pc:spChg>
        <pc:spChg chg="add mod">
          <ac:chgData name="Rissa" userId="9ebf8891-a6d6-4481-9472-9e650503fffd" providerId="ADAL" clId="{5B4D77E9-E58C-4718-994E-DC8FAD2BBAD5}" dt="2021-12-21T21:29:15.672" v="900" actId="1076"/>
          <ac:spMkLst>
            <pc:docMk/>
            <pc:sldMk cId="3667894015" sldId="272"/>
            <ac:spMk id="63" creationId="{6E021823-1B2C-4512-89F7-8B7E02AE1A39}"/>
          </ac:spMkLst>
        </pc:spChg>
        <pc:spChg chg="add mod">
          <ac:chgData name="Rissa" userId="9ebf8891-a6d6-4481-9472-9e650503fffd" providerId="ADAL" clId="{5B4D77E9-E58C-4718-994E-DC8FAD2BBAD5}" dt="2021-12-21T21:29:15.672" v="900" actId="1076"/>
          <ac:spMkLst>
            <pc:docMk/>
            <pc:sldMk cId="3667894015" sldId="272"/>
            <ac:spMk id="64" creationId="{8F24DECD-7B18-42F0-BD9E-660B1748672C}"/>
          </ac:spMkLst>
        </pc:spChg>
        <pc:spChg chg="add mod">
          <ac:chgData name="Rissa" userId="9ebf8891-a6d6-4481-9472-9e650503fffd" providerId="ADAL" clId="{5B4D77E9-E58C-4718-994E-DC8FAD2BBAD5}" dt="2021-12-21T21:43:12.167" v="915" actId="207"/>
          <ac:spMkLst>
            <pc:docMk/>
            <pc:sldMk cId="3667894015" sldId="272"/>
            <ac:spMk id="66" creationId="{629A810F-1FAA-4393-820F-6C7455ED6E4D}"/>
          </ac:spMkLst>
        </pc:spChg>
        <pc:spChg chg="add mod">
          <ac:chgData name="Rissa" userId="9ebf8891-a6d6-4481-9472-9e650503fffd" providerId="ADAL" clId="{5B4D77E9-E58C-4718-994E-DC8FAD2BBAD5}" dt="2021-12-21T21:29:15.672" v="900" actId="1076"/>
          <ac:spMkLst>
            <pc:docMk/>
            <pc:sldMk cId="3667894015" sldId="272"/>
            <ac:spMk id="67" creationId="{D43ABFE7-77B9-478C-8DB7-F0FAE534AD45}"/>
          </ac:spMkLst>
        </pc:spChg>
        <pc:spChg chg="add mod">
          <ac:chgData name="Rissa" userId="9ebf8891-a6d6-4481-9472-9e650503fffd" providerId="ADAL" clId="{5B4D77E9-E58C-4718-994E-DC8FAD2BBAD5}" dt="2021-12-21T21:29:15.672" v="900" actId="1076"/>
          <ac:spMkLst>
            <pc:docMk/>
            <pc:sldMk cId="3667894015" sldId="272"/>
            <ac:spMk id="68" creationId="{3973AD1B-3E02-42D0-B84F-E23AD9007D7B}"/>
          </ac:spMkLst>
        </pc:spChg>
        <pc:spChg chg="add mod">
          <ac:chgData name="Rissa" userId="9ebf8891-a6d6-4481-9472-9e650503fffd" providerId="ADAL" clId="{5B4D77E9-E58C-4718-994E-DC8FAD2BBAD5}" dt="2022-01-05T16:48:59.137" v="1599" actId="20577"/>
          <ac:spMkLst>
            <pc:docMk/>
            <pc:sldMk cId="3667894015" sldId="272"/>
            <ac:spMk id="69" creationId="{9387F3BA-477F-402E-92DE-4A2DB6A6BC4F}"/>
          </ac:spMkLst>
        </pc:spChg>
        <pc:spChg chg="add mod">
          <ac:chgData name="Rissa" userId="9ebf8891-a6d6-4481-9472-9e650503fffd" providerId="ADAL" clId="{5B4D77E9-E58C-4718-994E-DC8FAD2BBAD5}" dt="2021-12-21T21:29:15.672" v="900" actId="1076"/>
          <ac:spMkLst>
            <pc:docMk/>
            <pc:sldMk cId="3667894015" sldId="272"/>
            <ac:spMk id="72" creationId="{062C4559-D80F-413C-AB4D-25E816274924}"/>
          </ac:spMkLst>
        </pc:spChg>
        <pc:spChg chg="add mod">
          <ac:chgData name="Rissa" userId="9ebf8891-a6d6-4481-9472-9e650503fffd" providerId="ADAL" clId="{5B4D77E9-E58C-4718-994E-DC8FAD2BBAD5}" dt="2021-12-21T21:47:15.359" v="954" actId="114"/>
          <ac:spMkLst>
            <pc:docMk/>
            <pc:sldMk cId="3667894015" sldId="272"/>
            <ac:spMk id="79" creationId="{0D277C48-25DB-43AC-9431-2DA166CA6667}"/>
          </ac:spMkLst>
        </pc:spChg>
        <pc:spChg chg="add mod">
          <ac:chgData name="Rissa" userId="9ebf8891-a6d6-4481-9472-9e650503fffd" providerId="ADAL" clId="{5B4D77E9-E58C-4718-994E-DC8FAD2BBAD5}" dt="2021-12-21T21:47:18.611" v="955" actId="114"/>
          <ac:spMkLst>
            <pc:docMk/>
            <pc:sldMk cId="3667894015" sldId="272"/>
            <ac:spMk id="80" creationId="{4DA951F0-11B1-49FB-95FB-99C02BE5EDE8}"/>
          </ac:spMkLst>
        </pc:spChg>
        <pc:cxnChg chg="add del mod">
          <ac:chgData name="Rissa" userId="9ebf8891-a6d6-4481-9472-9e650503fffd" providerId="ADAL" clId="{5B4D77E9-E58C-4718-994E-DC8FAD2BBAD5}" dt="2021-12-21T21:29:04.074" v="896" actId="478"/>
          <ac:cxnSpMkLst>
            <pc:docMk/>
            <pc:sldMk cId="3667894015" sldId="272"/>
            <ac:cxnSpMk id="9" creationId="{438A3F34-8E29-482B-91F6-8D2B9AD5ADB6}"/>
          </ac:cxnSpMkLst>
        </pc:cxnChg>
        <pc:cxnChg chg="add del mod">
          <ac:chgData name="Rissa" userId="9ebf8891-a6d6-4481-9472-9e650503fffd" providerId="ADAL" clId="{5B4D77E9-E58C-4718-994E-DC8FAD2BBAD5}" dt="2021-12-21T21:28:41.985" v="881" actId="478"/>
          <ac:cxnSpMkLst>
            <pc:docMk/>
            <pc:sldMk cId="3667894015" sldId="272"/>
            <ac:cxnSpMk id="14" creationId="{ED2B94D7-092F-441F-89B9-4AF235011069}"/>
          </ac:cxnSpMkLst>
        </pc:cxnChg>
        <pc:cxnChg chg="add del mod">
          <ac:chgData name="Rissa" userId="9ebf8891-a6d6-4481-9472-9e650503fffd" providerId="ADAL" clId="{5B4D77E9-E58C-4718-994E-DC8FAD2BBAD5}" dt="2021-12-21T21:28:44.945" v="883" actId="478"/>
          <ac:cxnSpMkLst>
            <pc:docMk/>
            <pc:sldMk cId="3667894015" sldId="272"/>
            <ac:cxnSpMk id="15" creationId="{6A800E15-387E-4418-BCB4-F12F7F46112C}"/>
          </ac:cxnSpMkLst>
        </pc:cxnChg>
        <pc:cxnChg chg="add del mod">
          <ac:chgData name="Rissa" userId="9ebf8891-a6d6-4481-9472-9e650503fffd" providerId="ADAL" clId="{5B4D77E9-E58C-4718-994E-DC8FAD2BBAD5}" dt="2021-12-21T21:28:47.653" v="885" actId="478"/>
          <ac:cxnSpMkLst>
            <pc:docMk/>
            <pc:sldMk cId="3667894015" sldId="272"/>
            <ac:cxnSpMk id="17" creationId="{930B7C6E-B8EF-499D-8A6B-C63526AA9E28}"/>
          </ac:cxnSpMkLst>
        </pc:cxnChg>
        <pc:cxnChg chg="add del mod">
          <ac:chgData name="Rissa" userId="9ebf8891-a6d6-4481-9472-9e650503fffd" providerId="ADAL" clId="{5B4D77E9-E58C-4718-994E-DC8FAD2BBAD5}" dt="2021-12-21T21:28:50.370" v="887" actId="478"/>
          <ac:cxnSpMkLst>
            <pc:docMk/>
            <pc:sldMk cId="3667894015" sldId="272"/>
            <ac:cxnSpMk id="18" creationId="{325A5E52-C831-448D-8291-1E4C7DBE47D1}"/>
          </ac:cxnSpMkLst>
        </pc:cxnChg>
        <pc:cxnChg chg="add del mod">
          <ac:chgData name="Rissa" userId="9ebf8891-a6d6-4481-9472-9e650503fffd" providerId="ADAL" clId="{5B4D77E9-E58C-4718-994E-DC8FAD2BBAD5}" dt="2021-12-21T21:29:08.169" v="898" actId="478"/>
          <ac:cxnSpMkLst>
            <pc:docMk/>
            <pc:sldMk cId="3667894015" sldId="272"/>
            <ac:cxnSpMk id="19" creationId="{EA137771-F445-4FC0-88D4-59D8E7DB1F93}"/>
          </ac:cxnSpMkLst>
        </pc:cxnChg>
        <pc:cxnChg chg="add del mod">
          <ac:chgData name="Rissa" userId="9ebf8891-a6d6-4481-9472-9e650503fffd" providerId="ADAL" clId="{5B4D77E9-E58C-4718-994E-DC8FAD2BBAD5}" dt="2021-12-21T21:29:00.395" v="894" actId="478"/>
          <ac:cxnSpMkLst>
            <pc:docMk/>
            <pc:sldMk cId="3667894015" sldId="272"/>
            <ac:cxnSpMk id="20" creationId="{EC60C79A-08A2-4A0C-A707-083BB2C14BC6}"/>
          </ac:cxnSpMkLst>
        </pc:cxnChg>
        <pc:cxnChg chg="add del mod">
          <ac:chgData name="Rissa" userId="9ebf8891-a6d6-4481-9472-9e650503fffd" providerId="ADAL" clId="{5B4D77E9-E58C-4718-994E-DC8FAD2BBAD5}" dt="2021-12-21T21:28:55.387" v="890" actId="478"/>
          <ac:cxnSpMkLst>
            <pc:docMk/>
            <pc:sldMk cId="3667894015" sldId="272"/>
            <ac:cxnSpMk id="21" creationId="{B5A41D25-95D0-47BB-A427-2B3513A1CF37}"/>
          </ac:cxnSpMkLst>
        </pc:cxnChg>
        <pc:cxnChg chg="add del mod">
          <ac:chgData name="Rissa" userId="9ebf8891-a6d6-4481-9472-9e650503fffd" providerId="ADAL" clId="{5B4D77E9-E58C-4718-994E-DC8FAD2BBAD5}" dt="2021-12-21T21:28:57.775" v="892" actId="478"/>
          <ac:cxnSpMkLst>
            <pc:docMk/>
            <pc:sldMk cId="3667894015" sldId="272"/>
            <ac:cxnSpMk id="22" creationId="{936DF115-EDA9-4404-B5A0-00CF7EEA7038}"/>
          </ac:cxnSpMkLst>
        </pc:cxnChg>
        <pc:cxnChg chg="add del mod">
          <ac:chgData name="Rissa" userId="9ebf8891-a6d6-4481-9472-9e650503fffd" providerId="ADAL" clId="{5B4D77E9-E58C-4718-994E-DC8FAD2BBAD5}" dt="2021-12-21T21:28:32.492" v="878"/>
          <ac:cxnSpMkLst>
            <pc:docMk/>
            <pc:sldMk cId="3667894015" sldId="272"/>
            <ac:cxnSpMk id="36" creationId="{9780902C-6EDB-4F24-928F-C20E597D5E92}"/>
          </ac:cxnSpMkLst>
        </pc:cxnChg>
        <pc:cxnChg chg="add del mod">
          <ac:chgData name="Rissa" userId="9ebf8891-a6d6-4481-9472-9e650503fffd" providerId="ADAL" clId="{5B4D77E9-E58C-4718-994E-DC8FAD2BBAD5}" dt="2021-12-21T21:28:32.492" v="878"/>
          <ac:cxnSpMkLst>
            <pc:docMk/>
            <pc:sldMk cId="3667894015" sldId="272"/>
            <ac:cxnSpMk id="41" creationId="{49FB65E8-166E-45C6-B733-249D3E6B362D}"/>
          </ac:cxnSpMkLst>
        </pc:cxnChg>
        <pc:cxnChg chg="add del mod">
          <ac:chgData name="Rissa" userId="9ebf8891-a6d6-4481-9472-9e650503fffd" providerId="ADAL" clId="{5B4D77E9-E58C-4718-994E-DC8FAD2BBAD5}" dt="2021-12-21T21:28:32.492" v="878"/>
          <ac:cxnSpMkLst>
            <pc:docMk/>
            <pc:sldMk cId="3667894015" sldId="272"/>
            <ac:cxnSpMk id="42" creationId="{0B219906-995A-4D01-AFAC-1FF35523AAD5}"/>
          </ac:cxnSpMkLst>
        </pc:cxnChg>
        <pc:cxnChg chg="add del mod">
          <ac:chgData name="Rissa" userId="9ebf8891-a6d6-4481-9472-9e650503fffd" providerId="ADAL" clId="{5B4D77E9-E58C-4718-994E-DC8FAD2BBAD5}" dt="2021-12-21T21:28:32.492" v="878"/>
          <ac:cxnSpMkLst>
            <pc:docMk/>
            <pc:sldMk cId="3667894015" sldId="272"/>
            <ac:cxnSpMk id="44" creationId="{6B3B7372-A7E0-4C6F-87C0-BE97F3875FEC}"/>
          </ac:cxnSpMkLst>
        </pc:cxnChg>
        <pc:cxnChg chg="add del mod">
          <ac:chgData name="Rissa" userId="9ebf8891-a6d6-4481-9472-9e650503fffd" providerId="ADAL" clId="{5B4D77E9-E58C-4718-994E-DC8FAD2BBAD5}" dt="2021-12-21T21:28:32.492" v="878"/>
          <ac:cxnSpMkLst>
            <pc:docMk/>
            <pc:sldMk cId="3667894015" sldId="272"/>
            <ac:cxnSpMk id="45" creationId="{AA2740C6-FE69-44CF-90B8-4327D88634E3}"/>
          </ac:cxnSpMkLst>
        </pc:cxnChg>
        <pc:cxnChg chg="add del mod">
          <ac:chgData name="Rissa" userId="9ebf8891-a6d6-4481-9472-9e650503fffd" providerId="ADAL" clId="{5B4D77E9-E58C-4718-994E-DC8FAD2BBAD5}" dt="2021-12-21T21:28:32.492" v="878"/>
          <ac:cxnSpMkLst>
            <pc:docMk/>
            <pc:sldMk cId="3667894015" sldId="272"/>
            <ac:cxnSpMk id="46" creationId="{5FAEB12A-2721-4655-898D-4386C7BCA1E9}"/>
          </ac:cxnSpMkLst>
        </pc:cxnChg>
        <pc:cxnChg chg="add del mod">
          <ac:chgData name="Rissa" userId="9ebf8891-a6d6-4481-9472-9e650503fffd" providerId="ADAL" clId="{5B4D77E9-E58C-4718-994E-DC8FAD2BBAD5}" dt="2021-12-21T21:28:32.492" v="878"/>
          <ac:cxnSpMkLst>
            <pc:docMk/>
            <pc:sldMk cId="3667894015" sldId="272"/>
            <ac:cxnSpMk id="47" creationId="{6CF6C646-BDC3-4A06-8F74-65FCECDE4C75}"/>
          </ac:cxnSpMkLst>
        </pc:cxnChg>
        <pc:cxnChg chg="add del mod">
          <ac:chgData name="Rissa" userId="9ebf8891-a6d6-4481-9472-9e650503fffd" providerId="ADAL" clId="{5B4D77E9-E58C-4718-994E-DC8FAD2BBAD5}" dt="2021-12-21T21:28:32.492" v="878"/>
          <ac:cxnSpMkLst>
            <pc:docMk/>
            <pc:sldMk cId="3667894015" sldId="272"/>
            <ac:cxnSpMk id="48" creationId="{4E66E4BD-F209-4128-BFBB-9D215CCE11A3}"/>
          </ac:cxnSpMkLst>
        </pc:cxnChg>
        <pc:cxnChg chg="add del mod">
          <ac:chgData name="Rissa" userId="9ebf8891-a6d6-4481-9472-9e650503fffd" providerId="ADAL" clId="{5B4D77E9-E58C-4718-994E-DC8FAD2BBAD5}" dt="2021-12-21T21:28:32.492" v="878"/>
          <ac:cxnSpMkLst>
            <pc:docMk/>
            <pc:sldMk cId="3667894015" sldId="272"/>
            <ac:cxnSpMk id="49" creationId="{8340D0F5-97A4-44E0-B31B-29B8D89A9C1C}"/>
          </ac:cxnSpMkLst>
        </pc:cxnChg>
        <pc:cxnChg chg="add mod">
          <ac:chgData name="Rissa" userId="9ebf8891-a6d6-4481-9472-9e650503fffd" providerId="ADAL" clId="{5B4D77E9-E58C-4718-994E-DC8FAD2BBAD5}" dt="2021-12-21T21:29:15.672" v="900" actId="1076"/>
          <ac:cxnSpMkLst>
            <pc:docMk/>
            <pc:sldMk cId="3667894015" sldId="272"/>
            <ac:cxnSpMk id="65" creationId="{54198815-B995-4C70-B5B6-9A861561BEB6}"/>
          </ac:cxnSpMkLst>
        </pc:cxnChg>
        <pc:cxnChg chg="add mod">
          <ac:chgData name="Rissa" userId="9ebf8891-a6d6-4481-9472-9e650503fffd" providerId="ADAL" clId="{5B4D77E9-E58C-4718-994E-DC8FAD2BBAD5}" dt="2021-12-21T21:29:15.672" v="900" actId="1076"/>
          <ac:cxnSpMkLst>
            <pc:docMk/>
            <pc:sldMk cId="3667894015" sldId="272"/>
            <ac:cxnSpMk id="70" creationId="{B52E2258-B6C3-4182-817E-0FFF8305A894}"/>
          </ac:cxnSpMkLst>
        </pc:cxnChg>
        <pc:cxnChg chg="add mod">
          <ac:chgData name="Rissa" userId="9ebf8891-a6d6-4481-9472-9e650503fffd" providerId="ADAL" clId="{5B4D77E9-E58C-4718-994E-DC8FAD2BBAD5}" dt="2021-12-21T21:29:15.672" v="900" actId="1076"/>
          <ac:cxnSpMkLst>
            <pc:docMk/>
            <pc:sldMk cId="3667894015" sldId="272"/>
            <ac:cxnSpMk id="71" creationId="{35F277D3-50E1-4FE3-ABE3-7394E8BAA4E6}"/>
          </ac:cxnSpMkLst>
        </pc:cxnChg>
        <pc:cxnChg chg="add mod">
          <ac:chgData name="Rissa" userId="9ebf8891-a6d6-4481-9472-9e650503fffd" providerId="ADAL" clId="{5B4D77E9-E58C-4718-994E-DC8FAD2BBAD5}" dt="2021-12-21T21:29:15.672" v="900" actId="1076"/>
          <ac:cxnSpMkLst>
            <pc:docMk/>
            <pc:sldMk cId="3667894015" sldId="272"/>
            <ac:cxnSpMk id="73" creationId="{3E1E0CD7-B542-4F08-A45E-B24D391D8ED2}"/>
          </ac:cxnSpMkLst>
        </pc:cxnChg>
        <pc:cxnChg chg="add mod">
          <ac:chgData name="Rissa" userId="9ebf8891-a6d6-4481-9472-9e650503fffd" providerId="ADAL" clId="{5B4D77E9-E58C-4718-994E-DC8FAD2BBAD5}" dt="2021-12-21T21:29:15.672" v="900" actId="1076"/>
          <ac:cxnSpMkLst>
            <pc:docMk/>
            <pc:sldMk cId="3667894015" sldId="272"/>
            <ac:cxnSpMk id="74" creationId="{E0551EF8-3086-4E1C-80C2-68450BF96C55}"/>
          </ac:cxnSpMkLst>
        </pc:cxnChg>
        <pc:cxnChg chg="add mod">
          <ac:chgData name="Rissa" userId="9ebf8891-a6d6-4481-9472-9e650503fffd" providerId="ADAL" clId="{5B4D77E9-E58C-4718-994E-DC8FAD2BBAD5}" dt="2021-12-21T21:29:15.672" v="900" actId="1076"/>
          <ac:cxnSpMkLst>
            <pc:docMk/>
            <pc:sldMk cId="3667894015" sldId="272"/>
            <ac:cxnSpMk id="75" creationId="{EACDFD50-742C-49EA-BA14-9D659066B00D}"/>
          </ac:cxnSpMkLst>
        </pc:cxnChg>
        <pc:cxnChg chg="add mod">
          <ac:chgData name="Rissa" userId="9ebf8891-a6d6-4481-9472-9e650503fffd" providerId="ADAL" clId="{5B4D77E9-E58C-4718-994E-DC8FAD2BBAD5}" dt="2021-12-21T21:29:15.672" v="900" actId="1076"/>
          <ac:cxnSpMkLst>
            <pc:docMk/>
            <pc:sldMk cId="3667894015" sldId="272"/>
            <ac:cxnSpMk id="76" creationId="{FC244DE4-96A4-4755-9431-8DCFAEE82B73}"/>
          </ac:cxnSpMkLst>
        </pc:cxnChg>
        <pc:cxnChg chg="add mod">
          <ac:chgData name="Rissa" userId="9ebf8891-a6d6-4481-9472-9e650503fffd" providerId="ADAL" clId="{5B4D77E9-E58C-4718-994E-DC8FAD2BBAD5}" dt="2021-12-21T21:29:15.672" v="900" actId="1076"/>
          <ac:cxnSpMkLst>
            <pc:docMk/>
            <pc:sldMk cId="3667894015" sldId="272"/>
            <ac:cxnSpMk id="77" creationId="{C85C1352-9B0B-40B8-965B-87E4476C00E3}"/>
          </ac:cxnSpMkLst>
        </pc:cxnChg>
        <pc:cxnChg chg="add mod">
          <ac:chgData name="Rissa" userId="9ebf8891-a6d6-4481-9472-9e650503fffd" providerId="ADAL" clId="{5B4D77E9-E58C-4718-994E-DC8FAD2BBAD5}" dt="2021-12-21T21:29:15.672" v="900" actId="1076"/>
          <ac:cxnSpMkLst>
            <pc:docMk/>
            <pc:sldMk cId="3667894015" sldId="272"/>
            <ac:cxnSpMk id="78" creationId="{0BC36018-6660-4385-953F-86B1349E660F}"/>
          </ac:cxnSpMkLst>
        </pc:cxnChg>
      </pc:sldChg>
      <pc:sldChg chg="addSp delSp modSp new mod ord">
        <pc:chgData name="Rissa" userId="9ebf8891-a6d6-4481-9472-9e650503fffd" providerId="ADAL" clId="{5B4D77E9-E58C-4718-994E-DC8FAD2BBAD5}" dt="2021-12-21T21:51:35.263" v="972" actId="207"/>
        <pc:sldMkLst>
          <pc:docMk/>
          <pc:sldMk cId="1141595224" sldId="273"/>
        </pc:sldMkLst>
        <pc:spChg chg="mod">
          <ac:chgData name="Rissa" userId="9ebf8891-a6d6-4481-9472-9e650503fffd" providerId="ADAL" clId="{5B4D77E9-E58C-4718-994E-DC8FAD2BBAD5}" dt="2021-12-21T21:29:51.832" v="909"/>
          <ac:spMkLst>
            <pc:docMk/>
            <pc:sldMk cId="1141595224" sldId="273"/>
            <ac:spMk id="2" creationId="{2DD3895C-D4C0-4565-A084-2E762312CC8D}"/>
          </ac:spMkLst>
        </pc:spChg>
        <pc:spChg chg="del">
          <ac:chgData name="Rissa" userId="9ebf8891-a6d6-4481-9472-9e650503fffd" providerId="ADAL" clId="{5B4D77E9-E58C-4718-994E-DC8FAD2BBAD5}" dt="2021-12-20T21:13:29.615" v="188" actId="478"/>
          <ac:spMkLst>
            <pc:docMk/>
            <pc:sldMk cId="1141595224" sldId="273"/>
            <ac:spMk id="3" creationId="{D28765E3-5B3A-482E-A147-88A26B661D28}"/>
          </ac:spMkLst>
        </pc:spChg>
        <pc:spChg chg="add del mod">
          <ac:chgData name="Rissa" userId="9ebf8891-a6d6-4481-9472-9e650503fffd" providerId="ADAL" clId="{5B4D77E9-E58C-4718-994E-DC8FAD2BBAD5}" dt="2021-12-21T21:25:43.096" v="810" actId="478"/>
          <ac:spMkLst>
            <pc:docMk/>
            <pc:sldMk cId="1141595224" sldId="273"/>
            <ac:spMk id="4" creationId="{43137CD7-CF70-43DF-80CE-771AD2EBAC0B}"/>
          </ac:spMkLst>
        </pc:spChg>
        <pc:spChg chg="add del mod">
          <ac:chgData name="Rissa" userId="9ebf8891-a6d6-4481-9472-9e650503fffd" providerId="ADAL" clId="{5B4D77E9-E58C-4718-994E-DC8FAD2BBAD5}" dt="2021-12-21T21:25:43.096" v="810" actId="478"/>
          <ac:spMkLst>
            <pc:docMk/>
            <pc:sldMk cId="1141595224" sldId="273"/>
            <ac:spMk id="5" creationId="{CFD2D8DE-E7F1-4270-9545-E30E4A9EFAEB}"/>
          </ac:spMkLst>
        </pc:spChg>
        <pc:spChg chg="add del mod">
          <ac:chgData name="Rissa" userId="9ebf8891-a6d6-4481-9472-9e650503fffd" providerId="ADAL" clId="{5B4D77E9-E58C-4718-994E-DC8FAD2BBAD5}" dt="2021-12-21T21:25:43.096" v="810" actId="478"/>
          <ac:spMkLst>
            <pc:docMk/>
            <pc:sldMk cId="1141595224" sldId="273"/>
            <ac:spMk id="6" creationId="{E59EC68D-9A4A-4BEF-B670-06ADE0EB0A38}"/>
          </ac:spMkLst>
        </pc:spChg>
        <pc:spChg chg="add del mod">
          <ac:chgData name="Rissa" userId="9ebf8891-a6d6-4481-9472-9e650503fffd" providerId="ADAL" clId="{5B4D77E9-E58C-4718-994E-DC8FAD2BBAD5}" dt="2021-12-21T21:25:43.096" v="810" actId="478"/>
          <ac:spMkLst>
            <pc:docMk/>
            <pc:sldMk cId="1141595224" sldId="273"/>
            <ac:spMk id="7" creationId="{A50DF0A3-C539-4D87-8ED8-E962C1544C0C}"/>
          </ac:spMkLst>
        </pc:spChg>
        <pc:spChg chg="add del mod">
          <ac:chgData name="Rissa" userId="9ebf8891-a6d6-4481-9472-9e650503fffd" providerId="ADAL" clId="{5B4D77E9-E58C-4718-994E-DC8FAD2BBAD5}" dt="2021-12-21T21:25:43.096" v="810" actId="478"/>
          <ac:spMkLst>
            <pc:docMk/>
            <pc:sldMk cId="1141595224" sldId="273"/>
            <ac:spMk id="8" creationId="{5AB9D968-47A2-442C-870E-CA067C9F2950}"/>
          </ac:spMkLst>
        </pc:spChg>
        <pc:spChg chg="add del mod">
          <ac:chgData name="Rissa" userId="9ebf8891-a6d6-4481-9472-9e650503fffd" providerId="ADAL" clId="{5B4D77E9-E58C-4718-994E-DC8FAD2BBAD5}" dt="2021-12-21T21:25:43.096" v="810" actId="478"/>
          <ac:spMkLst>
            <pc:docMk/>
            <pc:sldMk cId="1141595224" sldId="273"/>
            <ac:spMk id="10" creationId="{D9AB8719-D408-4578-9A34-189048EBA86F}"/>
          </ac:spMkLst>
        </pc:spChg>
        <pc:spChg chg="add del mod">
          <ac:chgData name="Rissa" userId="9ebf8891-a6d6-4481-9472-9e650503fffd" providerId="ADAL" clId="{5B4D77E9-E58C-4718-994E-DC8FAD2BBAD5}" dt="2021-12-21T21:25:43.096" v="810" actId="478"/>
          <ac:spMkLst>
            <pc:docMk/>
            <pc:sldMk cId="1141595224" sldId="273"/>
            <ac:spMk id="11" creationId="{3987A901-0BDB-4104-A048-5080B9D8B767}"/>
          </ac:spMkLst>
        </pc:spChg>
        <pc:spChg chg="add del mod">
          <ac:chgData name="Rissa" userId="9ebf8891-a6d6-4481-9472-9e650503fffd" providerId="ADAL" clId="{5B4D77E9-E58C-4718-994E-DC8FAD2BBAD5}" dt="2021-12-21T21:25:43.096" v="810" actId="478"/>
          <ac:spMkLst>
            <pc:docMk/>
            <pc:sldMk cId="1141595224" sldId="273"/>
            <ac:spMk id="12" creationId="{4E45251C-D90A-4FCC-81E8-26DB1E8EA16B}"/>
          </ac:spMkLst>
        </pc:spChg>
        <pc:spChg chg="add del mod">
          <ac:chgData name="Rissa" userId="9ebf8891-a6d6-4481-9472-9e650503fffd" providerId="ADAL" clId="{5B4D77E9-E58C-4718-994E-DC8FAD2BBAD5}" dt="2021-12-21T21:25:43.096" v="810" actId="478"/>
          <ac:spMkLst>
            <pc:docMk/>
            <pc:sldMk cId="1141595224" sldId="273"/>
            <ac:spMk id="13" creationId="{22C8ADEB-F079-4278-A8CB-2E532B3E6126}"/>
          </ac:spMkLst>
        </pc:spChg>
        <pc:spChg chg="add del mod">
          <ac:chgData name="Rissa" userId="9ebf8891-a6d6-4481-9472-9e650503fffd" providerId="ADAL" clId="{5B4D77E9-E58C-4718-994E-DC8FAD2BBAD5}" dt="2021-12-21T21:25:43.096" v="810" actId="478"/>
          <ac:spMkLst>
            <pc:docMk/>
            <pc:sldMk cId="1141595224" sldId="273"/>
            <ac:spMk id="16" creationId="{889FA20F-F010-4595-A80E-4362954030E3}"/>
          </ac:spMkLst>
        </pc:spChg>
        <pc:spChg chg="add mod">
          <ac:chgData name="Rissa" userId="9ebf8891-a6d6-4481-9472-9e650503fffd" providerId="ADAL" clId="{5B4D77E9-E58C-4718-994E-DC8FAD2BBAD5}" dt="2021-12-21T21:25:53.687" v="813" actId="255"/>
          <ac:spMkLst>
            <pc:docMk/>
            <pc:sldMk cId="1141595224" sldId="273"/>
            <ac:spMk id="23" creationId="{C5569A23-1D9A-4303-9317-AC0B86F278BF}"/>
          </ac:spMkLst>
        </pc:spChg>
        <pc:spChg chg="add mod">
          <ac:chgData name="Rissa" userId="9ebf8891-a6d6-4481-9472-9e650503fffd" providerId="ADAL" clId="{5B4D77E9-E58C-4718-994E-DC8FAD2BBAD5}" dt="2021-12-21T21:26:17.152" v="817" actId="207"/>
          <ac:spMkLst>
            <pc:docMk/>
            <pc:sldMk cId="1141595224" sldId="273"/>
            <ac:spMk id="24" creationId="{A5D3A38D-16BD-43E3-8BA3-E31847A14806}"/>
          </ac:spMkLst>
        </pc:spChg>
        <pc:spChg chg="add mod">
          <ac:chgData name="Rissa" userId="9ebf8891-a6d6-4481-9472-9e650503fffd" providerId="ADAL" clId="{5B4D77E9-E58C-4718-994E-DC8FAD2BBAD5}" dt="2021-12-21T21:51:35.263" v="972" actId="207"/>
          <ac:spMkLst>
            <pc:docMk/>
            <pc:sldMk cId="1141595224" sldId="273"/>
            <ac:spMk id="25" creationId="{1F42DE95-F1BE-4D47-8B5E-D57D665EC9DE}"/>
          </ac:spMkLst>
        </pc:spChg>
        <pc:spChg chg="add mod">
          <ac:chgData name="Rissa" userId="9ebf8891-a6d6-4481-9472-9e650503fffd" providerId="ADAL" clId="{5B4D77E9-E58C-4718-994E-DC8FAD2BBAD5}" dt="2021-12-21T21:25:53.687" v="813" actId="255"/>
          <ac:spMkLst>
            <pc:docMk/>
            <pc:sldMk cId="1141595224" sldId="273"/>
            <ac:spMk id="26" creationId="{8DB6C000-064D-46DF-9606-473589CD81EC}"/>
          </ac:spMkLst>
        </pc:spChg>
        <pc:spChg chg="add mod">
          <ac:chgData name="Rissa" userId="9ebf8891-a6d6-4481-9472-9e650503fffd" providerId="ADAL" clId="{5B4D77E9-E58C-4718-994E-DC8FAD2BBAD5}" dt="2021-12-21T21:25:53.687" v="813" actId="255"/>
          <ac:spMkLst>
            <pc:docMk/>
            <pc:sldMk cId="1141595224" sldId="273"/>
            <ac:spMk id="27" creationId="{367B821C-DB00-43C5-85CB-7AC81C61447B}"/>
          </ac:spMkLst>
        </pc:spChg>
        <pc:spChg chg="add mod">
          <ac:chgData name="Rissa" userId="9ebf8891-a6d6-4481-9472-9e650503fffd" providerId="ADAL" clId="{5B4D77E9-E58C-4718-994E-DC8FAD2BBAD5}" dt="2021-12-21T21:25:53.687" v="813" actId="255"/>
          <ac:spMkLst>
            <pc:docMk/>
            <pc:sldMk cId="1141595224" sldId="273"/>
            <ac:spMk id="29" creationId="{F29A3EF4-1C27-4D87-A18D-173E7657794E}"/>
          </ac:spMkLst>
        </pc:spChg>
        <pc:spChg chg="add mod">
          <ac:chgData name="Rissa" userId="9ebf8891-a6d6-4481-9472-9e650503fffd" providerId="ADAL" clId="{5B4D77E9-E58C-4718-994E-DC8FAD2BBAD5}" dt="2021-12-21T21:25:53.687" v="813" actId="255"/>
          <ac:spMkLst>
            <pc:docMk/>
            <pc:sldMk cId="1141595224" sldId="273"/>
            <ac:spMk id="30" creationId="{548D4641-7CFA-48DF-BC50-1F30F224BA45}"/>
          </ac:spMkLst>
        </pc:spChg>
        <pc:spChg chg="add mod">
          <ac:chgData name="Rissa" userId="9ebf8891-a6d6-4481-9472-9e650503fffd" providerId="ADAL" clId="{5B4D77E9-E58C-4718-994E-DC8FAD2BBAD5}" dt="2021-12-21T21:25:53.687" v="813" actId="255"/>
          <ac:spMkLst>
            <pc:docMk/>
            <pc:sldMk cId="1141595224" sldId="273"/>
            <ac:spMk id="31" creationId="{AC46745D-15D5-4939-BC13-B19F29217128}"/>
          </ac:spMkLst>
        </pc:spChg>
        <pc:spChg chg="add mod">
          <ac:chgData name="Rissa" userId="9ebf8891-a6d6-4481-9472-9e650503fffd" providerId="ADAL" clId="{5B4D77E9-E58C-4718-994E-DC8FAD2BBAD5}" dt="2021-12-21T21:25:53.687" v="813" actId="255"/>
          <ac:spMkLst>
            <pc:docMk/>
            <pc:sldMk cId="1141595224" sldId="273"/>
            <ac:spMk id="32" creationId="{8009D87D-59E2-4FDD-90AF-A1AAE8B49296}"/>
          </ac:spMkLst>
        </pc:spChg>
        <pc:spChg chg="add mod">
          <ac:chgData name="Rissa" userId="9ebf8891-a6d6-4481-9472-9e650503fffd" providerId="ADAL" clId="{5B4D77E9-E58C-4718-994E-DC8FAD2BBAD5}" dt="2021-12-21T21:25:53.687" v="813" actId="255"/>
          <ac:spMkLst>
            <pc:docMk/>
            <pc:sldMk cId="1141595224" sldId="273"/>
            <ac:spMk id="35" creationId="{7C18420B-77A6-4257-A9A1-5EBBAF8EC64B}"/>
          </ac:spMkLst>
        </pc:spChg>
        <pc:spChg chg="add mod">
          <ac:chgData name="Rissa" userId="9ebf8891-a6d6-4481-9472-9e650503fffd" providerId="ADAL" clId="{5B4D77E9-E58C-4718-994E-DC8FAD2BBAD5}" dt="2021-12-21T21:49:08.973" v="968" actId="114"/>
          <ac:spMkLst>
            <pc:docMk/>
            <pc:sldMk cId="1141595224" sldId="273"/>
            <ac:spMk id="42" creationId="{7F4EE9A5-DAAA-4929-BB9A-6D39D91BFCA7}"/>
          </ac:spMkLst>
        </pc:spChg>
        <pc:spChg chg="add mod">
          <ac:chgData name="Rissa" userId="9ebf8891-a6d6-4481-9472-9e650503fffd" providerId="ADAL" clId="{5B4D77E9-E58C-4718-994E-DC8FAD2BBAD5}" dt="2021-12-21T21:49:11.680" v="969" actId="114"/>
          <ac:spMkLst>
            <pc:docMk/>
            <pc:sldMk cId="1141595224" sldId="273"/>
            <ac:spMk id="43" creationId="{4C0F8893-3774-4178-8857-7CCB75D56C61}"/>
          </ac:spMkLst>
        </pc:spChg>
        <pc:cxnChg chg="add del mod">
          <ac:chgData name="Rissa" userId="9ebf8891-a6d6-4481-9472-9e650503fffd" providerId="ADAL" clId="{5B4D77E9-E58C-4718-994E-DC8FAD2BBAD5}" dt="2021-12-21T21:25:43.096" v="810" actId="478"/>
          <ac:cxnSpMkLst>
            <pc:docMk/>
            <pc:sldMk cId="1141595224" sldId="273"/>
            <ac:cxnSpMk id="9" creationId="{95EC3115-A89B-4C11-8157-1819EB5F4D59}"/>
          </ac:cxnSpMkLst>
        </pc:cxnChg>
        <pc:cxnChg chg="add del mod">
          <ac:chgData name="Rissa" userId="9ebf8891-a6d6-4481-9472-9e650503fffd" providerId="ADAL" clId="{5B4D77E9-E58C-4718-994E-DC8FAD2BBAD5}" dt="2021-12-21T21:25:43.096" v="810" actId="478"/>
          <ac:cxnSpMkLst>
            <pc:docMk/>
            <pc:sldMk cId="1141595224" sldId="273"/>
            <ac:cxnSpMk id="14" creationId="{70BE9127-576D-42E6-BC99-BDECE4279D23}"/>
          </ac:cxnSpMkLst>
        </pc:cxnChg>
        <pc:cxnChg chg="add del mod">
          <ac:chgData name="Rissa" userId="9ebf8891-a6d6-4481-9472-9e650503fffd" providerId="ADAL" clId="{5B4D77E9-E58C-4718-994E-DC8FAD2BBAD5}" dt="2021-12-21T21:25:43.096" v="810" actId="478"/>
          <ac:cxnSpMkLst>
            <pc:docMk/>
            <pc:sldMk cId="1141595224" sldId="273"/>
            <ac:cxnSpMk id="15" creationId="{171C5C7B-F716-4C00-861B-B025F1BA9CD5}"/>
          </ac:cxnSpMkLst>
        </pc:cxnChg>
        <pc:cxnChg chg="add del mod">
          <ac:chgData name="Rissa" userId="9ebf8891-a6d6-4481-9472-9e650503fffd" providerId="ADAL" clId="{5B4D77E9-E58C-4718-994E-DC8FAD2BBAD5}" dt="2021-12-21T21:25:43.096" v="810" actId="478"/>
          <ac:cxnSpMkLst>
            <pc:docMk/>
            <pc:sldMk cId="1141595224" sldId="273"/>
            <ac:cxnSpMk id="17" creationId="{A20409D4-DCF7-4A95-B27C-02A5457064C3}"/>
          </ac:cxnSpMkLst>
        </pc:cxnChg>
        <pc:cxnChg chg="add del mod">
          <ac:chgData name="Rissa" userId="9ebf8891-a6d6-4481-9472-9e650503fffd" providerId="ADAL" clId="{5B4D77E9-E58C-4718-994E-DC8FAD2BBAD5}" dt="2021-12-21T21:25:43.096" v="810" actId="478"/>
          <ac:cxnSpMkLst>
            <pc:docMk/>
            <pc:sldMk cId="1141595224" sldId="273"/>
            <ac:cxnSpMk id="18" creationId="{5728D712-FFC4-4052-8625-36F58FEEC22C}"/>
          </ac:cxnSpMkLst>
        </pc:cxnChg>
        <pc:cxnChg chg="add del mod">
          <ac:chgData name="Rissa" userId="9ebf8891-a6d6-4481-9472-9e650503fffd" providerId="ADAL" clId="{5B4D77E9-E58C-4718-994E-DC8FAD2BBAD5}" dt="2021-12-21T21:25:43.096" v="810" actId="478"/>
          <ac:cxnSpMkLst>
            <pc:docMk/>
            <pc:sldMk cId="1141595224" sldId="273"/>
            <ac:cxnSpMk id="19" creationId="{2DFAADEB-AAF0-4E07-A102-27ECC62C8165}"/>
          </ac:cxnSpMkLst>
        </pc:cxnChg>
        <pc:cxnChg chg="add del mod">
          <ac:chgData name="Rissa" userId="9ebf8891-a6d6-4481-9472-9e650503fffd" providerId="ADAL" clId="{5B4D77E9-E58C-4718-994E-DC8FAD2BBAD5}" dt="2021-12-21T21:25:43.096" v="810" actId="478"/>
          <ac:cxnSpMkLst>
            <pc:docMk/>
            <pc:sldMk cId="1141595224" sldId="273"/>
            <ac:cxnSpMk id="20" creationId="{96828268-093F-481C-8A7F-33EF85B36409}"/>
          </ac:cxnSpMkLst>
        </pc:cxnChg>
        <pc:cxnChg chg="add del mod">
          <ac:chgData name="Rissa" userId="9ebf8891-a6d6-4481-9472-9e650503fffd" providerId="ADAL" clId="{5B4D77E9-E58C-4718-994E-DC8FAD2BBAD5}" dt="2021-12-21T21:25:43.096" v="810" actId="478"/>
          <ac:cxnSpMkLst>
            <pc:docMk/>
            <pc:sldMk cId="1141595224" sldId="273"/>
            <ac:cxnSpMk id="21" creationId="{FBB3B47B-EDE4-4CE1-86BF-835648F43120}"/>
          </ac:cxnSpMkLst>
        </pc:cxnChg>
        <pc:cxnChg chg="add del mod">
          <ac:chgData name="Rissa" userId="9ebf8891-a6d6-4481-9472-9e650503fffd" providerId="ADAL" clId="{5B4D77E9-E58C-4718-994E-DC8FAD2BBAD5}" dt="2021-12-21T21:25:43.096" v="810" actId="478"/>
          <ac:cxnSpMkLst>
            <pc:docMk/>
            <pc:sldMk cId="1141595224" sldId="273"/>
            <ac:cxnSpMk id="22" creationId="{E6073E53-1EB3-4E70-A03F-94642D1C97AB}"/>
          </ac:cxnSpMkLst>
        </pc:cxnChg>
        <pc:cxnChg chg="add mod">
          <ac:chgData name="Rissa" userId="9ebf8891-a6d6-4481-9472-9e650503fffd" providerId="ADAL" clId="{5B4D77E9-E58C-4718-994E-DC8FAD2BBAD5}" dt="2021-12-21T21:25:47.037" v="812" actId="1076"/>
          <ac:cxnSpMkLst>
            <pc:docMk/>
            <pc:sldMk cId="1141595224" sldId="273"/>
            <ac:cxnSpMk id="28" creationId="{C34A4496-61CE-47E0-9CA3-D726A26B8BFF}"/>
          </ac:cxnSpMkLst>
        </pc:cxnChg>
        <pc:cxnChg chg="add mod">
          <ac:chgData name="Rissa" userId="9ebf8891-a6d6-4481-9472-9e650503fffd" providerId="ADAL" clId="{5B4D77E9-E58C-4718-994E-DC8FAD2BBAD5}" dt="2021-12-21T21:25:47.037" v="812" actId="1076"/>
          <ac:cxnSpMkLst>
            <pc:docMk/>
            <pc:sldMk cId="1141595224" sldId="273"/>
            <ac:cxnSpMk id="33" creationId="{9E277FB9-5DFB-4929-937A-BC51DF2E71BD}"/>
          </ac:cxnSpMkLst>
        </pc:cxnChg>
        <pc:cxnChg chg="add mod">
          <ac:chgData name="Rissa" userId="9ebf8891-a6d6-4481-9472-9e650503fffd" providerId="ADAL" clId="{5B4D77E9-E58C-4718-994E-DC8FAD2BBAD5}" dt="2021-12-21T21:25:47.037" v="812" actId="1076"/>
          <ac:cxnSpMkLst>
            <pc:docMk/>
            <pc:sldMk cId="1141595224" sldId="273"/>
            <ac:cxnSpMk id="34" creationId="{0B0A6A0B-A7ED-4BEC-AFDF-3532635031AD}"/>
          </ac:cxnSpMkLst>
        </pc:cxnChg>
        <pc:cxnChg chg="add mod">
          <ac:chgData name="Rissa" userId="9ebf8891-a6d6-4481-9472-9e650503fffd" providerId="ADAL" clId="{5B4D77E9-E58C-4718-994E-DC8FAD2BBAD5}" dt="2021-12-21T21:25:47.037" v="812" actId="1076"/>
          <ac:cxnSpMkLst>
            <pc:docMk/>
            <pc:sldMk cId="1141595224" sldId="273"/>
            <ac:cxnSpMk id="36" creationId="{70A882E0-C025-4BDC-8E52-7A02976AAD5F}"/>
          </ac:cxnSpMkLst>
        </pc:cxnChg>
        <pc:cxnChg chg="add mod">
          <ac:chgData name="Rissa" userId="9ebf8891-a6d6-4481-9472-9e650503fffd" providerId="ADAL" clId="{5B4D77E9-E58C-4718-994E-DC8FAD2BBAD5}" dt="2021-12-21T21:25:47.037" v="812" actId="1076"/>
          <ac:cxnSpMkLst>
            <pc:docMk/>
            <pc:sldMk cId="1141595224" sldId="273"/>
            <ac:cxnSpMk id="37" creationId="{7D8F67F8-8CD5-4028-9552-DFB813726440}"/>
          </ac:cxnSpMkLst>
        </pc:cxnChg>
        <pc:cxnChg chg="add mod">
          <ac:chgData name="Rissa" userId="9ebf8891-a6d6-4481-9472-9e650503fffd" providerId="ADAL" clId="{5B4D77E9-E58C-4718-994E-DC8FAD2BBAD5}" dt="2021-12-21T21:25:47.037" v="812" actId="1076"/>
          <ac:cxnSpMkLst>
            <pc:docMk/>
            <pc:sldMk cId="1141595224" sldId="273"/>
            <ac:cxnSpMk id="38" creationId="{526D969E-0F76-45EA-9157-2FDC2C7D4995}"/>
          </ac:cxnSpMkLst>
        </pc:cxnChg>
        <pc:cxnChg chg="add mod">
          <ac:chgData name="Rissa" userId="9ebf8891-a6d6-4481-9472-9e650503fffd" providerId="ADAL" clId="{5B4D77E9-E58C-4718-994E-DC8FAD2BBAD5}" dt="2021-12-21T21:25:47.037" v="812" actId="1076"/>
          <ac:cxnSpMkLst>
            <pc:docMk/>
            <pc:sldMk cId="1141595224" sldId="273"/>
            <ac:cxnSpMk id="39" creationId="{6A51B313-6439-4496-88E1-5E47C587F933}"/>
          </ac:cxnSpMkLst>
        </pc:cxnChg>
        <pc:cxnChg chg="add mod">
          <ac:chgData name="Rissa" userId="9ebf8891-a6d6-4481-9472-9e650503fffd" providerId="ADAL" clId="{5B4D77E9-E58C-4718-994E-DC8FAD2BBAD5}" dt="2021-12-21T21:25:47.037" v="812" actId="1076"/>
          <ac:cxnSpMkLst>
            <pc:docMk/>
            <pc:sldMk cId="1141595224" sldId="273"/>
            <ac:cxnSpMk id="40" creationId="{7944BE2E-947C-42D3-B39C-7A3E4C5EE72E}"/>
          </ac:cxnSpMkLst>
        </pc:cxnChg>
        <pc:cxnChg chg="add mod">
          <ac:chgData name="Rissa" userId="9ebf8891-a6d6-4481-9472-9e650503fffd" providerId="ADAL" clId="{5B4D77E9-E58C-4718-994E-DC8FAD2BBAD5}" dt="2021-12-21T21:25:47.037" v="812" actId="1076"/>
          <ac:cxnSpMkLst>
            <pc:docMk/>
            <pc:sldMk cId="1141595224" sldId="273"/>
            <ac:cxnSpMk id="41" creationId="{658BBB00-DF4C-400D-8059-76B62AB10C0D}"/>
          </ac:cxnSpMkLst>
        </pc:cxnChg>
      </pc:sldChg>
      <pc:sldChg chg="modSp new mod ord">
        <pc:chgData name="Rissa" userId="9ebf8891-a6d6-4481-9472-9e650503fffd" providerId="ADAL" clId="{5B4D77E9-E58C-4718-994E-DC8FAD2BBAD5}" dt="2021-12-21T21:29:51.832" v="909"/>
        <pc:sldMkLst>
          <pc:docMk/>
          <pc:sldMk cId="3062905398" sldId="274"/>
        </pc:sldMkLst>
        <pc:spChg chg="mod">
          <ac:chgData name="Rissa" userId="9ebf8891-a6d6-4481-9472-9e650503fffd" providerId="ADAL" clId="{5B4D77E9-E58C-4718-994E-DC8FAD2BBAD5}" dt="2021-12-21T21:29:51.832" v="909"/>
          <ac:spMkLst>
            <pc:docMk/>
            <pc:sldMk cId="3062905398" sldId="274"/>
            <ac:spMk id="2" creationId="{EF9867DA-EBD6-41D2-97B4-BE1196EAB8AB}"/>
          </ac:spMkLst>
        </pc:spChg>
        <pc:spChg chg="mod">
          <ac:chgData name="Rissa" userId="9ebf8891-a6d6-4481-9472-9e650503fffd" providerId="ADAL" clId="{5B4D77E9-E58C-4718-994E-DC8FAD2BBAD5}" dt="2021-12-21T21:29:51.832" v="909"/>
          <ac:spMkLst>
            <pc:docMk/>
            <pc:sldMk cId="3062905398" sldId="274"/>
            <ac:spMk id="3" creationId="{64E2128A-0EEB-4CAF-98FA-9227F66AC483}"/>
          </ac:spMkLst>
        </pc:spChg>
      </pc:sldChg>
      <pc:sldChg chg="modSp new mod">
        <pc:chgData name="Rissa" userId="9ebf8891-a6d6-4481-9472-9e650503fffd" providerId="ADAL" clId="{5B4D77E9-E58C-4718-994E-DC8FAD2BBAD5}" dt="2022-01-08T23:43:48.698" v="4631" actId="20577"/>
        <pc:sldMkLst>
          <pc:docMk/>
          <pc:sldMk cId="1630454874" sldId="275"/>
        </pc:sldMkLst>
        <pc:spChg chg="mod">
          <ac:chgData name="Rissa" userId="9ebf8891-a6d6-4481-9472-9e650503fffd" providerId="ADAL" clId="{5B4D77E9-E58C-4718-994E-DC8FAD2BBAD5}" dt="2021-12-21T21:47:41.513" v="956" actId="207"/>
          <ac:spMkLst>
            <pc:docMk/>
            <pc:sldMk cId="1630454874" sldId="275"/>
            <ac:spMk id="2" creationId="{44FCA0CC-B6E9-4B14-A007-0C48A37C9455}"/>
          </ac:spMkLst>
        </pc:spChg>
        <pc:spChg chg="mod">
          <ac:chgData name="Rissa" userId="9ebf8891-a6d6-4481-9472-9e650503fffd" providerId="ADAL" clId="{5B4D77E9-E58C-4718-994E-DC8FAD2BBAD5}" dt="2022-01-08T23:43:48.698" v="4631" actId="20577"/>
          <ac:spMkLst>
            <pc:docMk/>
            <pc:sldMk cId="1630454874" sldId="275"/>
            <ac:spMk id="3" creationId="{80E6EA46-0CDF-4585-9270-F8864FA99057}"/>
          </ac:spMkLst>
        </pc:spChg>
      </pc:sldChg>
      <pc:sldChg chg="modSp new mod">
        <pc:chgData name="Rissa" userId="9ebf8891-a6d6-4481-9472-9e650503fffd" providerId="ADAL" clId="{5B4D77E9-E58C-4718-994E-DC8FAD2BBAD5}" dt="2022-01-05T16:45:27.881" v="1530" actId="20577"/>
        <pc:sldMkLst>
          <pc:docMk/>
          <pc:sldMk cId="3670373392" sldId="276"/>
        </pc:sldMkLst>
        <pc:spChg chg="mod">
          <ac:chgData name="Rissa" userId="9ebf8891-a6d6-4481-9472-9e650503fffd" providerId="ADAL" clId="{5B4D77E9-E58C-4718-994E-DC8FAD2BBAD5}" dt="2021-12-21T21:47:49.538" v="957" actId="207"/>
          <ac:spMkLst>
            <pc:docMk/>
            <pc:sldMk cId="3670373392" sldId="276"/>
            <ac:spMk id="2" creationId="{E163A7A0-3A26-4BD3-BB3A-6375766890DB}"/>
          </ac:spMkLst>
        </pc:spChg>
        <pc:spChg chg="mod">
          <ac:chgData name="Rissa" userId="9ebf8891-a6d6-4481-9472-9e650503fffd" providerId="ADAL" clId="{5B4D77E9-E58C-4718-994E-DC8FAD2BBAD5}" dt="2022-01-05T16:45:27.881" v="1530" actId="20577"/>
          <ac:spMkLst>
            <pc:docMk/>
            <pc:sldMk cId="3670373392" sldId="276"/>
            <ac:spMk id="3" creationId="{5BFF466C-D76F-48F7-907B-6AFCC5D889E9}"/>
          </ac:spMkLst>
        </pc:spChg>
      </pc:sldChg>
      <pc:sldChg chg="modSp new mod">
        <pc:chgData name="Rissa" userId="9ebf8891-a6d6-4481-9472-9e650503fffd" providerId="ADAL" clId="{5B4D77E9-E58C-4718-994E-DC8FAD2BBAD5}" dt="2022-01-05T17:09:03.265" v="2293" actId="20577"/>
        <pc:sldMkLst>
          <pc:docMk/>
          <pc:sldMk cId="474533625" sldId="277"/>
        </pc:sldMkLst>
        <pc:spChg chg="mod">
          <ac:chgData name="Rissa" userId="9ebf8891-a6d6-4481-9472-9e650503fffd" providerId="ADAL" clId="{5B4D77E9-E58C-4718-994E-DC8FAD2BBAD5}" dt="2021-12-21T21:48:03.208" v="959" actId="207"/>
          <ac:spMkLst>
            <pc:docMk/>
            <pc:sldMk cId="474533625" sldId="277"/>
            <ac:spMk id="2" creationId="{3EF53DBE-A7C9-46DD-8980-D9BB479E8CF9}"/>
          </ac:spMkLst>
        </pc:spChg>
        <pc:spChg chg="mod">
          <ac:chgData name="Rissa" userId="9ebf8891-a6d6-4481-9472-9e650503fffd" providerId="ADAL" clId="{5B4D77E9-E58C-4718-994E-DC8FAD2BBAD5}" dt="2022-01-05T17:09:03.265" v="2293" actId="20577"/>
          <ac:spMkLst>
            <pc:docMk/>
            <pc:sldMk cId="474533625" sldId="277"/>
            <ac:spMk id="3" creationId="{06B4BC0F-EEB9-40E8-9FBB-558E4896A757}"/>
          </ac:spMkLst>
        </pc:spChg>
      </pc:sldChg>
      <pc:sldChg chg="modSp new del">
        <pc:chgData name="Rissa" userId="9ebf8891-a6d6-4481-9472-9e650503fffd" providerId="ADAL" clId="{5B4D77E9-E58C-4718-994E-DC8FAD2BBAD5}" dt="2021-12-21T21:27:47.622" v="840" actId="2696"/>
        <pc:sldMkLst>
          <pc:docMk/>
          <pc:sldMk cId="359001172" sldId="278"/>
        </pc:sldMkLst>
        <pc:spChg chg="mod">
          <ac:chgData name="Rissa" userId="9ebf8891-a6d6-4481-9472-9e650503fffd" providerId="ADAL" clId="{5B4D77E9-E58C-4718-994E-DC8FAD2BBAD5}" dt="2021-12-21T21:27:01.333" v="822"/>
          <ac:spMkLst>
            <pc:docMk/>
            <pc:sldMk cId="359001172" sldId="278"/>
            <ac:spMk id="2" creationId="{5AF384FD-6F60-4758-B698-E8814C564ECB}"/>
          </ac:spMkLst>
        </pc:spChg>
        <pc:spChg chg="mod">
          <ac:chgData name="Rissa" userId="9ebf8891-a6d6-4481-9472-9e650503fffd" providerId="ADAL" clId="{5B4D77E9-E58C-4718-994E-DC8FAD2BBAD5}" dt="2021-12-21T21:27:01.333" v="822"/>
          <ac:spMkLst>
            <pc:docMk/>
            <pc:sldMk cId="359001172" sldId="278"/>
            <ac:spMk id="3" creationId="{F8B013C8-73E8-4FE7-AC47-C673E06811DC}"/>
          </ac:spMkLst>
        </pc:spChg>
      </pc:sldChg>
      <pc:sldChg chg="new del">
        <pc:chgData name="Rissa" userId="9ebf8891-a6d6-4481-9472-9e650503fffd" providerId="ADAL" clId="{5B4D77E9-E58C-4718-994E-DC8FAD2BBAD5}" dt="2021-12-20T21:57:11.559" v="779" actId="47"/>
        <pc:sldMkLst>
          <pc:docMk/>
          <pc:sldMk cId="4134805873" sldId="278"/>
        </pc:sldMkLst>
      </pc:sldChg>
      <pc:sldChg chg="addSp modSp new mod">
        <pc:chgData name="Rissa" userId="9ebf8891-a6d6-4481-9472-9e650503fffd" providerId="ADAL" clId="{5B4D77E9-E58C-4718-994E-DC8FAD2BBAD5}" dt="2022-01-05T16:53:47.179" v="1658" actId="20577"/>
        <pc:sldMkLst>
          <pc:docMk/>
          <pc:sldMk cId="4248196818" sldId="278"/>
        </pc:sldMkLst>
        <pc:spChg chg="mod">
          <ac:chgData name="Rissa" userId="9ebf8891-a6d6-4481-9472-9e650503fffd" providerId="ADAL" clId="{5B4D77E9-E58C-4718-994E-DC8FAD2BBAD5}" dt="2022-01-05T15:10:24.572" v="1250" actId="20577"/>
          <ac:spMkLst>
            <pc:docMk/>
            <pc:sldMk cId="4248196818" sldId="278"/>
            <ac:spMk id="2" creationId="{B7B6709A-3E21-4315-A68E-F0C37A9EF590}"/>
          </ac:spMkLst>
        </pc:spChg>
        <pc:spChg chg="mod">
          <ac:chgData name="Rissa" userId="9ebf8891-a6d6-4481-9472-9e650503fffd" providerId="ADAL" clId="{5B4D77E9-E58C-4718-994E-DC8FAD2BBAD5}" dt="2022-01-05T16:53:47.179" v="1658" actId="20577"/>
          <ac:spMkLst>
            <pc:docMk/>
            <pc:sldMk cId="4248196818" sldId="278"/>
            <ac:spMk id="3" creationId="{BBDEBF64-B2D6-4B3B-934E-712F29FE3C56}"/>
          </ac:spMkLst>
        </pc:spChg>
        <pc:picChg chg="add mod">
          <ac:chgData name="Rissa" userId="9ebf8891-a6d6-4481-9472-9e650503fffd" providerId="ADAL" clId="{5B4D77E9-E58C-4718-994E-DC8FAD2BBAD5}" dt="2022-01-05T16:44:21.200" v="1415" actId="1076"/>
          <ac:picMkLst>
            <pc:docMk/>
            <pc:sldMk cId="4248196818" sldId="278"/>
            <ac:picMk id="4" creationId="{B02F529E-C0E1-4AB9-ACB3-98D39D65FDC6}"/>
          </ac:picMkLst>
        </pc:picChg>
        <pc:picChg chg="add mod">
          <ac:chgData name="Rissa" userId="9ebf8891-a6d6-4481-9472-9e650503fffd" providerId="ADAL" clId="{5B4D77E9-E58C-4718-994E-DC8FAD2BBAD5}" dt="2022-01-05T16:44:23.570" v="1416" actId="1076"/>
          <ac:picMkLst>
            <pc:docMk/>
            <pc:sldMk cId="4248196818" sldId="278"/>
            <ac:picMk id="5" creationId="{1BCA7BCF-E181-412C-A987-F02E8A6FB96E}"/>
          </ac:picMkLst>
        </pc:picChg>
      </pc:sldChg>
      <pc:sldChg chg="delSp modSp add del mod">
        <pc:chgData name="Rissa" userId="9ebf8891-a6d6-4481-9472-9e650503fffd" providerId="ADAL" clId="{5B4D77E9-E58C-4718-994E-DC8FAD2BBAD5}" dt="2021-12-21T21:27:43.980" v="839" actId="2696"/>
        <pc:sldMkLst>
          <pc:docMk/>
          <pc:sldMk cId="277010613" sldId="279"/>
        </pc:sldMkLst>
        <pc:spChg chg="mod">
          <ac:chgData name="Rissa" userId="9ebf8891-a6d6-4481-9472-9e650503fffd" providerId="ADAL" clId="{5B4D77E9-E58C-4718-994E-DC8FAD2BBAD5}" dt="2021-12-21T21:27:12.443" v="835" actId="20577"/>
          <ac:spMkLst>
            <pc:docMk/>
            <pc:sldMk cId="277010613" sldId="279"/>
            <ac:spMk id="2" creationId="{7DCA6DA6-8AC2-4F7D-8F3F-FBED36767674}"/>
          </ac:spMkLst>
        </pc:spChg>
        <pc:spChg chg="del">
          <ac:chgData name="Rissa" userId="9ebf8891-a6d6-4481-9472-9e650503fffd" providerId="ADAL" clId="{5B4D77E9-E58C-4718-994E-DC8FAD2BBAD5}" dt="2021-12-21T21:27:20.036" v="836" actId="478"/>
          <ac:spMkLst>
            <pc:docMk/>
            <pc:sldMk cId="277010613" sldId="279"/>
            <ac:spMk id="36" creationId="{9F60D12D-FA96-4432-820E-5B64962E69DF}"/>
          </ac:spMkLst>
        </pc:spChg>
      </pc:sldChg>
      <pc:sldChg chg="modSp new">
        <pc:chgData name="Rissa" userId="9ebf8891-a6d6-4481-9472-9e650503fffd" providerId="ADAL" clId="{5B4D77E9-E58C-4718-994E-DC8FAD2BBAD5}" dt="2022-01-05T16:46:53.100" v="1537" actId="207"/>
        <pc:sldMkLst>
          <pc:docMk/>
          <pc:sldMk cId="3224942141" sldId="279"/>
        </pc:sldMkLst>
        <pc:spChg chg="mod">
          <ac:chgData name="Rissa" userId="9ebf8891-a6d6-4481-9472-9e650503fffd" providerId="ADAL" clId="{5B4D77E9-E58C-4718-994E-DC8FAD2BBAD5}" dt="2022-01-05T16:46:53.100" v="1537" actId="207"/>
          <ac:spMkLst>
            <pc:docMk/>
            <pc:sldMk cId="3224942141" sldId="279"/>
            <ac:spMk id="2" creationId="{7C7BD879-5A59-4CBA-89CE-058E25B47227}"/>
          </ac:spMkLst>
        </pc:spChg>
        <pc:spChg chg="mod">
          <ac:chgData name="Rissa" userId="9ebf8891-a6d6-4481-9472-9e650503fffd" providerId="ADAL" clId="{5B4D77E9-E58C-4718-994E-DC8FAD2BBAD5}" dt="2022-01-05T16:46:47.568" v="1536"/>
          <ac:spMkLst>
            <pc:docMk/>
            <pc:sldMk cId="3224942141" sldId="279"/>
            <ac:spMk id="3" creationId="{11F96FB6-097D-40FB-86F0-40B0C2DC4189}"/>
          </ac:spMkLst>
        </pc:spChg>
      </pc:sldChg>
      <pc:sldChg chg="add del">
        <pc:chgData name="Rissa" userId="9ebf8891-a6d6-4481-9472-9e650503fffd" providerId="ADAL" clId="{5B4D77E9-E58C-4718-994E-DC8FAD2BBAD5}" dt="2021-12-21T21:27:36.846" v="838"/>
        <pc:sldMkLst>
          <pc:docMk/>
          <pc:sldMk cId="665876806" sldId="280"/>
        </pc:sldMkLst>
      </pc:sldChg>
      <pc:sldChg chg="modSp new mod">
        <pc:chgData name="Rissa" userId="9ebf8891-a6d6-4481-9472-9e650503fffd" providerId="ADAL" clId="{5B4D77E9-E58C-4718-994E-DC8FAD2BBAD5}" dt="2022-01-05T17:12:43.704" v="2571" actId="20577"/>
        <pc:sldMkLst>
          <pc:docMk/>
          <pc:sldMk cId="838487925" sldId="280"/>
        </pc:sldMkLst>
        <pc:spChg chg="mod">
          <ac:chgData name="Rissa" userId="9ebf8891-a6d6-4481-9472-9e650503fffd" providerId="ADAL" clId="{5B4D77E9-E58C-4718-994E-DC8FAD2BBAD5}" dt="2022-01-05T17:10:28.978" v="2307" actId="207"/>
          <ac:spMkLst>
            <pc:docMk/>
            <pc:sldMk cId="838487925" sldId="280"/>
            <ac:spMk id="2" creationId="{4B4A4552-DC05-445E-8CB6-45E9CF61E3A9}"/>
          </ac:spMkLst>
        </pc:spChg>
        <pc:spChg chg="mod">
          <ac:chgData name="Rissa" userId="9ebf8891-a6d6-4481-9472-9e650503fffd" providerId="ADAL" clId="{5B4D77E9-E58C-4718-994E-DC8FAD2BBAD5}" dt="2022-01-05T17:12:43.704" v="2571" actId="20577"/>
          <ac:spMkLst>
            <pc:docMk/>
            <pc:sldMk cId="838487925" sldId="280"/>
            <ac:spMk id="3" creationId="{01B0FF38-9D24-493F-BC82-7D192DF02780}"/>
          </ac:spMkLst>
        </pc:spChg>
      </pc:sldChg>
      <pc:sldChg chg="addSp delSp modSp new mod ord">
        <pc:chgData name="Rissa" userId="9ebf8891-a6d6-4481-9472-9e650503fffd" providerId="ADAL" clId="{5B4D77E9-E58C-4718-994E-DC8FAD2BBAD5}" dt="2022-01-05T17:30:23.736" v="2989" actId="1076"/>
        <pc:sldMkLst>
          <pc:docMk/>
          <pc:sldMk cId="4061758374" sldId="281"/>
        </pc:sldMkLst>
        <pc:spChg chg="del">
          <ac:chgData name="Rissa" userId="9ebf8891-a6d6-4481-9472-9e650503fffd" providerId="ADAL" clId="{5B4D77E9-E58C-4718-994E-DC8FAD2BBAD5}" dt="2022-01-05T17:15:18.078" v="2710" actId="478"/>
          <ac:spMkLst>
            <pc:docMk/>
            <pc:sldMk cId="4061758374" sldId="281"/>
            <ac:spMk id="3" creationId="{72DF85A7-8FEB-4ABD-AAC6-8B4C7849F2EE}"/>
          </ac:spMkLst>
        </pc:spChg>
        <pc:spChg chg="add mod">
          <ac:chgData name="Rissa" userId="9ebf8891-a6d6-4481-9472-9e650503fffd" providerId="ADAL" clId="{5B4D77E9-E58C-4718-994E-DC8FAD2BBAD5}" dt="2022-01-05T17:30:06.825" v="2986" actId="1076"/>
          <ac:spMkLst>
            <pc:docMk/>
            <pc:sldMk cId="4061758374" sldId="281"/>
            <ac:spMk id="4" creationId="{BB620EDC-FF0F-4391-AF4D-759FA069C5FF}"/>
          </ac:spMkLst>
        </pc:spChg>
        <pc:spChg chg="add mod">
          <ac:chgData name="Rissa" userId="9ebf8891-a6d6-4481-9472-9e650503fffd" providerId="ADAL" clId="{5B4D77E9-E58C-4718-994E-DC8FAD2BBAD5}" dt="2022-01-05T17:15:14.943" v="2709"/>
          <ac:spMkLst>
            <pc:docMk/>
            <pc:sldMk cId="4061758374" sldId="281"/>
            <ac:spMk id="5" creationId="{DBB2CB72-43DB-4C5B-A15C-09F5A713803D}"/>
          </ac:spMkLst>
        </pc:spChg>
        <pc:spChg chg="add mod">
          <ac:chgData name="Rissa" userId="9ebf8891-a6d6-4481-9472-9e650503fffd" providerId="ADAL" clId="{5B4D77E9-E58C-4718-994E-DC8FAD2BBAD5}" dt="2022-01-05T17:15:14.943" v="2709"/>
          <ac:spMkLst>
            <pc:docMk/>
            <pc:sldMk cId="4061758374" sldId="281"/>
            <ac:spMk id="6" creationId="{7431BA74-6E20-4095-8D0C-EBE2C180DB57}"/>
          </ac:spMkLst>
        </pc:spChg>
        <pc:spChg chg="add mod">
          <ac:chgData name="Rissa" userId="9ebf8891-a6d6-4481-9472-9e650503fffd" providerId="ADAL" clId="{5B4D77E9-E58C-4718-994E-DC8FAD2BBAD5}" dt="2022-01-05T17:15:14.943" v="2709"/>
          <ac:spMkLst>
            <pc:docMk/>
            <pc:sldMk cId="4061758374" sldId="281"/>
            <ac:spMk id="7" creationId="{320F99A2-AF1D-4C14-8AD1-2FA12A005B24}"/>
          </ac:spMkLst>
        </pc:spChg>
        <pc:spChg chg="add mod">
          <ac:chgData name="Rissa" userId="9ebf8891-a6d6-4481-9472-9e650503fffd" providerId="ADAL" clId="{5B4D77E9-E58C-4718-994E-DC8FAD2BBAD5}" dt="2022-01-05T17:29:52.611" v="2982" actId="1076"/>
          <ac:spMkLst>
            <pc:docMk/>
            <pc:sldMk cId="4061758374" sldId="281"/>
            <ac:spMk id="8" creationId="{06213A26-E5CE-4E67-9905-F0CBB3478695}"/>
          </ac:spMkLst>
        </pc:spChg>
        <pc:spChg chg="add mod">
          <ac:chgData name="Rissa" userId="9ebf8891-a6d6-4481-9472-9e650503fffd" providerId="ADAL" clId="{5B4D77E9-E58C-4718-994E-DC8FAD2BBAD5}" dt="2022-01-05T17:30:23.736" v="2989" actId="1076"/>
          <ac:spMkLst>
            <pc:docMk/>
            <pc:sldMk cId="4061758374" sldId="281"/>
            <ac:spMk id="9" creationId="{92DD775E-1DF3-484D-BDEA-675629AA82ED}"/>
          </ac:spMkLst>
        </pc:spChg>
        <pc:spChg chg="add mod">
          <ac:chgData name="Rissa" userId="9ebf8891-a6d6-4481-9472-9e650503fffd" providerId="ADAL" clId="{5B4D77E9-E58C-4718-994E-DC8FAD2BBAD5}" dt="2022-01-05T17:30:00.568" v="2984" actId="1076"/>
          <ac:spMkLst>
            <pc:docMk/>
            <pc:sldMk cId="4061758374" sldId="281"/>
            <ac:spMk id="10" creationId="{DBE9F738-FB19-45D1-A257-4B3746A7D183}"/>
          </ac:spMkLst>
        </pc:spChg>
        <pc:spChg chg="add mod">
          <ac:chgData name="Rissa" userId="9ebf8891-a6d6-4481-9472-9e650503fffd" providerId="ADAL" clId="{5B4D77E9-E58C-4718-994E-DC8FAD2BBAD5}" dt="2022-01-05T17:15:14.943" v="2709"/>
          <ac:spMkLst>
            <pc:docMk/>
            <pc:sldMk cId="4061758374" sldId="281"/>
            <ac:spMk id="11" creationId="{D1EB3EEF-44CC-4BB9-8CB4-0030FCB2C29F}"/>
          </ac:spMkLst>
        </pc:spChg>
        <pc:spChg chg="add mod">
          <ac:chgData name="Rissa" userId="9ebf8891-a6d6-4481-9472-9e650503fffd" providerId="ADAL" clId="{5B4D77E9-E58C-4718-994E-DC8FAD2BBAD5}" dt="2022-01-05T17:15:14.943" v="2709"/>
          <ac:spMkLst>
            <pc:docMk/>
            <pc:sldMk cId="4061758374" sldId="281"/>
            <ac:spMk id="12" creationId="{B4FBBE01-4BB7-4847-AFBE-B0F4970DB395}"/>
          </ac:spMkLst>
        </pc:spChg>
        <pc:spChg chg="add mod">
          <ac:chgData name="Rissa" userId="9ebf8891-a6d6-4481-9472-9e650503fffd" providerId="ADAL" clId="{5B4D77E9-E58C-4718-994E-DC8FAD2BBAD5}" dt="2022-01-05T17:15:14.943" v="2709"/>
          <ac:spMkLst>
            <pc:docMk/>
            <pc:sldMk cId="4061758374" sldId="281"/>
            <ac:spMk id="13" creationId="{25C12AD6-3FDD-4CC7-BE13-C55DCED57277}"/>
          </ac:spMkLst>
        </pc:spChg>
        <pc:spChg chg="add mod">
          <ac:chgData name="Rissa" userId="9ebf8891-a6d6-4481-9472-9e650503fffd" providerId="ADAL" clId="{5B4D77E9-E58C-4718-994E-DC8FAD2BBAD5}" dt="2022-01-05T17:15:14.943" v="2709"/>
          <ac:spMkLst>
            <pc:docMk/>
            <pc:sldMk cId="4061758374" sldId="281"/>
            <ac:spMk id="14" creationId="{4FDE9119-7FBF-4288-9AD8-ECE9C851C192}"/>
          </ac:spMkLst>
        </pc:spChg>
        <pc:spChg chg="add mod">
          <ac:chgData name="Rissa" userId="9ebf8891-a6d6-4481-9472-9e650503fffd" providerId="ADAL" clId="{5B4D77E9-E58C-4718-994E-DC8FAD2BBAD5}" dt="2022-01-05T17:30:11.757" v="2987" actId="1076"/>
          <ac:spMkLst>
            <pc:docMk/>
            <pc:sldMk cId="4061758374" sldId="281"/>
            <ac:spMk id="15" creationId="{8D24B1F9-B36B-4DB5-8E97-E696C9785A4D}"/>
          </ac:spMkLst>
        </pc:spChg>
        <pc:spChg chg="add mod">
          <ac:chgData name="Rissa" userId="9ebf8891-a6d6-4481-9472-9e650503fffd" providerId="ADAL" clId="{5B4D77E9-E58C-4718-994E-DC8FAD2BBAD5}" dt="2022-01-05T17:30:03.393" v="2985" actId="1076"/>
          <ac:spMkLst>
            <pc:docMk/>
            <pc:sldMk cId="4061758374" sldId="281"/>
            <ac:spMk id="17" creationId="{16AD57ED-695A-4108-9A7D-6EC1B04EDDA9}"/>
          </ac:spMkLst>
        </pc:spChg>
        <pc:spChg chg="add mod">
          <ac:chgData name="Rissa" userId="9ebf8891-a6d6-4481-9472-9e650503fffd" providerId="ADAL" clId="{5B4D77E9-E58C-4718-994E-DC8FAD2BBAD5}" dt="2022-01-05T17:15:14.943" v="2709"/>
          <ac:spMkLst>
            <pc:docMk/>
            <pc:sldMk cId="4061758374" sldId="281"/>
            <ac:spMk id="18" creationId="{DC215269-425E-44EB-8ED0-92A421C45B63}"/>
          </ac:spMkLst>
        </pc:spChg>
        <pc:spChg chg="add mod">
          <ac:chgData name="Rissa" userId="9ebf8891-a6d6-4481-9472-9e650503fffd" providerId="ADAL" clId="{5B4D77E9-E58C-4718-994E-DC8FAD2BBAD5}" dt="2022-01-05T17:29:48.935" v="2981" actId="1076"/>
          <ac:spMkLst>
            <pc:docMk/>
            <pc:sldMk cId="4061758374" sldId="281"/>
            <ac:spMk id="19" creationId="{0CC5C191-960D-4C6A-8ABE-A5A9DC40EABC}"/>
          </ac:spMkLst>
        </pc:spChg>
        <pc:spChg chg="add mod">
          <ac:chgData name="Rissa" userId="9ebf8891-a6d6-4481-9472-9e650503fffd" providerId="ADAL" clId="{5B4D77E9-E58C-4718-994E-DC8FAD2BBAD5}" dt="2022-01-05T17:15:27.964" v="2711" actId="1076"/>
          <ac:spMkLst>
            <pc:docMk/>
            <pc:sldMk cId="4061758374" sldId="281"/>
            <ac:spMk id="20" creationId="{D606BF45-EB7E-4090-ACB9-EF33CF21F33D}"/>
          </ac:spMkLst>
        </pc:spChg>
        <pc:spChg chg="add mod">
          <ac:chgData name="Rissa" userId="9ebf8891-a6d6-4481-9472-9e650503fffd" providerId="ADAL" clId="{5B4D77E9-E58C-4718-994E-DC8FAD2BBAD5}" dt="2022-01-05T17:29:56.472" v="2983" actId="1076"/>
          <ac:spMkLst>
            <pc:docMk/>
            <pc:sldMk cId="4061758374" sldId="281"/>
            <ac:spMk id="23" creationId="{6D3CEE89-CF83-4C3D-9B99-45BBD31FA4E3}"/>
          </ac:spMkLst>
        </pc:spChg>
        <pc:spChg chg="add mod">
          <ac:chgData name="Rissa" userId="9ebf8891-a6d6-4481-9472-9e650503fffd" providerId="ADAL" clId="{5B4D77E9-E58C-4718-994E-DC8FAD2BBAD5}" dt="2022-01-05T17:15:14.943" v="2709"/>
          <ac:spMkLst>
            <pc:docMk/>
            <pc:sldMk cId="4061758374" sldId="281"/>
            <ac:spMk id="30" creationId="{841982B8-AE6E-46FB-A662-BBA09FF394EB}"/>
          </ac:spMkLst>
        </pc:spChg>
        <pc:spChg chg="add mod">
          <ac:chgData name="Rissa" userId="9ebf8891-a6d6-4481-9472-9e650503fffd" providerId="ADAL" clId="{5B4D77E9-E58C-4718-994E-DC8FAD2BBAD5}" dt="2022-01-05T17:15:14.943" v="2709"/>
          <ac:spMkLst>
            <pc:docMk/>
            <pc:sldMk cId="4061758374" sldId="281"/>
            <ac:spMk id="31" creationId="{F11D82A9-8534-4DCB-8C72-F314039A1DAC}"/>
          </ac:spMkLst>
        </pc:spChg>
        <pc:cxnChg chg="add mod">
          <ac:chgData name="Rissa" userId="9ebf8891-a6d6-4481-9472-9e650503fffd" providerId="ADAL" clId="{5B4D77E9-E58C-4718-994E-DC8FAD2BBAD5}" dt="2022-01-05T17:30:17.662" v="2988" actId="14100"/>
          <ac:cxnSpMkLst>
            <pc:docMk/>
            <pc:sldMk cId="4061758374" sldId="281"/>
            <ac:cxnSpMk id="16" creationId="{CE858727-6391-456B-A9D5-16E3FC8A1E58}"/>
          </ac:cxnSpMkLst>
        </pc:cxnChg>
        <pc:cxnChg chg="add mod">
          <ac:chgData name="Rissa" userId="9ebf8891-a6d6-4481-9472-9e650503fffd" providerId="ADAL" clId="{5B4D77E9-E58C-4718-994E-DC8FAD2BBAD5}" dt="2022-01-05T17:15:27.964" v="2711" actId="1076"/>
          <ac:cxnSpMkLst>
            <pc:docMk/>
            <pc:sldMk cId="4061758374" sldId="281"/>
            <ac:cxnSpMk id="21" creationId="{CB798257-DA58-42FD-B2B3-FE952FC435D8}"/>
          </ac:cxnSpMkLst>
        </pc:cxnChg>
        <pc:cxnChg chg="add mod">
          <ac:chgData name="Rissa" userId="9ebf8891-a6d6-4481-9472-9e650503fffd" providerId="ADAL" clId="{5B4D77E9-E58C-4718-994E-DC8FAD2BBAD5}" dt="2022-01-05T17:29:48.935" v="2981" actId="1076"/>
          <ac:cxnSpMkLst>
            <pc:docMk/>
            <pc:sldMk cId="4061758374" sldId="281"/>
            <ac:cxnSpMk id="22" creationId="{3721A6E0-70E8-4FDB-848E-7008B2A42C60}"/>
          </ac:cxnSpMkLst>
        </pc:cxnChg>
        <pc:cxnChg chg="add mod">
          <ac:chgData name="Rissa" userId="9ebf8891-a6d6-4481-9472-9e650503fffd" providerId="ADAL" clId="{5B4D77E9-E58C-4718-994E-DC8FAD2BBAD5}" dt="2022-01-05T17:29:56.472" v="2983" actId="1076"/>
          <ac:cxnSpMkLst>
            <pc:docMk/>
            <pc:sldMk cId="4061758374" sldId="281"/>
            <ac:cxnSpMk id="24" creationId="{4AEF9519-90A8-48E1-955F-345393AAD525}"/>
          </ac:cxnSpMkLst>
        </pc:cxnChg>
        <pc:cxnChg chg="add mod">
          <ac:chgData name="Rissa" userId="9ebf8891-a6d6-4481-9472-9e650503fffd" providerId="ADAL" clId="{5B4D77E9-E58C-4718-994E-DC8FAD2BBAD5}" dt="2022-01-05T17:30:03.393" v="2985" actId="1076"/>
          <ac:cxnSpMkLst>
            <pc:docMk/>
            <pc:sldMk cId="4061758374" sldId="281"/>
            <ac:cxnSpMk id="25" creationId="{3F87F431-A6DF-4D23-B78B-833A4C7391D3}"/>
          </ac:cxnSpMkLst>
        </pc:cxnChg>
        <pc:cxnChg chg="add mod">
          <ac:chgData name="Rissa" userId="9ebf8891-a6d6-4481-9472-9e650503fffd" providerId="ADAL" clId="{5B4D77E9-E58C-4718-994E-DC8FAD2BBAD5}" dt="2022-01-05T17:30:11.757" v="2987" actId="1076"/>
          <ac:cxnSpMkLst>
            <pc:docMk/>
            <pc:sldMk cId="4061758374" sldId="281"/>
            <ac:cxnSpMk id="26" creationId="{A71859FF-8C00-4F9E-8BE3-2A122B53268D}"/>
          </ac:cxnSpMkLst>
        </pc:cxnChg>
        <pc:cxnChg chg="add mod">
          <ac:chgData name="Rissa" userId="9ebf8891-a6d6-4481-9472-9e650503fffd" providerId="ADAL" clId="{5B4D77E9-E58C-4718-994E-DC8FAD2BBAD5}" dt="2022-01-05T17:15:14.943" v="2709"/>
          <ac:cxnSpMkLst>
            <pc:docMk/>
            <pc:sldMk cId="4061758374" sldId="281"/>
            <ac:cxnSpMk id="27" creationId="{024DD89A-A694-4A16-A617-2A4E5396804C}"/>
          </ac:cxnSpMkLst>
        </pc:cxnChg>
        <pc:cxnChg chg="add mod">
          <ac:chgData name="Rissa" userId="9ebf8891-a6d6-4481-9472-9e650503fffd" providerId="ADAL" clId="{5B4D77E9-E58C-4718-994E-DC8FAD2BBAD5}" dt="2022-01-05T17:15:14.943" v="2709"/>
          <ac:cxnSpMkLst>
            <pc:docMk/>
            <pc:sldMk cId="4061758374" sldId="281"/>
            <ac:cxnSpMk id="28" creationId="{BC01F089-BAB7-4EC9-9AB2-CDDE4AD4D666}"/>
          </ac:cxnSpMkLst>
        </pc:cxnChg>
        <pc:cxnChg chg="add mod">
          <ac:chgData name="Rissa" userId="9ebf8891-a6d6-4481-9472-9e650503fffd" providerId="ADAL" clId="{5B4D77E9-E58C-4718-994E-DC8FAD2BBAD5}" dt="2022-01-05T17:15:14.943" v="2709"/>
          <ac:cxnSpMkLst>
            <pc:docMk/>
            <pc:sldMk cId="4061758374" sldId="281"/>
            <ac:cxnSpMk id="29" creationId="{6717A86D-31C6-4BD5-897A-74EC7D843447}"/>
          </ac:cxnSpMkLst>
        </pc:cxnChg>
      </pc:sldChg>
      <pc:sldChg chg="modSp new mod">
        <pc:chgData name="Rissa" userId="9ebf8891-a6d6-4481-9472-9e650503fffd" providerId="ADAL" clId="{5B4D77E9-E58C-4718-994E-DC8FAD2BBAD5}" dt="2022-01-08T23:31:27.460" v="3330" actId="20577"/>
        <pc:sldMkLst>
          <pc:docMk/>
          <pc:sldMk cId="4151067094" sldId="282"/>
        </pc:sldMkLst>
        <pc:spChg chg="mod">
          <ac:chgData name="Rissa" userId="9ebf8891-a6d6-4481-9472-9e650503fffd" providerId="ADAL" clId="{5B4D77E9-E58C-4718-994E-DC8FAD2BBAD5}" dt="2022-01-08T23:31:24.238" v="3323" actId="20577"/>
          <ac:spMkLst>
            <pc:docMk/>
            <pc:sldMk cId="4151067094" sldId="282"/>
            <ac:spMk id="2" creationId="{75DDC269-E15F-42ED-8AE2-812BE38FAFF6}"/>
          </ac:spMkLst>
        </pc:spChg>
        <pc:spChg chg="mod">
          <ac:chgData name="Rissa" userId="9ebf8891-a6d6-4481-9472-9e650503fffd" providerId="ADAL" clId="{5B4D77E9-E58C-4718-994E-DC8FAD2BBAD5}" dt="2022-01-08T23:31:27.460" v="3330" actId="20577"/>
          <ac:spMkLst>
            <pc:docMk/>
            <pc:sldMk cId="4151067094" sldId="282"/>
            <ac:spMk id="3" creationId="{003A71D3-E947-44EA-B485-DC5A42B8AF65}"/>
          </ac:spMkLst>
        </pc:spChg>
      </pc:sldChg>
      <pc:sldChg chg="modSp new mod">
        <pc:chgData name="Rissa" userId="9ebf8891-a6d6-4481-9472-9e650503fffd" providerId="ADAL" clId="{5B4D77E9-E58C-4718-994E-DC8FAD2BBAD5}" dt="2022-01-08T23:40:15.181" v="4541" actId="20577"/>
        <pc:sldMkLst>
          <pc:docMk/>
          <pc:sldMk cId="2100415674" sldId="283"/>
        </pc:sldMkLst>
        <pc:spChg chg="mod">
          <ac:chgData name="Rissa" userId="9ebf8891-a6d6-4481-9472-9e650503fffd" providerId="ADAL" clId="{5B4D77E9-E58C-4718-994E-DC8FAD2BBAD5}" dt="2022-01-08T23:32:25.356" v="3344" actId="20577"/>
          <ac:spMkLst>
            <pc:docMk/>
            <pc:sldMk cId="2100415674" sldId="283"/>
            <ac:spMk id="2" creationId="{F060B3DD-933C-48FC-8CDD-B0EE97A8C344}"/>
          </ac:spMkLst>
        </pc:spChg>
        <pc:spChg chg="mod">
          <ac:chgData name="Rissa" userId="9ebf8891-a6d6-4481-9472-9e650503fffd" providerId="ADAL" clId="{5B4D77E9-E58C-4718-994E-DC8FAD2BBAD5}" dt="2022-01-08T23:40:15.181" v="4541" actId="20577"/>
          <ac:spMkLst>
            <pc:docMk/>
            <pc:sldMk cId="2100415674" sldId="283"/>
            <ac:spMk id="3" creationId="{1F9C5C61-FB46-4A0D-816B-3D3FA6F8D524}"/>
          </ac:spMkLst>
        </pc:spChg>
      </pc:sldChg>
      <pc:sldChg chg="addSp delSp modSp new mod">
        <pc:chgData name="Rissa" userId="9ebf8891-a6d6-4481-9472-9e650503fffd" providerId="ADAL" clId="{5B4D77E9-E58C-4718-994E-DC8FAD2BBAD5}" dt="2022-01-08T23:42:03.143" v="4552" actId="1076"/>
        <pc:sldMkLst>
          <pc:docMk/>
          <pc:sldMk cId="3427308020" sldId="284"/>
        </pc:sldMkLst>
        <pc:spChg chg="del">
          <ac:chgData name="Rissa" userId="9ebf8891-a6d6-4481-9472-9e650503fffd" providerId="ADAL" clId="{5B4D77E9-E58C-4718-994E-DC8FAD2BBAD5}" dt="2022-01-08T23:41:28.696" v="4543" actId="478"/>
          <ac:spMkLst>
            <pc:docMk/>
            <pc:sldMk cId="3427308020" sldId="284"/>
            <ac:spMk id="3" creationId="{389CFA2A-9E7B-43E0-8D35-2FB062AF15AC}"/>
          </ac:spMkLst>
        </pc:spChg>
        <pc:spChg chg="add mod">
          <ac:chgData name="Rissa" userId="9ebf8891-a6d6-4481-9472-9e650503fffd" providerId="ADAL" clId="{5B4D77E9-E58C-4718-994E-DC8FAD2BBAD5}" dt="2022-01-08T23:42:03.143" v="4552" actId="1076"/>
          <ac:spMkLst>
            <pc:docMk/>
            <pc:sldMk cId="3427308020" sldId="284"/>
            <ac:spMk id="4" creationId="{DD77A801-60BD-4954-8A10-B9F72B95EC89}"/>
          </ac:spMkLst>
        </pc:spChg>
        <pc:spChg chg="add mod">
          <ac:chgData name="Rissa" userId="9ebf8891-a6d6-4481-9472-9e650503fffd" providerId="ADAL" clId="{5B4D77E9-E58C-4718-994E-DC8FAD2BBAD5}" dt="2022-01-08T23:41:44.539" v="4548" actId="1076"/>
          <ac:spMkLst>
            <pc:docMk/>
            <pc:sldMk cId="3427308020" sldId="284"/>
            <ac:spMk id="5" creationId="{6D39B14F-9296-46EE-A9B1-DC1729EEFF73}"/>
          </ac:spMkLst>
        </pc:spChg>
        <pc:spChg chg="add mod">
          <ac:chgData name="Rissa" userId="9ebf8891-a6d6-4481-9472-9e650503fffd" providerId="ADAL" clId="{5B4D77E9-E58C-4718-994E-DC8FAD2BBAD5}" dt="2022-01-08T23:41:48.034" v="4549" actId="1076"/>
          <ac:spMkLst>
            <pc:docMk/>
            <pc:sldMk cId="3427308020" sldId="284"/>
            <ac:spMk id="6" creationId="{E4560F98-B96C-48B2-96D2-B509104189FD}"/>
          </ac:spMkLst>
        </pc:spChg>
        <pc:spChg chg="add mod">
          <ac:chgData name="Rissa" userId="9ebf8891-a6d6-4481-9472-9e650503fffd" providerId="ADAL" clId="{5B4D77E9-E58C-4718-994E-DC8FAD2BBAD5}" dt="2022-01-08T23:42:00.155" v="4551" actId="1076"/>
          <ac:spMkLst>
            <pc:docMk/>
            <pc:sldMk cId="3427308020" sldId="284"/>
            <ac:spMk id="7" creationId="{11C97131-B92E-4AAD-9F6F-8EB89639BE08}"/>
          </ac:spMkLst>
        </pc:spChg>
      </pc:sldChg>
    </pc:docChg>
  </pc:docChgLst>
  <pc:docChgLst>
    <pc:chgData name="Rarick, Rissa" userId="9ebf8891-a6d6-4481-9472-9e650503fffd" providerId="ADAL" clId="{5B4D77E9-E58C-4718-994E-DC8FAD2BBAD5}"/>
    <pc:docChg chg="modSld">
      <pc:chgData name="Rarick, Rissa" userId="9ebf8891-a6d6-4481-9472-9e650503fffd" providerId="ADAL" clId="{5B4D77E9-E58C-4718-994E-DC8FAD2BBAD5}" dt="2021-12-28T14:55:07.164" v="0"/>
      <pc:docMkLst>
        <pc:docMk/>
      </pc:docMkLst>
      <pc:sldChg chg="modSp">
        <pc:chgData name="Rarick, Rissa" userId="9ebf8891-a6d6-4481-9472-9e650503fffd" providerId="ADAL" clId="{5B4D77E9-E58C-4718-994E-DC8FAD2BBAD5}" dt="2021-12-28T14:55:07.164" v="0"/>
        <pc:sldMkLst>
          <pc:docMk/>
          <pc:sldMk cId="3842037529" sldId="259"/>
        </pc:sldMkLst>
        <pc:spChg chg="mod">
          <ac:chgData name="Rarick, Rissa" userId="9ebf8891-a6d6-4481-9472-9e650503fffd" providerId="ADAL" clId="{5B4D77E9-E58C-4718-994E-DC8FAD2BBAD5}" dt="2021-12-28T14:55:07.164" v="0"/>
          <ac:spMkLst>
            <pc:docMk/>
            <pc:sldMk cId="3842037529" sldId="259"/>
            <ac:spMk id="3" creationId="{28DF7A28-7E2E-4701-8961-776A90DBA01B}"/>
          </ac:spMkLst>
        </pc:spChg>
      </pc:sldChg>
    </pc:docChg>
  </pc:docChgLst>
  <pc:docChgLst>
    <pc:chgData name="Rissa" userId="9ebf8891-a6d6-4481-9472-9e650503fffd" providerId="ADAL" clId="{A18345C4-0747-4C06-85BE-D3134E605A85}"/>
    <pc:docChg chg="modSld">
      <pc:chgData name="Rissa" userId="9ebf8891-a6d6-4481-9472-9e650503fffd" providerId="ADAL" clId="{A18345C4-0747-4C06-85BE-D3134E605A85}" dt="2022-02-17T19:45:12.347" v="10" actId="1076"/>
      <pc:docMkLst>
        <pc:docMk/>
      </pc:docMkLst>
      <pc:sldChg chg="addSp modSp mod">
        <pc:chgData name="Rissa" userId="9ebf8891-a6d6-4481-9472-9e650503fffd" providerId="ADAL" clId="{A18345C4-0747-4C06-85BE-D3134E605A85}" dt="2022-02-17T19:45:12.347" v="10" actId="1076"/>
        <pc:sldMkLst>
          <pc:docMk/>
          <pc:sldMk cId="4061758374" sldId="281"/>
        </pc:sldMkLst>
        <pc:spChg chg="add mod">
          <ac:chgData name="Rissa" userId="9ebf8891-a6d6-4481-9472-9e650503fffd" providerId="ADAL" clId="{A18345C4-0747-4C06-85BE-D3134E605A85}" dt="2022-02-17T19:45:12.347" v="10" actId="1076"/>
          <ac:spMkLst>
            <pc:docMk/>
            <pc:sldMk cId="4061758374" sldId="281"/>
            <ac:spMk id="2" creationId="{049DA274-030B-49FC-85FC-486483B07657}"/>
          </ac:spMkLst>
        </pc:spChg>
      </pc:sldChg>
    </pc:docChg>
  </pc:docChgLst>
  <pc:docChgLst>
    <pc:chgData name="Rarick, Rissa" userId="9ebf8891-a6d6-4481-9472-9e650503fffd" providerId="ADAL" clId="{A18345C4-0747-4C06-85BE-D3134E605A85}"/>
    <pc:docChg chg="undo custSel addSld delSld modSld sldOrd">
      <pc:chgData name="Rarick, Rissa" userId="9ebf8891-a6d6-4481-9472-9e650503fffd" providerId="ADAL" clId="{A18345C4-0747-4C06-85BE-D3134E605A85}" dt="2022-02-02T16:47:53.998" v="1236" actId="208"/>
      <pc:docMkLst>
        <pc:docMk/>
      </pc:docMkLst>
      <pc:sldChg chg="modSp mod ord">
        <pc:chgData name="Rarick, Rissa" userId="9ebf8891-a6d6-4481-9472-9e650503fffd" providerId="ADAL" clId="{A18345C4-0747-4C06-85BE-D3134E605A85}" dt="2022-02-02T16:25:21.201" v="714" actId="20577"/>
        <pc:sldMkLst>
          <pc:docMk/>
          <pc:sldMk cId="2306791988" sldId="260"/>
        </pc:sldMkLst>
        <pc:spChg chg="mod">
          <ac:chgData name="Rarick, Rissa" userId="9ebf8891-a6d6-4481-9472-9e650503fffd" providerId="ADAL" clId="{A18345C4-0747-4C06-85BE-D3134E605A85}" dt="2022-02-02T16:24:48.394" v="602" actId="20577"/>
          <ac:spMkLst>
            <pc:docMk/>
            <pc:sldMk cId="2306791988" sldId="260"/>
            <ac:spMk id="2" creationId="{07A77495-D201-44E5-92CB-AFEC1383DBD2}"/>
          </ac:spMkLst>
        </pc:spChg>
        <pc:spChg chg="mod">
          <ac:chgData name="Rarick, Rissa" userId="9ebf8891-a6d6-4481-9472-9e650503fffd" providerId="ADAL" clId="{A18345C4-0747-4C06-85BE-D3134E605A85}" dt="2022-02-02T16:25:21.201" v="714" actId="20577"/>
          <ac:spMkLst>
            <pc:docMk/>
            <pc:sldMk cId="2306791988" sldId="260"/>
            <ac:spMk id="3" creationId="{D2216041-7574-45FD-AA5D-C72747152971}"/>
          </ac:spMkLst>
        </pc:spChg>
      </pc:sldChg>
      <pc:sldChg chg="del ord">
        <pc:chgData name="Rarick, Rissa" userId="9ebf8891-a6d6-4481-9472-9e650503fffd" providerId="ADAL" clId="{A18345C4-0747-4C06-85BE-D3134E605A85}" dt="2022-02-01T21:25:13.274" v="32" actId="47"/>
        <pc:sldMkLst>
          <pc:docMk/>
          <pc:sldMk cId="3292015045" sldId="265"/>
        </pc:sldMkLst>
      </pc:sldChg>
      <pc:sldChg chg="del">
        <pc:chgData name="Rarick, Rissa" userId="9ebf8891-a6d6-4481-9472-9e650503fffd" providerId="ADAL" clId="{A18345C4-0747-4C06-85BE-D3134E605A85}" dt="2022-02-01T21:25:13.274" v="32" actId="47"/>
        <pc:sldMkLst>
          <pc:docMk/>
          <pc:sldMk cId="1383789327" sldId="267"/>
        </pc:sldMkLst>
      </pc:sldChg>
      <pc:sldChg chg="del">
        <pc:chgData name="Rarick, Rissa" userId="9ebf8891-a6d6-4481-9472-9e650503fffd" providerId="ADAL" clId="{A18345C4-0747-4C06-85BE-D3134E605A85}" dt="2022-02-01T21:25:13.274" v="32" actId="47"/>
        <pc:sldMkLst>
          <pc:docMk/>
          <pc:sldMk cId="2716883962" sldId="268"/>
        </pc:sldMkLst>
      </pc:sldChg>
      <pc:sldChg chg="modSp mod ord">
        <pc:chgData name="Rarick, Rissa" userId="9ebf8891-a6d6-4481-9472-9e650503fffd" providerId="ADAL" clId="{A18345C4-0747-4C06-85BE-D3134E605A85}" dt="2022-02-02T15:19:16.423" v="312" actId="20577"/>
        <pc:sldMkLst>
          <pc:docMk/>
          <pc:sldMk cId="2430923339" sldId="269"/>
        </pc:sldMkLst>
        <pc:spChg chg="mod">
          <ac:chgData name="Rarick, Rissa" userId="9ebf8891-a6d6-4481-9472-9e650503fffd" providerId="ADAL" clId="{A18345C4-0747-4C06-85BE-D3134E605A85}" dt="2022-02-02T15:19:16.423" v="312" actId="20577"/>
          <ac:spMkLst>
            <pc:docMk/>
            <pc:sldMk cId="2430923339" sldId="269"/>
            <ac:spMk id="2" creationId="{8DC72414-920B-4917-8650-D6A199A35145}"/>
          </ac:spMkLst>
        </pc:spChg>
      </pc:sldChg>
      <pc:sldChg chg="del">
        <pc:chgData name="Rarick, Rissa" userId="9ebf8891-a6d6-4481-9472-9e650503fffd" providerId="ADAL" clId="{A18345C4-0747-4C06-85BE-D3134E605A85}" dt="2022-02-01T21:25:13.274" v="32" actId="47"/>
        <pc:sldMkLst>
          <pc:docMk/>
          <pc:sldMk cId="1252127857" sldId="270"/>
        </pc:sldMkLst>
      </pc:sldChg>
      <pc:sldChg chg="del">
        <pc:chgData name="Rarick, Rissa" userId="9ebf8891-a6d6-4481-9472-9e650503fffd" providerId="ADAL" clId="{A18345C4-0747-4C06-85BE-D3134E605A85}" dt="2022-02-01T21:25:13.274" v="32" actId="47"/>
        <pc:sldMkLst>
          <pc:docMk/>
          <pc:sldMk cId="1836595702" sldId="271"/>
        </pc:sldMkLst>
      </pc:sldChg>
      <pc:sldChg chg="modSp mod">
        <pc:chgData name="Rarick, Rissa" userId="9ebf8891-a6d6-4481-9472-9e650503fffd" providerId="ADAL" clId="{A18345C4-0747-4C06-85BE-D3134E605A85}" dt="2022-02-01T21:10:08.287" v="23" actId="20577"/>
        <pc:sldMkLst>
          <pc:docMk/>
          <pc:sldMk cId="4248196818" sldId="278"/>
        </pc:sldMkLst>
        <pc:spChg chg="mod">
          <ac:chgData name="Rarick, Rissa" userId="9ebf8891-a6d6-4481-9472-9e650503fffd" providerId="ADAL" clId="{A18345C4-0747-4C06-85BE-D3134E605A85}" dt="2022-02-01T21:10:08.287" v="23" actId="20577"/>
          <ac:spMkLst>
            <pc:docMk/>
            <pc:sldMk cId="4248196818" sldId="278"/>
            <ac:spMk id="3" creationId="{BBDEBF64-B2D6-4B3B-934E-712F29FE3C56}"/>
          </ac:spMkLst>
        </pc:spChg>
      </pc:sldChg>
      <pc:sldChg chg="addSp delSp modSp mod">
        <pc:chgData name="Rarick, Rissa" userId="9ebf8891-a6d6-4481-9472-9e650503fffd" providerId="ADAL" clId="{A18345C4-0747-4C06-85BE-D3134E605A85}" dt="2022-02-02T16:47:53.998" v="1236" actId="208"/>
        <pc:sldMkLst>
          <pc:docMk/>
          <pc:sldMk cId="4061758374" sldId="281"/>
        </pc:sldMkLst>
        <pc:spChg chg="del">
          <ac:chgData name="Rarick, Rissa" userId="9ebf8891-a6d6-4481-9472-9e650503fffd" providerId="ADAL" clId="{A18345C4-0747-4C06-85BE-D3134E605A85}" dt="2022-02-01T21:40:18.353" v="35" actId="478"/>
          <ac:spMkLst>
            <pc:docMk/>
            <pc:sldMk cId="4061758374" sldId="281"/>
            <ac:spMk id="2" creationId="{45819C13-B959-41CB-AAB6-67FB209A6A91}"/>
          </ac:spMkLst>
        </pc:spChg>
        <pc:spChg chg="mod">
          <ac:chgData name="Rarick, Rissa" userId="9ebf8891-a6d6-4481-9472-9e650503fffd" providerId="ADAL" clId="{A18345C4-0747-4C06-85BE-D3134E605A85}" dt="2022-02-02T11:17:20.396" v="36" actId="1076"/>
          <ac:spMkLst>
            <pc:docMk/>
            <pc:sldMk cId="4061758374" sldId="281"/>
            <ac:spMk id="4" creationId="{BB620EDC-FF0F-4391-AF4D-759FA069C5FF}"/>
          </ac:spMkLst>
        </pc:spChg>
        <pc:spChg chg="mod">
          <ac:chgData name="Rarick, Rissa" userId="9ebf8891-a6d6-4481-9472-9e650503fffd" providerId="ADAL" clId="{A18345C4-0747-4C06-85BE-D3134E605A85}" dt="2022-02-02T15:12:19.519" v="61" actId="1076"/>
          <ac:spMkLst>
            <pc:docMk/>
            <pc:sldMk cId="4061758374" sldId="281"/>
            <ac:spMk id="5" creationId="{DBB2CB72-43DB-4C5B-A15C-09F5A713803D}"/>
          </ac:spMkLst>
        </pc:spChg>
        <pc:spChg chg="mod">
          <ac:chgData name="Rarick, Rissa" userId="9ebf8891-a6d6-4481-9472-9e650503fffd" providerId="ADAL" clId="{A18345C4-0747-4C06-85BE-D3134E605A85}" dt="2022-02-02T15:13:05.811" v="171" actId="1076"/>
          <ac:spMkLst>
            <pc:docMk/>
            <pc:sldMk cId="4061758374" sldId="281"/>
            <ac:spMk id="6" creationId="{7431BA74-6E20-4095-8D0C-EBE2C180DB57}"/>
          </ac:spMkLst>
        </pc:spChg>
        <pc:spChg chg="mod">
          <ac:chgData name="Rarick, Rissa" userId="9ebf8891-a6d6-4481-9472-9e650503fffd" providerId="ADAL" clId="{A18345C4-0747-4C06-85BE-D3134E605A85}" dt="2022-02-02T11:17:20.396" v="36" actId="1076"/>
          <ac:spMkLst>
            <pc:docMk/>
            <pc:sldMk cId="4061758374" sldId="281"/>
            <ac:spMk id="7" creationId="{320F99A2-AF1D-4C14-8AD1-2FA12A005B24}"/>
          </ac:spMkLst>
        </pc:spChg>
        <pc:spChg chg="mod">
          <ac:chgData name="Rarick, Rissa" userId="9ebf8891-a6d6-4481-9472-9e650503fffd" providerId="ADAL" clId="{A18345C4-0747-4C06-85BE-D3134E605A85}" dt="2022-02-02T11:17:20.396" v="36" actId="1076"/>
          <ac:spMkLst>
            <pc:docMk/>
            <pc:sldMk cId="4061758374" sldId="281"/>
            <ac:spMk id="8" creationId="{06213A26-E5CE-4E67-9905-F0CBB3478695}"/>
          </ac:spMkLst>
        </pc:spChg>
        <pc:spChg chg="mod">
          <ac:chgData name="Rarick, Rissa" userId="9ebf8891-a6d6-4481-9472-9e650503fffd" providerId="ADAL" clId="{A18345C4-0747-4C06-85BE-D3134E605A85}" dt="2022-02-02T11:17:20.396" v="36" actId="1076"/>
          <ac:spMkLst>
            <pc:docMk/>
            <pc:sldMk cId="4061758374" sldId="281"/>
            <ac:spMk id="9" creationId="{92DD775E-1DF3-484D-BDEA-675629AA82ED}"/>
          </ac:spMkLst>
        </pc:spChg>
        <pc:spChg chg="mod">
          <ac:chgData name="Rarick, Rissa" userId="9ebf8891-a6d6-4481-9472-9e650503fffd" providerId="ADAL" clId="{A18345C4-0747-4C06-85BE-D3134E605A85}" dt="2022-02-02T11:17:20.396" v="36" actId="1076"/>
          <ac:spMkLst>
            <pc:docMk/>
            <pc:sldMk cId="4061758374" sldId="281"/>
            <ac:spMk id="10" creationId="{DBE9F738-FB19-45D1-A257-4B3746A7D183}"/>
          </ac:spMkLst>
        </pc:spChg>
        <pc:spChg chg="mod">
          <ac:chgData name="Rarick, Rissa" userId="9ebf8891-a6d6-4481-9472-9e650503fffd" providerId="ADAL" clId="{A18345C4-0747-4C06-85BE-D3134E605A85}" dt="2022-02-02T11:17:50.233" v="42" actId="1076"/>
          <ac:spMkLst>
            <pc:docMk/>
            <pc:sldMk cId="4061758374" sldId="281"/>
            <ac:spMk id="11" creationId="{D1EB3EEF-44CC-4BB9-8CB4-0030FCB2C29F}"/>
          </ac:spMkLst>
        </pc:spChg>
        <pc:spChg chg="mod">
          <ac:chgData name="Rarick, Rissa" userId="9ebf8891-a6d6-4481-9472-9e650503fffd" providerId="ADAL" clId="{A18345C4-0747-4C06-85BE-D3134E605A85}" dt="2022-02-02T15:12:55.525" v="168" actId="20577"/>
          <ac:spMkLst>
            <pc:docMk/>
            <pc:sldMk cId="4061758374" sldId="281"/>
            <ac:spMk id="12" creationId="{B4FBBE01-4BB7-4847-AFBE-B0F4970DB395}"/>
          </ac:spMkLst>
        </pc:spChg>
        <pc:spChg chg="mod">
          <ac:chgData name="Rarick, Rissa" userId="9ebf8891-a6d6-4481-9472-9e650503fffd" providerId="ADAL" clId="{A18345C4-0747-4C06-85BE-D3134E605A85}" dt="2022-02-02T16:47:33.708" v="1229" actId="1076"/>
          <ac:spMkLst>
            <pc:docMk/>
            <pc:sldMk cId="4061758374" sldId="281"/>
            <ac:spMk id="13" creationId="{25C12AD6-3FDD-4CC7-BE13-C55DCED57277}"/>
          </ac:spMkLst>
        </pc:spChg>
        <pc:spChg chg="mod">
          <ac:chgData name="Rarick, Rissa" userId="9ebf8891-a6d6-4481-9472-9e650503fffd" providerId="ADAL" clId="{A18345C4-0747-4C06-85BE-D3134E605A85}" dt="2022-02-02T16:47:45.518" v="1233" actId="1076"/>
          <ac:spMkLst>
            <pc:docMk/>
            <pc:sldMk cId="4061758374" sldId="281"/>
            <ac:spMk id="14" creationId="{4FDE9119-7FBF-4288-9AD8-ECE9C851C192}"/>
          </ac:spMkLst>
        </pc:spChg>
        <pc:spChg chg="mod">
          <ac:chgData name="Rarick, Rissa" userId="9ebf8891-a6d6-4481-9472-9e650503fffd" providerId="ADAL" clId="{A18345C4-0747-4C06-85BE-D3134E605A85}" dt="2022-02-02T11:17:20.396" v="36" actId="1076"/>
          <ac:spMkLst>
            <pc:docMk/>
            <pc:sldMk cId="4061758374" sldId="281"/>
            <ac:spMk id="15" creationId="{8D24B1F9-B36B-4DB5-8E97-E696C9785A4D}"/>
          </ac:spMkLst>
        </pc:spChg>
        <pc:spChg chg="mod">
          <ac:chgData name="Rarick, Rissa" userId="9ebf8891-a6d6-4481-9472-9e650503fffd" providerId="ADAL" clId="{A18345C4-0747-4C06-85BE-D3134E605A85}" dt="2022-02-02T11:17:20.396" v="36" actId="1076"/>
          <ac:spMkLst>
            <pc:docMk/>
            <pc:sldMk cId="4061758374" sldId="281"/>
            <ac:spMk id="17" creationId="{16AD57ED-695A-4108-9A7D-6EC1B04EDDA9}"/>
          </ac:spMkLst>
        </pc:spChg>
        <pc:spChg chg="mod">
          <ac:chgData name="Rarick, Rissa" userId="9ebf8891-a6d6-4481-9472-9e650503fffd" providerId="ADAL" clId="{A18345C4-0747-4C06-85BE-D3134E605A85}" dt="2022-02-02T11:17:20.396" v="36" actId="1076"/>
          <ac:spMkLst>
            <pc:docMk/>
            <pc:sldMk cId="4061758374" sldId="281"/>
            <ac:spMk id="18" creationId="{DC215269-425E-44EB-8ED0-92A421C45B63}"/>
          </ac:spMkLst>
        </pc:spChg>
        <pc:spChg chg="mod">
          <ac:chgData name="Rarick, Rissa" userId="9ebf8891-a6d6-4481-9472-9e650503fffd" providerId="ADAL" clId="{A18345C4-0747-4C06-85BE-D3134E605A85}" dt="2022-02-02T11:17:20.396" v="36" actId="1076"/>
          <ac:spMkLst>
            <pc:docMk/>
            <pc:sldMk cId="4061758374" sldId="281"/>
            <ac:spMk id="19" creationId="{0CC5C191-960D-4C6A-8ABE-A5A9DC40EABC}"/>
          </ac:spMkLst>
        </pc:spChg>
        <pc:spChg chg="mod">
          <ac:chgData name="Rarick, Rissa" userId="9ebf8891-a6d6-4481-9472-9e650503fffd" providerId="ADAL" clId="{A18345C4-0747-4C06-85BE-D3134E605A85}" dt="2022-02-02T11:17:20.396" v="36" actId="1076"/>
          <ac:spMkLst>
            <pc:docMk/>
            <pc:sldMk cId="4061758374" sldId="281"/>
            <ac:spMk id="20" creationId="{D606BF45-EB7E-4090-ACB9-EF33CF21F33D}"/>
          </ac:spMkLst>
        </pc:spChg>
        <pc:spChg chg="mod">
          <ac:chgData name="Rarick, Rissa" userId="9ebf8891-a6d6-4481-9472-9e650503fffd" providerId="ADAL" clId="{A18345C4-0747-4C06-85BE-D3134E605A85}" dt="2022-02-02T11:17:20.396" v="36" actId="1076"/>
          <ac:spMkLst>
            <pc:docMk/>
            <pc:sldMk cId="4061758374" sldId="281"/>
            <ac:spMk id="23" creationId="{6D3CEE89-CF83-4C3D-9B99-45BBD31FA4E3}"/>
          </ac:spMkLst>
        </pc:spChg>
        <pc:spChg chg="mod">
          <ac:chgData name="Rarick, Rissa" userId="9ebf8891-a6d6-4481-9472-9e650503fffd" providerId="ADAL" clId="{A18345C4-0747-4C06-85BE-D3134E605A85}" dt="2022-02-02T11:17:54.597" v="43" actId="1076"/>
          <ac:spMkLst>
            <pc:docMk/>
            <pc:sldMk cId="4061758374" sldId="281"/>
            <ac:spMk id="30" creationId="{841982B8-AE6E-46FB-A662-BBA09FF394EB}"/>
          </ac:spMkLst>
        </pc:spChg>
        <pc:spChg chg="mod">
          <ac:chgData name="Rarick, Rissa" userId="9ebf8891-a6d6-4481-9472-9e650503fffd" providerId="ADAL" clId="{A18345C4-0747-4C06-85BE-D3134E605A85}" dt="2022-02-02T15:18:36.310" v="304" actId="1076"/>
          <ac:spMkLst>
            <pc:docMk/>
            <pc:sldMk cId="4061758374" sldId="281"/>
            <ac:spMk id="31" creationId="{F11D82A9-8534-4DCB-8C72-F314039A1DAC}"/>
          </ac:spMkLst>
        </pc:spChg>
        <pc:spChg chg="add mod">
          <ac:chgData name="Rarick, Rissa" userId="9ebf8891-a6d6-4481-9472-9e650503fffd" providerId="ADAL" clId="{A18345C4-0747-4C06-85BE-D3134E605A85}" dt="2022-02-02T15:20:09.435" v="427" actId="20577"/>
          <ac:spMkLst>
            <pc:docMk/>
            <pc:sldMk cId="4061758374" sldId="281"/>
            <ac:spMk id="45" creationId="{53F37751-883D-47E5-84D7-F7C1DBABB57C}"/>
          </ac:spMkLst>
        </pc:spChg>
        <pc:spChg chg="add mod">
          <ac:chgData name="Rarick, Rissa" userId="9ebf8891-a6d6-4481-9472-9e650503fffd" providerId="ADAL" clId="{A18345C4-0747-4C06-85BE-D3134E605A85}" dt="2022-02-02T15:16:31.483" v="192" actId="20577"/>
          <ac:spMkLst>
            <pc:docMk/>
            <pc:sldMk cId="4061758374" sldId="281"/>
            <ac:spMk id="46" creationId="{AEEBF7DD-72D6-4BE9-816B-63F5325F8711}"/>
          </ac:spMkLst>
        </pc:spChg>
        <pc:spChg chg="add mod">
          <ac:chgData name="Rarick, Rissa" userId="9ebf8891-a6d6-4481-9472-9e650503fffd" providerId="ADAL" clId="{A18345C4-0747-4C06-85BE-D3134E605A85}" dt="2022-02-02T15:18:05.564" v="293" actId="20577"/>
          <ac:spMkLst>
            <pc:docMk/>
            <pc:sldMk cId="4061758374" sldId="281"/>
            <ac:spMk id="47" creationId="{36921B26-38E5-4DC2-9BC2-155314D1EB8F}"/>
          </ac:spMkLst>
        </pc:spChg>
        <pc:spChg chg="add mod">
          <ac:chgData name="Rarick, Rissa" userId="9ebf8891-a6d6-4481-9472-9e650503fffd" providerId="ADAL" clId="{A18345C4-0747-4C06-85BE-D3134E605A85}" dt="2022-02-02T15:16:23.766" v="177" actId="1076"/>
          <ac:spMkLst>
            <pc:docMk/>
            <pc:sldMk cId="4061758374" sldId="281"/>
            <ac:spMk id="52" creationId="{2DF8EFF5-C4AF-4140-8F20-9851E9F32E01}"/>
          </ac:spMkLst>
        </pc:spChg>
        <pc:spChg chg="add mod">
          <ac:chgData name="Rarick, Rissa" userId="9ebf8891-a6d6-4481-9472-9e650503fffd" providerId="ADAL" clId="{A18345C4-0747-4C06-85BE-D3134E605A85}" dt="2022-02-02T15:16:51.500" v="199" actId="1076"/>
          <ac:spMkLst>
            <pc:docMk/>
            <pc:sldMk cId="4061758374" sldId="281"/>
            <ac:spMk id="53" creationId="{FD60A296-FA6A-4398-9727-30740334B803}"/>
          </ac:spMkLst>
        </pc:spChg>
        <pc:spChg chg="add mod">
          <ac:chgData name="Rarick, Rissa" userId="9ebf8891-a6d6-4481-9472-9e650503fffd" providerId="ADAL" clId="{A18345C4-0747-4C06-85BE-D3134E605A85}" dt="2022-02-02T15:18:18.751" v="299" actId="1076"/>
          <ac:spMkLst>
            <pc:docMk/>
            <pc:sldMk cId="4061758374" sldId="281"/>
            <ac:spMk id="59" creationId="{FE461515-5901-4D0E-9FE2-116ADA48C00F}"/>
          </ac:spMkLst>
        </pc:spChg>
        <pc:spChg chg="add mod">
          <ac:chgData name="Rarick, Rissa" userId="9ebf8891-a6d6-4481-9472-9e650503fffd" providerId="ADAL" clId="{A18345C4-0747-4C06-85BE-D3134E605A85}" dt="2022-02-02T15:18:25.650" v="301" actId="1076"/>
          <ac:spMkLst>
            <pc:docMk/>
            <pc:sldMk cId="4061758374" sldId="281"/>
            <ac:spMk id="60" creationId="{F0B260EC-A45C-4CE4-8AA9-746DFBB45C5B}"/>
          </ac:spMkLst>
        </pc:spChg>
        <pc:spChg chg="add mod">
          <ac:chgData name="Rarick, Rissa" userId="9ebf8891-a6d6-4481-9472-9e650503fffd" providerId="ADAL" clId="{A18345C4-0747-4C06-85BE-D3134E605A85}" dt="2022-02-02T15:18:38.725" v="305" actId="1076"/>
          <ac:spMkLst>
            <pc:docMk/>
            <pc:sldMk cId="4061758374" sldId="281"/>
            <ac:spMk id="61" creationId="{8F52AA90-08D6-4ED4-834C-7CE1B893952B}"/>
          </ac:spMkLst>
        </pc:spChg>
        <pc:spChg chg="add del">
          <ac:chgData name="Rarick, Rissa" userId="9ebf8891-a6d6-4481-9472-9e650503fffd" providerId="ADAL" clId="{A18345C4-0747-4C06-85BE-D3134E605A85}" dt="2022-02-02T16:47:02.211" v="1219" actId="11529"/>
          <ac:spMkLst>
            <pc:docMk/>
            <pc:sldMk cId="4061758374" sldId="281"/>
            <ac:spMk id="80" creationId="{49ED6320-6A4A-4057-ACCD-5886932FDE28}"/>
          </ac:spMkLst>
        </pc:spChg>
        <pc:spChg chg="add mod">
          <ac:chgData name="Rarick, Rissa" userId="9ebf8891-a6d6-4481-9472-9e650503fffd" providerId="ADAL" clId="{A18345C4-0747-4C06-85BE-D3134E605A85}" dt="2022-02-02T16:47:53.998" v="1236" actId="208"/>
          <ac:spMkLst>
            <pc:docMk/>
            <pc:sldMk cId="4061758374" sldId="281"/>
            <ac:spMk id="81" creationId="{6C928522-E9AE-4DB3-8006-01854892552F}"/>
          </ac:spMkLst>
        </pc:spChg>
        <pc:cxnChg chg="mod">
          <ac:chgData name="Rarick, Rissa" userId="9ebf8891-a6d6-4481-9472-9e650503fffd" providerId="ADAL" clId="{A18345C4-0747-4C06-85BE-D3134E605A85}" dt="2022-02-02T11:17:20.396" v="36" actId="1076"/>
          <ac:cxnSpMkLst>
            <pc:docMk/>
            <pc:sldMk cId="4061758374" sldId="281"/>
            <ac:cxnSpMk id="16" creationId="{CE858727-6391-456B-A9D5-16E3FC8A1E58}"/>
          </ac:cxnSpMkLst>
        </pc:cxnChg>
        <pc:cxnChg chg="mod">
          <ac:chgData name="Rarick, Rissa" userId="9ebf8891-a6d6-4481-9472-9e650503fffd" providerId="ADAL" clId="{A18345C4-0747-4C06-85BE-D3134E605A85}" dt="2022-02-02T11:17:20.396" v="36" actId="1076"/>
          <ac:cxnSpMkLst>
            <pc:docMk/>
            <pc:sldMk cId="4061758374" sldId="281"/>
            <ac:cxnSpMk id="21" creationId="{CB798257-DA58-42FD-B2B3-FE952FC435D8}"/>
          </ac:cxnSpMkLst>
        </pc:cxnChg>
        <pc:cxnChg chg="mod">
          <ac:chgData name="Rarick, Rissa" userId="9ebf8891-a6d6-4481-9472-9e650503fffd" providerId="ADAL" clId="{A18345C4-0747-4C06-85BE-D3134E605A85}" dt="2022-02-02T11:17:20.396" v="36" actId="1076"/>
          <ac:cxnSpMkLst>
            <pc:docMk/>
            <pc:sldMk cId="4061758374" sldId="281"/>
            <ac:cxnSpMk id="22" creationId="{3721A6E0-70E8-4FDB-848E-7008B2A42C60}"/>
          </ac:cxnSpMkLst>
        </pc:cxnChg>
        <pc:cxnChg chg="mod">
          <ac:chgData name="Rarick, Rissa" userId="9ebf8891-a6d6-4481-9472-9e650503fffd" providerId="ADAL" clId="{A18345C4-0747-4C06-85BE-D3134E605A85}" dt="2022-02-02T11:17:20.396" v="36" actId="1076"/>
          <ac:cxnSpMkLst>
            <pc:docMk/>
            <pc:sldMk cId="4061758374" sldId="281"/>
            <ac:cxnSpMk id="24" creationId="{4AEF9519-90A8-48E1-955F-345393AAD525}"/>
          </ac:cxnSpMkLst>
        </pc:cxnChg>
        <pc:cxnChg chg="mod">
          <ac:chgData name="Rarick, Rissa" userId="9ebf8891-a6d6-4481-9472-9e650503fffd" providerId="ADAL" clId="{A18345C4-0747-4C06-85BE-D3134E605A85}" dt="2022-02-02T11:17:20.396" v="36" actId="1076"/>
          <ac:cxnSpMkLst>
            <pc:docMk/>
            <pc:sldMk cId="4061758374" sldId="281"/>
            <ac:cxnSpMk id="25" creationId="{3F87F431-A6DF-4D23-B78B-833A4C7391D3}"/>
          </ac:cxnSpMkLst>
        </pc:cxnChg>
        <pc:cxnChg chg="mod">
          <ac:chgData name="Rarick, Rissa" userId="9ebf8891-a6d6-4481-9472-9e650503fffd" providerId="ADAL" clId="{A18345C4-0747-4C06-85BE-D3134E605A85}" dt="2022-02-02T11:17:50.233" v="42" actId="1076"/>
          <ac:cxnSpMkLst>
            <pc:docMk/>
            <pc:sldMk cId="4061758374" sldId="281"/>
            <ac:cxnSpMk id="26" creationId="{A71859FF-8C00-4F9E-8BE3-2A122B53268D}"/>
          </ac:cxnSpMkLst>
        </pc:cxnChg>
        <pc:cxnChg chg="mod">
          <ac:chgData name="Rarick, Rissa" userId="9ebf8891-a6d6-4481-9472-9e650503fffd" providerId="ADAL" clId="{A18345C4-0747-4C06-85BE-D3134E605A85}" dt="2022-02-02T15:12:27.965" v="63" actId="1076"/>
          <ac:cxnSpMkLst>
            <pc:docMk/>
            <pc:sldMk cId="4061758374" sldId="281"/>
            <ac:cxnSpMk id="27" creationId="{024DD89A-A694-4A16-A617-2A4E5396804C}"/>
          </ac:cxnSpMkLst>
        </pc:cxnChg>
        <pc:cxnChg chg="mod">
          <ac:chgData name="Rarick, Rissa" userId="9ebf8891-a6d6-4481-9472-9e650503fffd" providerId="ADAL" clId="{A18345C4-0747-4C06-85BE-D3134E605A85}" dt="2022-02-02T15:16:05.895" v="174" actId="1076"/>
          <ac:cxnSpMkLst>
            <pc:docMk/>
            <pc:sldMk cId="4061758374" sldId="281"/>
            <ac:cxnSpMk id="28" creationId="{BC01F089-BAB7-4EC9-9AB2-CDDE4AD4D666}"/>
          </ac:cxnSpMkLst>
        </pc:cxnChg>
        <pc:cxnChg chg="mod">
          <ac:chgData name="Rarick, Rissa" userId="9ebf8891-a6d6-4481-9472-9e650503fffd" providerId="ADAL" clId="{A18345C4-0747-4C06-85BE-D3134E605A85}" dt="2022-02-02T16:47:50.343" v="1235" actId="1076"/>
          <ac:cxnSpMkLst>
            <pc:docMk/>
            <pc:sldMk cId="4061758374" sldId="281"/>
            <ac:cxnSpMk id="29" creationId="{6717A86D-31C6-4BD5-897A-74EC7D843447}"/>
          </ac:cxnSpMkLst>
        </pc:cxnChg>
        <pc:cxnChg chg="add mod">
          <ac:chgData name="Rarick, Rissa" userId="9ebf8891-a6d6-4481-9472-9e650503fffd" providerId="ADAL" clId="{A18345C4-0747-4C06-85BE-D3134E605A85}" dt="2022-02-02T15:17:24.431" v="208" actId="14100"/>
          <ac:cxnSpMkLst>
            <pc:docMk/>
            <pc:sldMk cId="4061758374" sldId="281"/>
            <ac:cxnSpMk id="54" creationId="{62F1403B-9322-4912-B074-D772AB4E57C8}"/>
          </ac:cxnSpMkLst>
        </pc:cxnChg>
        <pc:cxnChg chg="add mod">
          <ac:chgData name="Rarick, Rissa" userId="9ebf8891-a6d6-4481-9472-9e650503fffd" providerId="ADAL" clId="{A18345C4-0747-4C06-85BE-D3134E605A85}" dt="2022-02-02T15:19:44.557" v="322" actId="14100"/>
          <ac:cxnSpMkLst>
            <pc:docMk/>
            <pc:sldMk cId="4061758374" sldId="281"/>
            <ac:cxnSpMk id="62" creationId="{3CB67AE8-B21A-450C-B7CB-F45B5E26562F}"/>
          </ac:cxnSpMkLst>
        </pc:cxnChg>
        <pc:cxnChg chg="add del mod">
          <ac:chgData name="Rarick, Rissa" userId="9ebf8891-a6d6-4481-9472-9e650503fffd" providerId="ADAL" clId="{A18345C4-0747-4C06-85BE-D3134E605A85}" dt="2022-02-02T16:47:15.231" v="1222" actId="478"/>
          <ac:cxnSpMkLst>
            <pc:docMk/>
            <pc:sldMk cId="4061758374" sldId="281"/>
            <ac:cxnSpMk id="66" creationId="{601FE929-E703-4085-B500-0C5B8D742BC1}"/>
          </ac:cxnSpMkLst>
        </pc:cxnChg>
        <pc:cxnChg chg="add del mod">
          <ac:chgData name="Rarick, Rissa" userId="9ebf8891-a6d6-4481-9472-9e650503fffd" providerId="ADAL" clId="{A18345C4-0747-4C06-85BE-D3134E605A85}" dt="2022-02-02T16:47:12.685" v="1221" actId="478"/>
          <ac:cxnSpMkLst>
            <pc:docMk/>
            <pc:sldMk cId="4061758374" sldId="281"/>
            <ac:cxnSpMk id="70" creationId="{BA622251-8EC2-4D9B-B943-BE61324F3D3C}"/>
          </ac:cxnSpMkLst>
        </pc:cxnChg>
        <pc:cxnChg chg="add mod">
          <ac:chgData name="Rarick, Rissa" userId="9ebf8891-a6d6-4481-9472-9e650503fffd" providerId="ADAL" clId="{A18345C4-0747-4C06-85BE-D3134E605A85}" dt="2022-02-02T16:47:50.343" v="1235" actId="1076"/>
          <ac:cxnSpMkLst>
            <pc:docMk/>
            <pc:sldMk cId="4061758374" sldId="281"/>
            <ac:cxnSpMk id="71" creationId="{EC0A6197-3E40-43B6-BABA-6D7A5F4889AB}"/>
          </ac:cxnSpMkLst>
        </pc:cxnChg>
      </pc:sldChg>
      <pc:sldChg chg="modSp del mod">
        <pc:chgData name="Rarick, Rissa" userId="9ebf8891-a6d6-4481-9472-9e650503fffd" providerId="ADAL" clId="{A18345C4-0747-4C06-85BE-D3134E605A85}" dt="2022-02-02T16:25:50.774" v="733" actId="47"/>
        <pc:sldMkLst>
          <pc:docMk/>
          <pc:sldMk cId="4151067094" sldId="282"/>
        </pc:sldMkLst>
        <pc:spChg chg="mod">
          <ac:chgData name="Rarick, Rissa" userId="9ebf8891-a6d6-4481-9472-9e650503fffd" providerId="ADAL" clId="{A18345C4-0747-4C06-85BE-D3134E605A85}" dt="2022-02-02T16:25:45.164" v="732" actId="20577"/>
          <ac:spMkLst>
            <pc:docMk/>
            <pc:sldMk cId="4151067094" sldId="282"/>
            <ac:spMk id="3" creationId="{003A71D3-E947-44EA-B485-DC5A42B8AF65}"/>
          </ac:spMkLst>
        </pc:spChg>
      </pc:sldChg>
      <pc:sldChg chg="modSp">
        <pc:chgData name="Rarick, Rissa" userId="9ebf8891-a6d6-4481-9472-9e650503fffd" providerId="ADAL" clId="{A18345C4-0747-4C06-85BE-D3134E605A85}" dt="2022-02-02T16:27:53.821" v="813" actId="207"/>
        <pc:sldMkLst>
          <pc:docMk/>
          <pc:sldMk cId="2100415674" sldId="283"/>
        </pc:sldMkLst>
        <pc:spChg chg="mod">
          <ac:chgData name="Rarick, Rissa" userId="9ebf8891-a6d6-4481-9472-9e650503fffd" providerId="ADAL" clId="{A18345C4-0747-4C06-85BE-D3134E605A85}" dt="2022-02-02T16:27:53.821" v="813" actId="207"/>
          <ac:spMkLst>
            <pc:docMk/>
            <pc:sldMk cId="2100415674" sldId="283"/>
            <ac:spMk id="2" creationId="{F060B3DD-933C-48FC-8CDD-B0EE97A8C344}"/>
          </ac:spMkLst>
        </pc:spChg>
      </pc:sldChg>
      <pc:sldChg chg="addSp delSp modSp mod ord">
        <pc:chgData name="Rarick, Rissa" userId="9ebf8891-a6d6-4481-9472-9e650503fffd" providerId="ADAL" clId="{A18345C4-0747-4C06-85BE-D3134E605A85}" dt="2022-02-02T16:45:44.440" v="1217"/>
        <pc:sldMkLst>
          <pc:docMk/>
          <pc:sldMk cId="3427308020" sldId="284"/>
        </pc:sldMkLst>
        <pc:spChg chg="mod">
          <ac:chgData name="Rarick, Rissa" userId="9ebf8891-a6d6-4481-9472-9e650503fffd" providerId="ADAL" clId="{A18345C4-0747-4C06-85BE-D3134E605A85}" dt="2022-02-02T16:35:22.971" v="1146" actId="207"/>
          <ac:spMkLst>
            <pc:docMk/>
            <pc:sldMk cId="3427308020" sldId="284"/>
            <ac:spMk id="2" creationId="{14962FA6-A22F-4A54-B9E3-203AFE9B1E67}"/>
          </ac:spMkLst>
        </pc:spChg>
        <pc:spChg chg="add del mod">
          <ac:chgData name="Rarick, Rissa" userId="9ebf8891-a6d6-4481-9472-9e650503fffd" providerId="ADAL" clId="{A18345C4-0747-4C06-85BE-D3134E605A85}" dt="2022-02-02T16:26:37.702" v="755" actId="767"/>
          <ac:spMkLst>
            <pc:docMk/>
            <pc:sldMk cId="3427308020" sldId="284"/>
            <ac:spMk id="3" creationId="{927899FE-B8D0-4A36-B7B9-68DF12213A15}"/>
          </ac:spMkLst>
        </pc:spChg>
        <pc:spChg chg="mod">
          <ac:chgData name="Rarick, Rissa" userId="9ebf8891-a6d6-4481-9472-9e650503fffd" providerId="ADAL" clId="{A18345C4-0747-4C06-85BE-D3134E605A85}" dt="2022-02-02T16:35:54.945" v="1155" actId="207"/>
          <ac:spMkLst>
            <pc:docMk/>
            <pc:sldMk cId="3427308020" sldId="284"/>
            <ac:spMk id="4" creationId="{DD77A801-60BD-4954-8A10-B9F72B95EC89}"/>
          </ac:spMkLst>
        </pc:spChg>
        <pc:spChg chg="del mod">
          <ac:chgData name="Rarick, Rissa" userId="9ebf8891-a6d6-4481-9472-9e650503fffd" providerId="ADAL" clId="{A18345C4-0747-4C06-85BE-D3134E605A85}" dt="2022-02-02T16:30:44.569" v="886" actId="478"/>
          <ac:spMkLst>
            <pc:docMk/>
            <pc:sldMk cId="3427308020" sldId="284"/>
            <ac:spMk id="5" creationId="{6D39B14F-9296-46EE-A9B1-DC1729EEFF73}"/>
          </ac:spMkLst>
        </pc:spChg>
        <pc:spChg chg="del mod">
          <ac:chgData name="Rarick, Rissa" userId="9ebf8891-a6d6-4481-9472-9e650503fffd" providerId="ADAL" clId="{A18345C4-0747-4C06-85BE-D3134E605A85}" dt="2022-02-02T16:29:49.822" v="877" actId="478"/>
          <ac:spMkLst>
            <pc:docMk/>
            <pc:sldMk cId="3427308020" sldId="284"/>
            <ac:spMk id="6" creationId="{E4560F98-B96C-48B2-96D2-B509104189FD}"/>
          </ac:spMkLst>
        </pc:spChg>
        <pc:spChg chg="mod">
          <ac:chgData name="Rarick, Rissa" userId="9ebf8891-a6d6-4481-9472-9e650503fffd" providerId="ADAL" clId="{A18345C4-0747-4C06-85BE-D3134E605A85}" dt="2022-02-02T16:43:21.694" v="1213" actId="1076"/>
          <ac:spMkLst>
            <pc:docMk/>
            <pc:sldMk cId="3427308020" sldId="284"/>
            <ac:spMk id="7" creationId="{11C97131-B92E-4AAD-9F6F-8EB89639BE08}"/>
          </ac:spMkLst>
        </pc:spChg>
        <pc:spChg chg="add del mod">
          <ac:chgData name="Rarick, Rissa" userId="9ebf8891-a6d6-4481-9472-9e650503fffd" providerId="ADAL" clId="{A18345C4-0747-4C06-85BE-D3134E605A85}" dt="2022-02-02T16:29:13.549" v="832" actId="478"/>
          <ac:spMkLst>
            <pc:docMk/>
            <pc:sldMk cId="3427308020" sldId="284"/>
            <ac:spMk id="8" creationId="{F4BBA9B7-137B-4554-A485-67A414210343}"/>
          </ac:spMkLst>
        </pc:spChg>
        <pc:spChg chg="add mod">
          <ac:chgData name="Rarick, Rissa" userId="9ebf8891-a6d6-4481-9472-9e650503fffd" providerId="ADAL" clId="{A18345C4-0747-4C06-85BE-D3134E605A85}" dt="2022-02-02T16:29:19.189" v="835"/>
          <ac:spMkLst>
            <pc:docMk/>
            <pc:sldMk cId="3427308020" sldId="284"/>
            <ac:spMk id="9" creationId="{527631F6-72CC-4407-B547-8BA0B4266CCE}"/>
          </ac:spMkLst>
        </pc:spChg>
        <pc:spChg chg="add mod">
          <ac:chgData name="Rarick, Rissa" userId="9ebf8891-a6d6-4481-9472-9e650503fffd" providerId="ADAL" clId="{A18345C4-0747-4C06-85BE-D3134E605A85}" dt="2022-02-02T16:36:42.076" v="1163" actId="207"/>
          <ac:spMkLst>
            <pc:docMk/>
            <pc:sldMk cId="3427308020" sldId="284"/>
            <ac:spMk id="10" creationId="{1AC0FDB3-E30E-4D36-BFE7-CD4752B589BF}"/>
          </ac:spMkLst>
        </pc:spChg>
        <pc:spChg chg="add del mod">
          <ac:chgData name="Rarick, Rissa" userId="9ebf8891-a6d6-4481-9472-9e650503fffd" providerId="ADAL" clId="{A18345C4-0747-4C06-85BE-D3134E605A85}" dt="2022-02-02T16:29:30.980" v="839"/>
          <ac:spMkLst>
            <pc:docMk/>
            <pc:sldMk cId="3427308020" sldId="284"/>
            <ac:spMk id="11" creationId="{7EB4C7FA-85CA-4411-B7A4-A44F84CC2314}"/>
          </ac:spMkLst>
        </pc:spChg>
        <pc:spChg chg="add mod">
          <ac:chgData name="Rarick, Rissa" userId="9ebf8891-a6d6-4481-9472-9e650503fffd" providerId="ADAL" clId="{A18345C4-0747-4C06-85BE-D3134E605A85}" dt="2022-02-02T16:42:42.372" v="1202" actId="1076"/>
          <ac:spMkLst>
            <pc:docMk/>
            <pc:sldMk cId="3427308020" sldId="284"/>
            <ac:spMk id="12" creationId="{6119BFC2-A0E3-4739-8C49-6137287561ED}"/>
          </ac:spMkLst>
        </pc:spChg>
        <pc:spChg chg="add mod">
          <ac:chgData name="Rarick, Rissa" userId="9ebf8891-a6d6-4481-9472-9e650503fffd" providerId="ADAL" clId="{A18345C4-0747-4C06-85BE-D3134E605A85}" dt="2022-02-02T16:43:12.138" v="1211" actId="1076"/>
          <ac:spMkLst>
            <pc:docMk/>
            <pc:sldMk cId="3427308020" sldId="284"/>
            <ac:spMk id="13" creationId="{0B82B62F-CCBB-4012-BEBD-2D092AD8AD83}"/>
          </ac:spMkLst>
        </pc:spChg>
        <pc:spChg chg="add del mod">
          <ac:chgData name="Rarick, Rissa" userId="9ebf8891-a6d6-4481-9472-9e650503fffd" providerId="ADAL" clId="{A18345C4-0747-4C06-85BE-D3134E605A85}" dt="2022-02-02T16:41:54.733" v="1165" actId="478"/>
          <ac:spMkLst>
            <pc:docMk/>
            <pc:sldMk cId="3427308020" sldId="284"/>
            <ac:spMk id="18" creationId="{D7AA474C-8EB4-458B-9197-9C168B597959}"/>
          </ac:spMkLst>
        </pc:spChg>
        <pc:spChg chg="add del mod">
          <ac:chgData name="Rarick, Rissa" userId="9ebf8891-a6d6-4481-9472-9e650503fffd" providerId="ADAL" clId="{A18345C4-0747-4C06-85BE-D3134E605A85}" dt="2022-02-02T16:33:02.308" v="920" actId="11529"/>
          <ac:spMkLst>
            <pc:docMk/>
            <pc:sldMk cId="3427308020" sldId="284"/>
            <ac:spMk id="19" creationId="{EBB07C2E-8802-49F8-AAD4-97E7779DCAC8}"/>
          </ac:spMkLst>
        </pc:spChg>
        <pc:spChg chg="add del mod">
          <ac:chgData name="Rarick, Rissa" userId="9ebf8891-a6d6-4481-9472-9e650503fffd" providerId="ADAL" clId="{A18345C4-0747-4C06-85BE-D3134E605A85}" dt="2022-02-02T16:41:53.231" v="1164" actId="478"/>
          <ac:spMkLst>
            <pc:docMk/>
            <pc:sldMk cId="3427308020" sldId="284"/>
            <ac:spMk id="20" creationId="{7C987B80-60B8-4196-B32E-FC1FDC2C6F90}"/>
          </ac:spMkLst>
        </pc:spChg>
        <pc:spChg chg="add del">
          <ac:chgData name="Rarick, Rissa" userId="9ebf8891-a6d6-4481-9472-9e650503fffd" providerId="ADAL" clId="{A18345C4-0747-4C06-85BE-D3134E605A85}" dt="2022-02-02T16:34:00.158" v="936" actId="11529"/>
          <ac:spMkLst>
            <pc:docMk/>
            <pc:sldMk cId="3427308020" sldId="284"/>
            <ac:spMk id="29" creationId="{832FD113-5E8B-4FB7-8B28-342F316E4F43}"/>
          </ac:spMkLst>
        </pc:spChg>
        <pc:spChg chg="add del mod">
          <ac:chgData name="Rarick, Rissa" userId="9ebf8891-a6d6-4481-9472-9e650503fffd" providerId="ADAL" clId="{A18345C4-0747-4C06-85BE-D3134E605A85}" dt="2022-02-02T16:43:26.698" v="1215" actId="478"/>
          <ac:spMkLst>
            <pc:docMk/>
            <pc:sldMk cId="3427308020" sldId="284"/>
            <ac:spMk id="30" creationId="{56804ED3-52F1-4627-B7C9-A7586477BF5F}"/>
          </ac:spMkLst>
        </pc:spChg>
        <pc:cxnChg chg="add mod">
          <ac:chgData name="Rarick, Rissa" userId="9ebf8891-a6d6-4481-9472-9e650503fffd" providerId="ADAL" clId="{A18345C4-0747-4C06-85BE-D3134E605A85}" dt="2022-02-02T16:35:51.166" v="1154" actId="1076"/>
          <ac:cxnSpMkLst>
            <pc:docMk/>
            <pc:sldMk cId="3427308020" sldId="284"/>
            <ac:cxnSpMk id="15" creationId="{EF31ECEA-3A10-45A8-AC43-D6DBC6F47C22}"/>
          </ac:cxnSpMkLst>
        </pc:cxnChg>
        <pc:cxnChg chg="add mod">
          <ac:chgData name="Rarick, Rissa" userId="9ebf8891-a6d6-4481-9472-9e650503fffd" providerId="ADAL" clId="{A18345C4-0747-4C06-85BE-D3134E605A85}" dt="2022-02-02T16:42:44.912" v="1203" actId="14100"/>
          <ac:cxnSpMkLst>
            <pc:docMk/>
            <pc:sldMk cId="3427308020" sldId="284"/>
            <ac:cxnSpMk id="17" creationId="{B4ED5FE1-59CE-44B3-B7D2-EE15F9D669CE}"/>
          </ac:cxnSpMkLst>
        </pc:cxnChg>
        <pc:cxnChg chg="add mod">
          <ac:chgData name="Rarick, Rissa" userId="9ebf8891-a6d6-4481-9472-9e650503fffd" providerId="ADAL" clId="{A18345C4-0747-4C06-85BE-D3134E605A85}" dt="2022-02-02T16:43:09.869" v="1210" actId="14100"/>
          <ac:cxnSpMkLst>
            <pc:docMk/>
            <pc:sldMk cId="3427308020" sldId="284"/>
            <ac:cxnSpMk id="22" creationId="{6F74A249-A036-40AF-B6DB-1A2C04F756B5}"/>
          </ac:cxnSpMkLst>
        </pc:cxnChg>
        <pc:cxnChg chg="add mod">
          <ac:chgData name="Rarick, Rissa" userId="9ebf8891-a6d6-4481-9472-9e650503fffd" providerId="ADAL" clId="{A18345C4-0747-4C06-85BE-D3134E605A85}" dt="2022-02-02T16:43:15.408" v="1212" actId="1076"/>
          <ac:cxnSpMkLst>
            <pc:docMk/>
            <pc:sldMk cId="3427308020" sldId="284"/>
            <ac:cxnSpMk id="33" creationId="{E46395F9-40E7-46CE-9F0A-7DE5434B00F8}"/>
          </ac:cxnSpMkLst>
        </pc:cxnChg>
      </pc:sldChg>
      <pc:sldChg chg="new del">
        <pc:chgData name="Rarick, Rissa" userId="9ebf8891-a6d6-4481-9472-9e650503fffd" providerId="ADAL" clId="{A18345C4-0747-4C06-85BE-D3134E605A85}" dt="2022-02-01T21:24:51.966" v="29" actId="47"/>
        <pc:sldMkLst>
          <pc:docMk/>
          <pc:sldMk cId="1457746678" sldId="28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33273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61730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060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88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9472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995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55049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13315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17401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791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17510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815388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9D37-3743-45E6-8669-A453AA1395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AC4A87-B504-4E10-B9EE-150EB9AF4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94C2B5-C569-41A2-9F81-720CC8AA6A14}"/>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460D891F-B28D-42E2-8DE3-8408076F1A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6CF28-6A65-4C59-99BF-986B2E33C04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08767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53AE-2188-43B8-993D-44DD86EBB2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2D6AE9-4DF3-4B18-A982-10281883B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24F8E-F114-4209-9D6C-CF95658E67B4}"/>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92FD56C6-B738-4084-902B-D646FE7303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AE5756-E515-4241-A457-918C1C37B23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25384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4BBD-2EB2-4D48-B09C-2BCBE9C29E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5BCD73-E287-49E3-87DD-C6EE8E7D14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11C6E4-894F-4C45-8EE9-D1C8F7209D91}"/>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4E00C818-1CE5-4E59-B5D6-A545BB4D79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03B36-5F63-4D4C-B358-7A6E0C61F50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45832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3396-426C-4AD9-B769-BAD0585CB9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CA5AC-BB2C-4EA1-8939-836C57C98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2CF934-09D8-4733-8948-FF0558F2A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80AE1-01BE-4804-9986-DF83431BD904}"/>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42E2B000-429E-4A0C-B66B-ABE1F466C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2E6EF-7499-4DF6-864E-8580BED76D3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13660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F4E7-686E-48DE-905A-A0D1E9E9FB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68362-BD37-4FF6-B059-20B9A7871B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E4CC9-3099-4B20-8A60-F9647D9FDB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45D1D-D0FE-459D-8EA6-F2126398CD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A8F3CB-864B-4578-AEF0-788EA9AA1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B5298F-C425-48B2-AAAF-D8711551E4C7}"/>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8" name="Footer Placeholder 7">
            <a:extLst>
              <a:ext uri="{FF2B5EF4-FFF2-40B4-BE49-F238E27FC236}">
                <a16:creationId xmlns:a16="http://schemas.microsoft.com/office/drawing/2014/main" id="{9FC8C628-E1BE-408F-BC9E-5379DCBBCC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DEC5EE-5C16-4A70-A6F0-A68FAAB46C5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51302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3B23-1B43-41FA-AF17-A9D27C7DD6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0FAD5E-C95C-40F0-B366-7FB60381A4F5}"/>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4" name="Footer Placeholder 3">
            <a:extLst>
              <a:ext uri="{FF2B5EF4-FFF2-40B4-BE49-F238E27FC236}">
                <a16:creationId xmlns:a16="http://schemas.microsoft.com/office/drawing/2014/main" id="{ADB8287B-24F1-4454-BAFD-0383783B03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43579-9438-4A86-807C-F03176B836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91868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1966A-47BD-4B78-ADBF-84C04D7222A9}"/>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3" name="Footer Placeholder 2">
            <a:extLst>
              <a:ext uri="{FF2B5EF4-FFF2-40B4-BE49-F238E27FC236}">
                <a16:creationId xmlns:a16="http://schemas.microsoft.com/office/drawing/2014/main" id="{0206D7CA-5E23-4E26-9418-50047B74A0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375674-A568-4C68-87DD-043DD501EE46}"/>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640682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213C2-4E1A-4734-99B1-8E3DDE660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6F8D70-8A87-4F6C-B23C-9A80D9FD03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F44A78-9F6C-46DC-AF3F-43CF58DF4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694F7F-7B8E-4F89-9A7F-F586E538DF69}"/>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C3543612-CB15-44A9-8DF3-8B8730920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52C2C-0064-4F41-9DC7-8598F49587C5}"/>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173590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91E4-126C-4238-B2AB-68A817638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1C841A-DCA7-45B9-B9A4-CD58145D10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5AA3BD-CF76-4496-8831-E920B1B09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248960-2731-47E3-B993-FF0A980FEEFA}"/>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6" name="Footer Placeholder 5">
            <a:extLst>
              <a:ext uri="{FF2B5EF4-FFF2-40B4-BE49-F238E27FC236}">
                <a16:creationId xmlns:a16="http://schemas.microsoft.com/office/drawing/2014/main" id="{647C9AF3-81CE-4086-AE87-11C533DBCD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58E4A3-5CDB-4CA2-A70B-8098B63493FC}"/>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6489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B528-2E16-4C28-94FA-FE9B1E27B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77F5E3-9694-4BF8-B80E-01447FC2EA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92D179-A198-4920-B276-601C94BB6F7D}"/>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FB3B9F1F-AC28-43FB-AEB6-1BE3F8A8D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46145-5549-4D6C-8246-738FFFADAD6B}"/>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66804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19BAB-C530-4EFF-A1B7-BE1C6465F1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B22A4E-1491-4C99-9E13-1CD7319607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1D1C0-95E5-442A-BB1A-B7C52C16A719}"/>
              </a:ext>
            </a:extLst>
          </p:cNvPr>
          <p:cNvSpPr>
            <a:spLocks noGrp="1"/>
          </p:cNvSpPr>
          <p:nvPr>
            <p:ph type="dt" sz="half" idx="10"/>
          </p:nvPr>
        </p:nvSpPr>
        <p:spPr/>
        <p:txBody>
          <a:body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F1D19C1F-5B7D-437A-9242-2534BD0F0E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0D9565-6E4B-47EC-8731-D8FB0420FE6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7290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17070533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67" r:id="rId6"/>
    <p:sldLayoutId id="2147483662" r:id="rId7"/>
    <p:sldLayoutId id="2147483663" r:id="rId8"/>
    <p:sldLayoutId id="2147483664" r:id="rId9"/>
    <p:sldLayoutId id="2147483665" r:id="rId10"/>
    <p:sldLayoutId id="2147483666" r:id="rId11"/>
    <p:sldLayoutId id="2147483668"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1F6C36-55DA-4086-B38C-BF77591FAD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4E5B41-B19E-4015-BC7B-4764B630A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E83F55-799C-478A-BD30-D461028D0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2/17/2022</a:t>
            </a:fld>
            <a:endParaRPr lang="en-US"/>
          </a:p>
        </p:txBody>
      </p:sp>
      <p:sp>
        <p:nvSpPr>
          <p:cNvPr id="5" name="Footer Placeholder 4">
            <a:extLst>
              <a:ext uri="{FF2B5EF4-FFF2-40B4-BE49-F238E27FC236}">
                <a16:creationId xmlns:a16="http://schemas.microsoft.com/office/drawing/2014/main" id="{9D55F948-64C2-4672-941C-E138B38DA0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225E4-1683-4896-AD66-CDF2B9E930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47928044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30.96.14.28:8517/prweb/PRServletLDAP1" TargetMode="Externa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osaic of colorful geometric shapes">
            <a:extLst>
              <a:ext uri="{FF2B5EF4-FFF2-40B4-BE49-F238E27FC236}">
                <a16:creationId xmlns:a16="http://schemas.microsoft.com/office/drawing/2014/main" id="{B1ABA11F-B9FB-44A4-97A9-07B0C8685DD4}"/>
              </a:ext>
            </a:extLst>
          </p:cNvPr>
          <p:cNvPicPr>
            <a:picLocks noChangeAspect="1"/>
          </p:cNvPicPr>
          <p:nvPr/>
        </p:nvPicPr>
        <p:blipFill rotWithShape="1">
          <a:blip r:embed="rId2">
            <a:alphaModFix amt="50000"/>
          </a:blip>
          <a:srcRect t="17097" r="-1" b="4211"/>
          <a:stretch/>
        </p:blipFill>
        <p:spPr>
          <a:xfrm>
            <a:off x="20" y="10"/>
            <a:ext cx="12188931" cy="6857990"/>
          </a:xfrm>
          <a:prstGeom prst="rect">
            <a:avLst/>
          </a:prstGeom>
        </p:spPr>
      </p:pic>
      <p:sp>
        <p:nvSpPr>
          <p:cNvPr id="2" name="Title 1">
            <a:extLst>
              <a:ext uri="{FF2B5EF4-FFF2-40B4-BE49-F238E27FC236}">
                <a16:creationId xmlns:a16="http://schemas.microsoft.com/office/drawing/2014/main" id="{2FF10B88-D05A-4D58-8CF3-4BC0DB1932C3}"/>
              </a:ext>
            </a:extLst>
          </p:cNvPr>
          <p:cNvSpPr>
            <a:spLocks noGrp="1"/>
          </p:cNvSpPr>
          <p:nvPr>
            <p:ph type="ctrTitle"/>
          </p:nvPr>
        </p:nvSpPr>
        <p:spPr>
          <a:xfrm>
            <a:off x="1527048" y="1124712"/>
            <a:ext cx="9144000" cy="3063240"/>
          </a:xfrm>
        </p:spPr>
        <p:txBody>
          <a:bodyPr>
            <a:normAutofit/>
          </a:bodyPr>
          <a:lstStyle/>
          <a:p>
            <a:r>
              <a:rPr lang="en-US" sz="6600" b="1">
                <a:solidFill>
                  <a:srgbClr val="FFFFFF"/>
                </a:solidFill>
              </a:rPr>
              <a:t>COPS Training</a:t>
            </a:r>
          </a:p>
        </p:txBody>
      </p:sp>
      <p:sp>
        <p:nvSpPr>
          <p:cNvPr id="3" name="Subtitle 2">
            <a:extLst>
              <a:ext uri="{FF2B5EF4-FFF2-40B4-BE49-F238E27FC236}">
                <a16:creationId xmlns:a16="http://schemas.microsoft.com/office/drawing/2014/main" id="{12025839-830F-42B3-ACBE-707F6DDF2174}"/>
              </a:ext>
            </a:extLst>
          </p:cNvPr>
          <p:cNvSpPr>
            <a:spLocks noGrp="1"/>
          </p:cNvSpPr>
          <p:nvPr>
            <p:ph type="subTitle" idx="1"/>
          </p:nvPr>
        </p:nvSpPr>
        <p:spPr>
          <a:xfrm>
            <a:off x="1527048" y="4599432"/>
            <a:ext cx="9144000" cy="1227520"/>
          </a:xfrm>
        </p:spPr>
        <p:txBody>
          <a:bodyPr>
            <a:normAutofit/>
          </a:bodyPr>
          <a:lstStyle/>
          <a:p>
            <a:r>
              <a:rPr lang="en-US" b="1">
                <a:solidFill>
                  <a:srgbClr val="FFFFFF"/>
                </a:solidFill>
              </a:rPr>
              <a:t>Part 2</a:t>
            </a:r>
          </a:p>
        </p:txBody>
      </p:sp>
      <p:sp>
        <p:nvSpPr>
          <p:cNvPr id="2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975419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895C-D4C0-4565-A084-2E762312CC8D}"/>
              </a:ext>
            </a:extLst>
          </p:cNvPr>
          <p:cNvSpPr>
            <a:spLocks noGrp="1"/>
          </p:cNvSpPr>
          <p:nvPr>
            <p:ph type="title"/>
          </p:nvPr>
        </p:nvSpPr>
        <p:spPr/>
        <p:txBody>
          <a:bodyPr/>
          <a:lstStyle/>
          <a:p>
            <a:r>
              <a:rPr lang="en-US" dirty="0"/>
              <a:t>Previously:</a:t>
            </a:r>
          </a:p>
        </p:txBody>
      </p:sp>
      <p:sp>
        <p:nvSpPr>
          <p:cNvPr id="23" name="Oval 22">
            <a:extLst>
              <a:ext uri="{FF2B5EF4-FFF2-40B4-BE49-F238E27FC236}">
                <a16:creationId xmlns:a16="http://schemas.microsoft.com/office/drawing/2014/main" id="{C5569A23-1D9A-4303-9317-AC0B86F278BF}"/>
              </a:ext>
            </a:extLst>
          </p:cNvPr>
          <p:cNvSpPr/>
          <p:nvPr/>
        </p:nvSpPr>
        <p:spPr>
          <a:xfrm>
            <a:off x="7402590" y="3653096"/>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24" name="Oval 23">
            <a:extLst>
              <a:ext uri="{FF2B5EF4-FFF2-40B4-BE49-F238E27FC236}">
                <a16:creationId xmlns:a16="http://schemas.microsoft.com/office/drawing/2014/main" id="{A5D3A38D-16BD-43E3-8BA3-E31847A14806}"/>
              </a:ext>
            </a:extLst>
          </p:cNvPr>
          <p:cNvSpPr/>
          <p:nvPr/>
        </p:nvSpPr>
        <p:spPr>
          <a:xfrm>
            <a:off x="4931270" y="3653096"/>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GBD Facets</a:t>
            </a:r>
          </a:p>
        </p:txBody>
      </p:sp>
      <p:sp>
        <p:nvSpPr>
          <p:cNvPr id="25" name="Oval 24">
            <a:extLst>
              <a:ext uri="{FF2B5EF4-FFF2-40B4-BE49-F238E27FC236}">
                <a16:creationId xmlns:a16="http://schemas.microsoft.com/office/drawing/2014/main" id="{1F42DE95-F1BE-4D47-8B5E-D57D665EC9DE}"/>
              </a:ext>
            </a:extLst>
          </p:cNvPr>
          <p:cNvSpPr/>
          <p:nvPr/>
        </p:nvSpPr>
        <p:spPr>
          <a:xfrm>
            <a:off x="2877522" y="4727242"/>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26" name="Oval 25">
            <a:extLst>
              <a:ext uri="{FF2B5EF4-FFF2-40B4-BE49-F238E27FC236}">
                <a16:creationId xmlns:a16="http://schemas.microsoft.com/office/drawing/2014/main" id="{8DB6C000-064D-46DF-9606-473589CD81EC}"/>
              </a:ext>
            </a:extLst>
          </p:cNvPr>
          <p:cNvSpPr/>
          <p:nvPr/>
        </p:nvSpPr>
        <p:spPr>
          <a:xfrm>
            <a:off x="2352399" y="3565705"/>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27" name="Oval 26">
            <a:extLst>
              <a:ext uri="{FF2B5EF4-FFF2-40B4-BE49-F238E27FC236}">
                <a16:creationId xmlns:a16="http://schemas.microsoft.com/office/drawing/2014/main" id="{367B821C-DB00-43C5-85CB-7AC81C61447B}"/>
              </a:ext>
            </a:extLst>
          </p:cNvPr>
          <p:cNvSpPr/>
          <p:nvPr/>
        </p:nvSpPr>
        <p:spPr>
          <a:xfrm>
            <a:off x="9604714" y="3653096"/>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28" name="Straight Arrow Connector 27">
            <a:extLst>
              <a:ext uri="{FF2B5EF4-FFF2-40B4-BE49-F238E27FC236}">
                <a16:creationId xmlns:a16="http://schemas.microsoft.com/office/drawing/2014/main" id="{C34A4496-61CE-47E0-9CA3-D726A26B8BFF}"/>
              </a:ext>
            </a:extLst>
          </p:cNvPr>
          <p:cNvCxnSpPr>
            <a:cxnSpLocks/>
            <a:stCxn id="29" idx="4"/>
            <a:endCxn id="27" idx="0"/>
          </p:cNvCxnSpPr>
          <p:nvPr/>
        </p:nvCxnSpPr>
        <p:spPr>
          <a:xfrm>
            <a:off x="10395289" y="3192642"/>
            <a:ext cx="0" cy="460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F29A3EF4-1C27-4D87-A18D-173E7657794E}"/>
              </a:ext>
            </a:extLst>
          </p:cNvPr>
          <p:cNvSpPr/>
          <p:nvPr/>
        </p:nvSpPr>
        <p:spPr>
          <a:xfrm>
            <a:off x="9604714" y="2240142"/>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30" name="Oval 29">
            <a:extLst>
              <a:ext uri="{FF2B5EF4-FFF2-40B4-BE49-F238E27FC236}">
                <a16:creationId xmlns:a16="http://schemas.microsoft.com/office/drawing/2014/main" id="{548D4641-7CFA-48DF-BC50-1F30F224BA45}"/>
              </a:ext>
            </a:extLst>
          </p:cNvPr>
          <p:cNvSpPr/>
          <p:nvPr/>
        </p:nvSpPr>
        <p:spPr>
          <a:xfrm>
            <a:off x="294907" y="2240142"/>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31" name="Oval 30">
            <a:extLst>
              <a:ext uri="{FF2B5EF4-FFF2-40B4-BE49-F238E27FC236}">
                <a16:creationId xmlns:a16="http://schemas.microsoft.com/office/drawing/2014/main" id="{AC46745D-15D5-4939-BC13-B19F29217128}"/>
              </a:ext>
            </a:extLst>
          </p:cNvPr>
          <p:cNvSpPr/>
          <p:nvPr/>
        </p:nvSpPr>
        <p:spPr>
          <a:xfrm>
            <a:off x="4931270" y="2240142"/>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32" name="Oval 31">
            <a:extLst>
              <a:ext uri="{FF2B5EF4-FFF2-40B4-BE49-F238E27FC236}">
                <a16:creationId xmlns:a16="http://schemas.microsoft.com/office/drawing/2014/main" id="{8009D87D-59E2-4FDD-90AF-A1AAE8B49296}"/>
              </a:ext>
            </a:extLst>
          </p:cNvPr>
          <p:cNvSpPr/>
          <p:nvPr/>
        </p:nvSpPr>
        <p:spPr>
          <a:xfrm>
            <a:off x="2613088" y="2240142"/>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Magic, we’ll talk about it later</a:t>
            </a:r>
          </a:p>
        </p:txBody>
      </p:sp>
      <p:cxnSp>
        <p:nvCxnSpPr>
          <p:cNvPr id="33" name="Straight Arrow Connector 32">
            <a:extLst>
              <a:ext uri="{FF2B5EF4-FFF2-40B4-BE49-F238E27FC236}">
                <a16:creationId xmlns:a16="http://schemas.microsoft.com/office/drawing/2014/main" id="{9E277FB9-5DFB-4929-937A-BC51DF2E71BD}"/>
              </a:ext>
            </a:extLst>
          </p:cNvPr>
          <p:cNvCxnSpPr>
            <a:stCxn id="30" idx="6"/>
            <a:endCxn id="32" idx="2"/>
          </p:cNvCxnSpPr>
          <p:nvPr/>
        </p:nvCxnSpPr>
        <p:spPr>
          <a:xfrm>
            <a:off x="1876057" y="2716392"/>
            <a:ext cx="7370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0B0A6A0B-A7ED-4BEC-AFDF-3532635031AD}"/>
              </a:ext>
            </a:extLst>
          </p:cNvPr>
          <p:cNvCxnSpPr>
            <a:stCxn id="32" idx="6"/>
            <a:endCxn id="31" idx="2"/>
          </p:cNvCxnSpPr>
          <p:nvPr/>
        </p:nvCxnSpPr>
        <p:spPr>
          <a:xfrm>
            <a:off x="4194238" y="2716392"/>
            <a:ext cx="737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7C18420B-77A6-4257-A9A1-5EBBAF8EC64B}"/>
              </a:ext>
            </a:extLst>
          </p:cNvPr>
          <p:cNvSpPr/>
          <p:nvPr/>
        </p:nvSpPr>
        <p:spPr>
          <a:xfrm>
            <a:off x="7195628" y="2240142"/>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36" name="Straight Arrow Connector 35">
            <a:extLst>
              <a:ext uri="{FF2B5EF4-FFF2-40B4-BE49-F238E27FC236}">
                <a16:creationId xmlns:a16="http://schemas.microsoft.com/office/drawing/2014/main" id="{70A882E0-C025-4BDC-8E52-7A02976AAD5F}"/>
              </a:ext>
            </a:extLst>
          </p:cNvPr>
          <p:cNvCxnSpPr>
            <a:stCxn id="31" idx="6"/>
            <a:endCxn id="35" idx="2"/>
          </p:cNvCxnSpPr>
          <p:nvPr/>
        </p:nvCxnSpPr>
        <p:spPr>
          <a:xfrm>
            <a:off x="6512420" y="2716392"/>
            <a:ext cx="6832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7D8F67F8-8CD5-4028-9552-DFB813726440}"/>
              </a:ext>
            </a:extLst>
          </p:cNvPr>
          <p:cNvCxnSpPr>
            <a:stCxn id="35" idx="6"/>
            <a:endCxn id="29" idx="2"/>
          </p:cNvCxnSpPr>
          <p:nvPr/>
        </p:nvCxnSpPr>
        <p:spPr>
          <a:xfrm>
            <a:off x="8776778" y="2716392"/>
            <a:ext cx="8279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26D969E-0F76-45EA-9157-2FDC2C7D4995}"/>
              </a:ext>
            </a:extLst>
          </p:cNvPr>
          <p:cNvCxnSpPr>
            <a:stCxn id="27" idx="2"/>
            <a:endCxn id="23" idx="6"/>
          </p:cNvCxnSpPr>
          <p:nvPr/>
        </p:nvCxnSpPr>
        <p:spPr>
          <a:xfrm flipH="1">
            <a:off x="8983740" y="4129346"/>
            <a:ext cx="6209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6A51B313-6439-4496-88E1-5E47C587F933}"/>
              </a:ext>
            </a:extLst>
          </p:cNvPr>
          <p:cNvCxnSpPr>
            <a:stCxn id="23" idx="2"/>
            <a:endCxn id="24" idx="6"/>
          </p:cNvCxnSpPr>
          <p:nvPr/>
        </p:nvCxnSpPr>
        <p:spPr>
          <a:xfrm flipH="1">
            <a:off x="6512420" y="4129346"/>
            <a:ext cx="8901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7944BE2E-947C-42D3-B39C-7A3E4C5EE72E}"/>
              </a:ext>
            </a:extLst>
          </p:cNvPr>
          <p:cNvCxnSpPr>
            <a:stCxn id="24" idx="2"/>
          </p:cNvCxnSpPr>
          <p:nvPr/>
        </p:nvCxnSpPr>
        <p:spPr>
          <a:xfrm flipH="1">
            <a:off x="3915052" y="4129346"/>
            <a:ext cx="1016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658BBB00-DF4C-400D-8059-76B62AB10C0D}"/>
              </a:ext>
            </a:extLst>
          </p:cNvPr>
          <p:cNvCxnSpPr>
            <a:cxnSpLocks/>
            <a:stCxn id="24" idx="2"/>
            <a:endCxn id="25" idx="7"/>
          </p:cNvCxnSpPr>
          <p:nvPr/>
        </p:nvCxnSpPr>
        <p:spPr>
          <a:xfrm flipH="1">
            <a:off x="4227118" y="4129346"/>
            <a:ext cx="704152" cy="737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7F4EE9A5-DAAA-4929-BB9A-6D39D91BFCA7}"/>
              </a:ext>
            </a:extLst>
          </p:cNvPr>
          <p:cNvSpPr txBox="1"/>
          <p:nvPr/>
        </p:nvSpPr>
        <p:spPr>
          <a:xfrm>
            <a:off x="8956645" y="3668893"/>
            <a:ext cx="711138"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43" name="TextBox 42">
            <a:extLst>
              <a:ext uri="{FF2B5EF4-FFF2-40B4-BE49-F238E27FC236}">
                <a16:creationId xmlns:a16="http://schemas.microsoft.com/office/drawing/2014/main" id="{4C0F8893-3774-4178-8857-7CCB75D56C61}"/>
              </a:ext>
            </a:extLst>
          </p:cNvPr>
          <p:cNvSpPr txBox="1"/>
          <p:nvPr/>
        </p:nvSpPr>
        <p:spPr>
          <a:xfrm>
            <a:off x="6525567" y="3707526"/>
            <a:ext cx="890171"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Tree>
    <p:extLst>
      <p:ext uri="{BB962C8B-B14F-4D97-AF65-F5344CB8AC3E}">
        <p14:creationId xmlns:p14="http://schemas.microsoft.com/office/powerpoint/2010/main" val="114159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867DA-EBD6-41D2-97B4-BE1196EAB8AB}"/>
              </a:ext>
            </a:extLst>
          </p:cNvPr>
          <p:cNvSpPr>
            <a:spLocks noGrp="1"/>
          </p:cNvSpPr>
          <p:nvPr>
            <p:ph type="title"/>
          </p:nvPr>
        </p:nvSpPr>
        <p:spPr/>
        <p:txBody>
          <a:bodyPr/>
          <a:lstStyle/>
          <a:p>
            <a:r>
              <a:rPr lang="en-US" dirty="0"/>
              <a:t>New Terminology</a:t>
            </a:r>
          </a:p>
        </p:txBody>
      </p:sp>
      <p:sp>
        <p:nvSpPr>
          <p:cNvPr id="3" name="Content Placeholder 2">
            <a:extLst>
              <a:ext uri="{FF2B5EF4-FFF2-40B4-BE49-F238E27FC236}">
                <a16:creationId xmlns:a16="http://schemas.microsoft.com/office/drawing/2014/main" id="{64E2128A-0EEB-4CAF-98FA-9227F66AC483}"/>
              </a:ext>
            </a:extLst>
          </p:cNvPr>
          <p:cNvSpPr>
            <a:spLocks noGrp="1"/>
          </p:cNvSpPr>
          <p:nvPr>
            <p:ph idx="1"/>
          </p:nvPr>
        </p:nvSpPr>
        <p:spPr/>
        <p:txBody>
          <a:bodyPr/>
          <a:lstStyle/>
          <a:p>
            <a:r>
              <a:rPr lang="en-US" dirty="0"/>
              <a:t>New Day Claims: claims that are coming today</a:t>
            </a:r>
          </a:p>
          <a:p>
            <a:r>
              <a:rPr lang="en-US" dirty="0"/>
              <a:t>Recycle Claims: claims from previous days</a:t>
            </a:r>
          </a:p>
          <a:p>
            <a:r>
              <a:rPr lang="en-US" dirty="0"/>
              <a:t>Oracle (SQL Developer): like MS SQL (what we use to run queries), but connects to Facets so we can run queries against Facets</a:t>
            </a:r>
          </a:p>
          <a:p>
            <a:endParaRPr lang="en-US" dirty="0"/>
          </a:p>
        </p:txBody>
      </p:sp>
    </p:spTree>
    <p:extLst>
      <p:ext uri="{BB962C8B-B14F-4D97-AF65-F5344CB8AC3E}">
        <p14:creationId xmlns:p14="http://schemas.microsoft.com/office/powerpoint/2010/main" val="306290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2353-124F-4ACA-A451-008501265E80}"/>
              </a:ext>
            </a:extLst>
          </p:cNvPr>
          <p:cNvSpPr>
            <a:spLocks noGrp="1"/>
          </p:cNvSpPr>
          <p:nvPr>
            <p:ph type="title"/>
          </p:nvPr>
        </p:nvSpPr>
        <p:spPr/>
        <p:txBody>
          <a:bodyPr/>
          <a:lstStyle/>
          <a:p>
            <a:r>
              <a:rPr lang="en-US" dirty="0"/>
              <a:t>An Overview: with Tidal Jobs</a:t>
            </a:r>
          </a:p>
        </p:txBody>
      </p:sp>
      <p:sp>
        <p:nvSpPr>
          <p:cNvPr id="23" name="TextBox 22">
            <a:extLst>
              <a:ext uri="{FF2B5EF4-FFF2-40B4-BE49-F238E27FC236}">
                <a16:creationId xmlns:a16="http://schemas.microsoft.com/office/drawing/2014/main" id="{1D099104-D59E-4C29-A908-EDCAF14A1DFC}"/>
              </a:ext>
            </a:extLst>
          </p:cNvPr>
          <p:cNvSpPr txBox="1"/>
          <p:nvPr/>
        </p:nvSpPr>
        <p:spPr>
          <a:xfrm>
            <a:off x="9335808" y="2130632"/>
            <a:ext cx="2293935" cy="461665"/>
          </a:xfrm>
          <a:prstGeom prst="rect">
            <a:avLst/>
          </a:prstGeom>
          <a:solidFill>
            <a:srgbClr val="BA8CDC"/>
          </a:solidFill>
        </p:spPr>
        <p:txBody>
          <a:bodyPr wrap="square" rtlCol="0">
            <a:spAutoFit/>
          </a:bodyPr>
          <a:lstStyle/>
          <a:p>
            <a:r>
              <a:rPr lang="en-US" sz="1200" b="1" i="1" u="sng" dirty="0"/>
              <a:t>New day: CLA303D and CLA303E</a:t>
            </a:r>
          </a:p>
          <a:p>
            <a:r>
              <a:rPr lang="en-US" sz="1200" b="1" i="1" u="sng" dirty="0"/>
              <a:t>Recycle: CLA301B</a:t>
            </a:r>
          </a:p>
        </p:txBody>
      </p:sp>
      <p:sp>
        <p:nvSpPr>
          <p:cNvPr id="24" name="TextBox 23">
            <a:extLst>
              <a:ext uri="{FF2B5EF4-FFF2-40B4-BE49-F238E27FC236}">
                <a16:creationId xmlns:a16="http://schemas.microsoft.com/office/drawing/2014/main" id="{82B76120-1C98-4FD3-B767-13FDCB5125B6}"/>
              </a:ext>
            </a:extLst>
          </p:cNvPr>
          <p:cNvSpPr txBox="1"/>
          <p:nvPr/>
        </p:nvSpPr>
        <p:spPr>
          <a:xfrm>
            <a:off x="7199888" y="5112536"/>
            <a:ext cx="1976616" cy="276999"/>
          </a:xfrm>
          <a:prstGeom prst="rect">
            <a:avLst/>
          </a:prstGeom>
          <a:solidFill>
            <a:schemeClr val="accent4">
              <a:lumMod val="40000"/>
              <a:lumOff val="60000"/>
            </a:schemeClr>
          </a:solidFill>
        </p:spPr>
        <p:txBody>
          <a:bodyPr wrap="square" rtlCol="0">
            <a:spAutoFit/>
          </a:bodyPr>
          <a:lstStyle/>
          <a:p>
            <a:r>
              <a:rPr lang="en-US" sz="1200" b="1" i="1" u="sng" dirty="0"/>
              <a:t>CLA002, CLA002B, CLA004A</a:t>
            </a:r>
          </a:p>
        </p:txBody>
      </p:sp>
      <p:sp>
        <p:nvSpPr>
          <p:cNvPr id="25" name="TextBox 24">
            <a:extLst>
              <a:ext uri="{FF2B5EF4-FFF2-40B4-BE49-F238E27FC236}">
                <a16:creationId xmlns:a16="http://schemas.microsoft.com/office/drawing/2014/main" id="{5ADEBADE-6798-4B60-B56A-4418E074FF28}"/>
              </a:ext>
            </a:extLst>
          </p:cNvPr>
          <p:cNvSpPr txBox="1"/>
          <p:nvPr/>
        </p:nvSpPr>
        <p:spPr>
          <a:xfrm>
            <a:off x="4942910" y="5113988"/>
            <a:ext cx="1551886" cy="276999"/>
          </a:xfrm>
          <a:prstGeom prst="rect">
            <a:avLst/>
          </a:prstGeom>
          <a:solidFill>
            <a:srgbClr val="BDD7EE"/>
          </a:solidFill>
        </p:spPr>
        <p:txBody>
          <a:bodyPr wrap="square" rtlCol="0">
            <a:spAutoFit/>
          </a:bodyPr>
          <a:lstStyle/>
          <a:p>
            <a:r>
              <a:rPr lang="en-US" sz="1200" b="1" i="1" u="sng" dirty="0"/>
              <a:t>CLA002B and CLA005</a:t>
            </a:r>
          </a:p>
        </p:txBody>
      </p:sp>
      <p:sp>
        <p:nvSpPr>
          <p:cNvPr id="26" name="TextBox 25">
            <a:extLst>
              <a:ext uri="{FF2B5EF4-FFF2-40B4-BE49-F238E27FC236}">
                <a16:creationId xmlns:a16="http://schemas.microsoft.com/office/drawing/2014/main" id="{C9E2E52D-01A2-4B4A-B64D-09C7DC406F10}"/>
              </a:ext>
            </a:extLst>
          </p:cNvPr>
          <p:cNvSpPr txBox="1"/>
          <p:nvPr/>
        </p:nvSpPr>
        <p:spPr>
          <a:xfrm>
            <a:off x="684415" y="2315298"/>
            <a:ext cx="601447" cy="276999"/>
          </a:xfrm>
          <a:prstGeom prst="rect">
            <a:avLst/>
          </a:prstGeom>
          <a:noFill/>
        </p:spPr>
        <p:txBody>
          <a:bodyPr wrap="none" rtlCol="0">
            <a:spAutoFit/>
          </a:bodyPr>
          <a:lstStyle/>
          <a:p>
            <a:r>
              <a:rPr lang="en-US" sz="1200" dirty="0"/>
              <a:t>MGFT</a:t>
            </a:r>
          </a:p>
        </p:txBody>
      </p:sp>
      <p:sp>
        <p:nvSpPr>
          <p:cNvPr id="27" name="TextBox 26">
            <a:extLst>
              <a:ext uri="{FF2B5EF4-FFF2-40B4-BE49-F238E27FC236}">
                <a16:creationId xmlns:a16="http://schemas.microsoft.com/office/drawing/2014/main" id="{45886411-81C8-446D-966F-675167C12A05}"/>
              </a:ext>
            </a:extLst>
          </p:cNvPr>
          <p:cNvSpPr txBox="1"/>
          <p:nvPr/>
        </p:nvSpPr>
        <p:spPr>
          <a:xfrm>
            <a:off x="5258911" y="2347458"/>
            <a:ext cx="747320" cy="276999"/>
          </a:xfrm>
          <a:prstGeom prst="rect">
            <a:avLst/>
          </a:prstGeom>
          <a:solidFill>
            <a:schemeClr val="accent2"/>
          </a:solidFill>
        </p:spPr>
        <p:txBody>
          <a:bodyPr wrap="none" rtlCol="0">
            <a:spAutoFit/>
          </a:bodyPr>
          <a:lstStyle/>
          <a:p>
            <a:r>
              <a:rPr lang="en-US" sz="1200" b="1" i="1" u="sng" dirty="0"/>
              <a:t>CLA303B</a:t>
            </a:r>
          </a:p>
        </p:txBody>
      </p:sp>
      <p:sp>
        <p:nvSpPr>
          <p:cNvPr id="29" name="TextBox 28">
            <a:extLst>
              <a:ext uri="{FF2B5EF4-FFF2-40B4-BE49-F238E27FC236}">
                <a16:creationId xmlns:a16="http://schemas.microsoft.com/office/drawing/2014/main" id="{19CDBC2D-4BCA-4F24-BE29-5DA824382AC7}"/>
              </a:ext>
            </a:extLst>
          </p:cNvPr>
          <p:cNvSpPr txBox="1"/>
          <p:nvPr/>
        </p:nvSpPr>
        <p:spPr>
          <a:xfrm>
            <a:off x="9649102" y="5116410"/>
            <a:ext cx="1421864" cy="461665"/>
          </a:xfrm>
          <a:prstGeom prst="rect">
            <a:avLst/>
          </a:prstGeom>
          <a:solidFill>
            <a:schemeClr val="bg2">
              <a:lumMod val="90000"/>
            </a:schemeClr>
          </a:solidFill>
        </p:spPr>
        <p:txBody>
          <a:bodyPr wrap="none" rtlCol="0">
            <a:spAutoFit/>
          </a:bodyPr>
          <a:lstStyle/>
          <a:p>
            <a:r>
              <a:rPr lang="en-US" sz="1200" b="1" i="1" u="sng" dirty="0"/>
              <a:t>New day: CLA305A </a:t>
            </a:r>
          </a:p>
          <a:p>
            <a:r>
              <a:rPr lang="en-US" sz="1200" b="1" i="1" u="sng" dirty="0"/>
              <a:t>Recycle: CLA305B </a:t>
            </a:r>
          </a:p>
        </p:txBody>
      </p:sp>
      <p:sp>
        <p:nvSpPr>
          <p:cNvPr id="30" name="TextBox 29">
            <a:extLst>
              <a:ext uri="{FF2B5EF4-FFF2-40B4-BE49-F238E27FC236}">
                <a16:creationId xmlns:a16="http://schemas.microsoft.com/office/drawing/2014/main" id="{8783D848-B411-418D-9805-36C42DA62F33}"/>
              </a:ext>
            </a:extLst>
          </p:cNvPr>
          <p:cNvSpPr txBox="1"/>
          <p:nvPr/>
        </p:nvSpPr>
        <p:spPr>
          <a:xfrm>
            <a:off x="7612046" y="2289759"/>
            <a:ext cx="747320" cy="276999"/>
          </a:xfrm>
          <a:prstGeom prst="rect">
            <a:avLst/>
          </a:prstGeom>
          <a:solidFill>
            <a:schemeClr val="accent2"/>
          </a:solidFill>
        </p:spPr>
        <p:txBody>
          <a:bodyPr wrap="none" rtlCol="0">
            <a:spAutoFit/>
          </a:bodyPr>
          <a:lstStyle/>
          <a:p>
            <a:r>
              <a:rPr lang="en-US" sz="1200" b="1" i="1" u="sng" dirty="0"/>
              <a:t>CLA303B</a:t>
            </a:r>
          </a:p>
        </p:txBody>
      </p:sp>
      <p:sp>
        <p:nvSpPr>
          <p:cNvPr id="60" name="Oval 59">
            <a:extLst>
              <a:ext uri="{FF2B5EF4-FFF2-40B4-BE49-F238E27FC236}">
                <a16:creationId xmlns:a16="http://schemas.microsoft.com/office/drawing/2014/main" id="{1E8D9B79-E399-41DE-B64C-D2733C448BB8}"/>
              </a:ext>
            </a:extLst>
          </p:cNvPr>
          <p:cNvSpPr/>
          <p:nvPr/>
        </p:nvSpPr>
        <p:spPr>
          <a:xfrm>
            <a:off x="7371818" y="4096979"/>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61" name="Oval 60">
            <a:extLst>
              <a:ext uri="{FF2B5EF4-FFF2-40B4-BE49-F238E27FC236}">
                <a16:creationId xmlns:a16="http://schemas.microsoft.com/office/drawing/2014/main" id="{8041680A-8804-406A-A2F2-7BE2B77404ED}"/>
              </a:ext>
            </a:extLst>
          </p:cNvPr>
          <p:cNvSpPr/>
          <p:nvPr/>
        </p:nvSpPr>
        <p:spPr>
          <a:xfrm>
            <a:off x="4900498" y="4096979"/>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GBD Facets</a:t>
            </a:r>
          </a:p>
        </p:txBody>
      </p:sp>
      <p:sp>
        <p:nvSpPr>
          <p:cNvPr id="62" name="Oval 61">
            <a:extLst>
              <a:ext uri="{FF2B5EF4-FFF2-40B4-BE49-F238E27FC236}">
                <a16:creationId xmlns:a16="http://schemas.microsoft.com/office/drawing/2014/main" id="{5D5D3A0E-D1E1-4974-94C1-19F400CB5B98}"/>
              </a:ext>
            </a:extLst>
          </p:cNvPr>
          <p:cNvSpPr/>
          <p:nvPr/>
        </p:nvSpPr>
        <p:spPr>
          <a:xfrm>
            <a:off x="2846750" y="5171125"/>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63" name="Oval 62">
            <a:extLst>
              <a:ext uri="{FF2B5EF4-FFF2-40B4-BE49-F238E27FC236}">
                <a16:creationId xmlns:a16="http://schemas.microsoft.com/office/drawing/2014/main" id="{6E021823-1B2C-4512-89F7-8B7E02AE1A39}"/>
              </a:ext>
            </a:extLst>
          </p:cNvPr>
          <p:cNvSpPr/>
          <p:nvPr/>
        </p:nvSpPr>
        <p:spPr>
          <a:xfrm>
            <a:off x="2321627" y="4009588"/>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64" name="Oval 63">
            <a:extLst>
              <a:ext uri="{FF2B5EF4-FFF2-40B4-BE49-F238E27FC236}">
                <a16:creationId xmlns:a16="http://schemas.microsoft.com/office/drawing/2014/main" id="{8F24DECD-7B18-42F0-BD9E-660B1748672C}"/>
              </a:ext>
            </a:extLst>
          </p:cNvPr>
          <p:cNvSpPr/>
          <p:nvPr/>
        </p:nvSpPr>
        <p:spPr>
          <a:xfrm>
            <a:off x="9573942" y="4096979"/>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65" name="Straight Arrow Connector 64">
            <a:extLst>
              <a:ext uri="{FF2B5EF4-FFF2-40B4-BE49-F238E27FC236}">
                <a16:creationId xmlns:a16="http://schemas.microsoft.com/office/drawing/2014/main" id="{54198815-B995-4C70-B5B6-9A861561BEB6}"/>
              </a:ext>
            </a:extLst>
          </p:cNvPr>
          <p:cNvCxnSpPr>
            <a:cxnSpLocks/>
            <a:stCxn id="66" idx="4"/>
            <a:endCxn id="64" idx="0"/>
          </p:cNvCxnSpPr>
          <p:nvPr/>
        </p:nvCxnSpPr>
        <p:spPr>
          <a:xfrm>
            <a:off x="10364517" y="3636525"/>
            <a:ext cx="0" cy="460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629A810F-1FAA-4393-820F-6C7455ED6E4D}"/>
              </a:ext>
            </a:extLst>
          </p:cNvPr>
          <p:cNvSpPr/>
          <p:nvPr/>
        </p:nvSpPr>
        <p:spPr>
          <a:xfrm>
            <a:off x="9573942" y="2684025"/>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67" name="Oval 66">
            <a:extLst>
              <a:ext uri="{FF2B5EF4-FFF2-40B4-BE49-F238E27FC236}">
                <a16:creationId xmlns:a16="http://schemas.microsoft.com/office/drawing/2014/main" id="{D43ABFE7-77B9-478C-8DB7-F0FAE534AD45}"/>
              </a:ext>
            </a:extLst>
          </p:cNvPr>
          <p:cNvSpPr/>
          <p:nvPr/>
        </p:nvSpPr>
        <p:spPr>
          <a:xfrm>
            <a:off x="264135" y="26840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68" name="Oval 67">
            <a:extLst>
              <a:ext uri="{FF2B5EF4-FFF2-40B4-BE49-F238E27FC236}">
                <a16:creationId xmlns:a16="http://schemas.microsoft.com/office/drawing/2014/main" id="{3973AD1B-3E02-42D0-B84F-E23AD9007D7B}"/>
              </a:ext>
            </a:extLst>
          </p:cNvPr>
          <p:cNvSpPr/>
          <p:nvPr/>
        </p:nvSpPr>
        <p:spPr>
          <a:xfrm>
            <a:off x="4900498" y="26840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69" name="Oval 68">
            <a:extLst>
              <a:ext uri="{FF2B5EF4-FFF2-40B4-BE49-F238E27FC236}">
                <a16:creationId xmlns:a16="http://schemas.microsoft.com/office/drawing/2014/main" id="{9387F3BA-477F-402E-92DE-4A2DB6A6BC4F}"/>
              </a:ext>
            </a:extLst>
          </p:cNvPr>
          <p:cNvSpPr/>
          <p:nvPr/>
        </p:nvSpPr>
        <p:spPr>
          <a:xfrm>
            <a:off x="2582316" y="26840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Files go through processes with other teams</a:t>
            </a:r>
          </a:p>
        </p:txBody>
      </p:sp>
      <p:cxnSp>
        <p:nvCxnSpPr>
          <p:cNvPr id="70" name="Straight Arrow Connector 69">
            <a:extLst>
              <a:ext uri="{FF2B5EF4-FFF2-40B4-BE49-F238E27FC236}">
                <a16:creationId xmlns:a16="http://schemas.microsoft.com/office/drawing/2014/main" id="{B52E2258-B6C3-4182-817E-0FFF8305A894}"/>
              </a:ext>
            </a:extLst>
          </p:cNvPr>
          <p:cNvCxnSpPr>
            <a:stCxn id="67" idx="6"/>
            <a:endCxn id="69" idx="2"/>
          </p:cNvCxnSpPr>
          <p:nvPr/>
        </p:nvCxnSpPr>
        <p:spPr>
          <a:xfrm>
            <a:off x="1845285" y="3160275"/>
            <a:ext cx="7370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35F277D3-50E1-4FE3-ABE3-7394E8BAA4E6}"/>
              </a:ext>
            </a:extLst>
          </p:cNvPr>
          <p:cNvCxnSpPr>
            <a:stCxn id="69" idx="6"/>
            <a:endCxn id="68" idx="2"/>
          </p:cNvCxnSpPr>
          <p:nvPr/>
        </p:nvCxnSpPr>
        <p:spPr>
          <a:xfrm>
            <a:off x="4163466" y="3160275"/>
            <a:ext cx="737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062C4559-D80F-413C-AB4D-25E816274924}"/>
              </a:ext>
            </a:extLst>
          </p:cNvPr>
          <p:cNvSpPr/>
          <p:nvPr/>
        </p:nvSpPr>
        <p:spPr>
          <a:xfrm>
            <a:off x="7164856" y="26840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73" name="Straight Arrow Connector 72">
            <a:extLst>
              <a:ext uri="{FF2B5EF4-FFF2-40B4-BE49-F238E27FC236}">
                <a16:creationId xmlns:a16="http://schemas.microsoft.com/office/drawing/2014/main" id="{3E1E0CD7-B542-4F08-A45E-B24D391D8ED2}"/>
              </a:ext>
            </a:extLst>
          </p:cNvPr>
          <p:cNvCxnSpPr>
            <a:stCxn id="68" idx="6"/>
            <a:endCxn id="72" idx="2"/>
          </p:cNvCxnSpPr>
          <p:nvPr/>
        </p:nvCxnSpPr>
        <p:spPr>
          <a:xfrm>
            <a:off x="6481648" y="3160275"/>
            <a:ext cx="6832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E0551EF8-3086-4E1C-80C2-68450BF96C55}"/>
              </a:ext>
            </a:extLst>
          </p:cNvPr>
          <p:cNvCxnSpPr>
            <a:stCxn id="72" idx="6"/>
            <a:endCxn id="66" idx="2"/>
          </p:cNvCxnSpPr>
          <p:nvPr/>
        </p:nvCxnSpPr>
        <p:spPr>
          <a:xfrm>
            <a:off x="8746006" y="3160275"/>
            <a:ext cx="8279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EACDFD50-742C-49EA-BA14-9D659066B00D}"/>
              </a:ext>
            </a:extLst>
          </p:cNvPr>
          <p:cNvCxnSpPr>
            <a:stCxn id="64" idx="2"/>
            <a:endCxn id="60" idx="6"/>
          </p:cNvCxnSpPr>
          <p:nvPr/>
        </p:nvCxnSpPr>
        <p:spPr>
          <a:xfrm flipH="1">
            <a:off x="8952968" y="4573229"/>
            <a:ext cx="6209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FC244DE4-96A4-4755-9431-8DCFAEE82B73}"/>
              </a:ext>
            </a:extLst>
          </p:cNvPr>
          <p:cNvCxnSpPr>
            <a:stCxn id="60" idx="2"/>
            <a:endCxn id="61" idx="6"/>
          </p:cNvCxnSpPr>
          <p:nvPr/>
        </p:nvCxnSpPr>
        <p:spPr>
          <a:xfrm flipH="1">
            <a:off x="6481648" y="4573229"/>
            <a:ext cx="8901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C85C1352-9B0B-40B8-965B-87E4476C00E3}"/>
              </a:ext>
            </a:extLst>
          </p:cNvPr>
          <p:cNvCxnSpPr>
            <a:stCxn id="61" idx="2"/>
          </p:cNvCxnSpPr>
          <p:nvPr/>
        </p:nvCxnSpPr>
        <p:spPr>
          <a:xfrm flipH="1">
            <a:off x="3884280" y="4573229"/>
            <a:ext cx="1016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0BC36018-6660-4385-953F-86B1349E660F}"/>
              </a:ext>
            </a:extLst>
          </p:cNvPr>
          <p:cNvCxnSpPr>
            <a:cxnSpLocks/>
            <a:stCxn id="61" idx="2"/>
            <a:endCxn id="62" idx="7"/>
          </p:cNvCxnSpPr>
          <p:nvPr/>
        </p:nvCxnSpPr>
        <p:spPr>
          <a:xfrm flipH="1">
            <a:off x="4196346" y="4573229"/>
            <a:ext cx="704152" cy="737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0D277C48-25DB-43AC-9431-2DA166CA6667}"/>
              </a:ext>
            </a:extLst>
          </p:cNvPr>
          <p:cNvSpPr txBox="1"/>
          <p:nvPr/>
        </p:nvSpPr>
        <p:spPr>
          <a:xfrm>
            <a:off x="8918050" y="4092475"/>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80" name="TextBox 79">
            <a:extLst>
              <a:ext uri="{FF2B5EF4-FFF2-40B4-BE49-F238E27FC236}">
                <a16:creationId xmlns:a16="http://schemas.microsoft.com/office/drawing/2014/main" id="{4DA951F0-11B1-49FB-95FB-99C02BE5EDE8}"/>
              </a:ext>
            </a:extLst>
          </p:cNvPr>
          <p:cNvSpPr txBox="1"/>
          <p:nvPr/>
        </p:nvSpPr>
        <p:spPr>
          <a:xfrm>
            <a:off x="6446730" y="4125476"/>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Tree>
    <p:extLst>
      <p:ext uri="{BB962C8B-B14F-4D97-AF65-F5344CB8AC3E}">
        <p14:creationId xmlns:p14="http://schemas.microsoft.com/office/powerpoint/2010/main" val="366789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CA0CC-B6E9-4B14-A007-0C48A37C9455}"/>
              </a:ext>
            </a:extLst>
          </p:cNvPr>
          <p:cNvSpPr>
            <a:spLocks noGrp="1"/>
          </p:cNvSpPr>
          <p:nvPr>
            <p:ph type="title"/>
          </p:nvPr>
        </p:nvSpPr>
        <p:spPr>
          <a:solidFill>
            <a:schemeClr val="accent2"/>
          </a:solidFill>
        </p:spPr>
        <p:txBody>
          <a:bodyPr/>
          <a:lstStyle/>
          <a:p>
            <a:r>
              <a:rPr lang="en-US" dirty="0"/>
              <a:t>CLA303B – OTVM and PEGA Staging</a:t>
            </a:r>
          </a:p>
        </p:txBody>
      </p:sp>
      <p:sp>
        <p:nvSpPr>
          <p:cNvPr id="3" name="Content Placeholder 2">
            <a:extLst>
              <a:ext uri="{FF2B5EF4-FFF2-40B4-BE49-F238E27FC236}">
                <a16:creationId xmlns:a16="http://schemas.microsoft.com/office/drawing/2014/main" id="{80E6EA46-0CDF-4585-9270-F8864FA99057}"/>
              </a:ext>
            </a:extLst>
          </p:cNvPr>
          <p:cNvSpPr>
            <a:spLocks noGrp="1"/>
          </p:cNvSpPr>
          <p:nvPr>
            <p:ph idx="1"/>
          </p:nvPr>
        </p:nvSpPr>
        <p:spPr/>
        <p:txBody>
          <a:bodyPr>
            <a:normAutofit lnSpcReduction="10000"/>
          </a:bodyPr>
          <a:lstStyle/>
          <a:p>
            <a:r>
              <a:rPr lang="en-US" dirty="0"/>
              <a:t>Starts at 12:30AM</a:t>
            </a:r>
          </a:p>
          <a:p>
            <a:r>
              <a:rPr lang="en-US" dirty="0"/>
              <a:t>Runs throughout the day until 11:45PM</a:t>
            </a:r>
          </a:p>
          <a:p>
            <a:r>
              <a:rPr lang="en-US" dirty="0"/>
              <a:t>Takes files from vendor locations and moves them to CIFT/CIRT pickup locations</a:t>
            </a:r>
          </a:p>
          <a:p>
            <a:r>
              <a:rPr lang="en-US" dirty="0"/>
              <a:t>Moves files into hot folder for OTVM to pickup and moves files to be staged for PEGA</a:t>
            </a:r>
          </a:p>
          <a:p>
            <a:r>
              <a:rPr lang="en-US" dirty="0"/>
              <a:t>Different vendors have different rules for compliance, OTVM checks each file based on its vendor </a:t>
            </a:r>
          </a:p>
          <a:p>
            <a:r>
              <a:rPr lang="en-US" dirty="0"/>
              <a:t>Main locations to check: Error queue, outbound queue (no </a:t>
            </a:r>
            <a:r>
              <a:rPr lang="en-US"/>
              <a:t>CIFT queues),</a:t>
            </a:r>
            <a:endParaRPr lang="en-US" dirty="0"/>
          </a:p>
        </p:txBody>
      </p:sp>
    </p:spTree>
    <p:extLst>
      <p:ext uri="{BB962C8B-B14F-4D97-AF65-F5344CB8AC3E}">
        <p14:creationId xmlns:p14="http://schemas.microsoft.com/office/powerpoint/2010/main" val="1630454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2FA6-A22F-4A54-B9E3-203AFE9B1E67}"/>
              </a:ext>
            </a:extLst>
          </p:cNvPr>
          <p:cNvSpPr>
            <a:spLocks noGrp="1"/>
          </p:cNvSpPr>
          <p:nvPr>
            <p:ph type="title"/>
          </p:nvPr>
        </p:nvSpPr>
        <p:spPr>
          <a:solidFill>
            <a:schemeClr val="accent2"/>
          </a:solidFill>
        </p:spPr>
        <p:txBody>
          <a:bodyPr/>
          <a:lstStyle/>
          <a:p>
            <a:r>
              <a:rPr lang="en-US" dirty="0"/>
              <a:t>The path of the file through OTVM</a:t>
            </a:r>
          </a:p>
        </p:txBody>
      </p:sp>
      <p:sp>
        <p:nvSpPr>
          <p:cNvPr id="4" name="Oval 3">
            <a:extLst>
              <a:ext uri="{FF2B5EF4-FFF2-40B4-BE49-F238E27FC236}">
                <a16:creationId xmlns:a16="http://schemas.microsoft.com/office/drawing/2014/main" id="{DD77A801-60BD-4954-8A10-B9F72B95EC89}"/>
              </a:ext>
            </a:extLst>
          </p:cNvPr>
          <p:cNvSpPr/>
          <p:nvPr/>
        </p:nvSpPr>
        <p:spPr>
          <a:xfrm>
            <a:off x="458280" y="3059877"/>
            <a:ext cx="1463592" cy="843455"/>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Vendor Location</a:t>
            </a:r>
          </a:p>
        </p:txBody>
      </p:sp>
      <p:sp>
        <p:nvSpPr>
          <p:cNvPr id="7" name="Oval 6">
            <a:extLst>
              <a:ext uri="{FF2B5EF4-FFF2-40B4-BE49-F238E27FC236}">
                <a16:creationId xmlns:a16="http://schemas.microsoft.com/office/drawing/2014/main" id="{11C97131-B92E-4AAD-9F6F-8EB89639BE08}"/>
              </a:ext>
            </a:extLst>
          </p:cNvPr>
          <p:cNvSpPr/>
          <p:nvPr/>
        </p:nvSpPr>
        <p:spPr>
          <a:xfrm>
            <a:off x="9881936" y="3059875"/>
            <a:ext cx="1450001" cy="843455"/>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 Location</a:t>
            </a:r>
          </a:p>
        </p:txBody>
      </p:sp>
      <p:sp>
        <p:nvSpPr>
          <p:cNvPr id="9" name="TextBox 8">
            <a:extLst>
              <a:ext uri="{FF2B5EF4-FFF2-40B4-BE49-F238E27FC236}">
                <a16:creationId xmlns:a16="http://schemas.microsoft.com/office/drawing/2014/main" id="{527631F6-72CC-4407-B547-8BA0B4266CCE}"/>
              </a:ext>
            </a:extLst>
          </p:cNvPr>
          <p:cNvSpPr txBox="1"/>
          <p:nvPr/>
        </p:nvSpPr>
        <p:spPr>
          <a:xfrm>
            <a:off x="4647414" y="2606829"/>
            <a:ext cx="52022" cy="369332"/>
          </a:xfrm>
          <a:prstGeom prst="rect">
            <a:avLst/>
          </a:prstGeom>
          <a:noFill/>
        </p:spPr>
        <p:txBody>
          <a:bodyPr wrap="square" rtlCol="0">
            <a:spAutoFit/>
          </a:bodyPr>
          <a:lstStyle/>
          <a:p>
            <a:endParaRPr lang="en-US" dirty="0"/>
          </a:p>
        </p:txBody>
      </p:sp>
      <p:sp>
        <p:nvSpPr>
          <p:cNvPr id="10" name="Oval 9">
            <a:extLst>
              <a:ext uri="{FF2B5EF4-FFF2-40B4-BE49-F238E27FC236}">
                <a16:creationId xmlns:a16="http://schemas.microsoft.com/office/drawing/2014/main" id="{1AC0FDB3-E30E-4D36-BFE7-CD4752B589BF}"/>
              </a:ext>
            </a:extLst>
          </p:cNvPr>
          <p:cNvSpPr/>
          <p:nvPr/>
        </p:nvSpPr>
        <p:spPr>
          <a:xfrm>
            <a:off x="2708161" y="3059879"/>
            <a:ext cx="1572578" cy="843455"/>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CIRT/CIFT Pickup Location</a:t>
            </a:r>
          </a:p>
        </p:txBody>
      </p:sp>
      <p:sp>
        <p:nvSpPr>
          <p:cNvPr id="12" name="Oval 11">
            <a:extLst>
              <a:ext uri="{FF2B5EF4-FFF2-40B4-BE49-F238E27FC236}">
                <a16:creationId xmlns:a16="http://schemas.microsoft.com/office/drawing/2014/main" id="{6119BFC2-A0E3-4739-8C49-6137287561ED}"/>
              </a:ext>
            </a:extLst>
          </p:cNvPr>
          <p:cNvSpPr/>
          <p:nvPr/>
        </p:nvSpPr>
        <p:spPr>
          <a:xfrm>
            <a:off x="5067028" y="3059877"/>
            <a:ext cx="1572578" cy="8434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OTVM Hot folder</a:t>
            </a:r>
          </a:p>
        </p:txBody>
      </p:sp>
      <p:sp>
        <p:nvSpPr>
          <p:cNvPr id="13" name="Oval 12">
            <a:extLst>
              <a:ext uri="{FF2B5EF4-FFF2-40B4-BE49-F238E27FC236}">
                <a16:creationId xmlns:a16="http://schemas.microsoft.com/office/drawing/2014/main" id="{0B82B62F-CCBB-4012-BEBD-2D092AD8AD83}"/>
              </a:ext>
            </a:extLst>
          </p:cNvPr>
          <p:cNvSpPr/>
          <p:nvPr/>
        </p:nvSpPr>
        <p:spPr>
          <a:xfrm>
            <a:off x="7513163" y="3059876"/>
            <a:ext cx="1572578" cy="8434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Staged for PEGA</a:t>
            </a:r>
          </a:p>
        </p:txBody>
      </p:sp>
      <p:cxnSp>
        <p:nvCxnSpPr>
          <p:cNvPr id="15" name="Straight Arrow Connector 14">
            <a:extLst>
              <a:ext uri="{FF2B5EF4-FFF2-40B4-BE49-F238E27FC236}">
                <a16:creationId xmlns:a16="http://schemas.microsoft.com/office/drawing/2014/main" id="{EF31ECEA-3A10-45A8-AC43-D6DBC6F47C22}"/>
              </a:ext>
            </a:extLst>
          </p:cNvPr>
          <p:cNvCxnSpPr>
            <a:stCxn id="4" idx="6"/>
            <a:endCxn id="10" idx="2"/>
          </p:cNvCxnSpPr>
          <p:nvPr/>
        </p:nvCxnSpPr>
        <p:spPr>
          <a:xfrm>
            <a:off x="1921872" y="348160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4ED5FE1-59CE-44B3-B7D2-EE15F9D669CE}"/>
              </a:ext>
            </a:extLst>
          </p:cNvPr>
          <p:cNvCxnSpPr>
            <a:cxnSpLocks/>
            <a:stCxn id="10" idx="6"/>
            <a:endCxn id="12" idx="2"/>
          </p:cNvCxnSpPr>
          <p:nvPr/>
        </p:nvCxnSpPr>
        <p:spPr>
          <a:xfrm flipV="1">
            <a:off x="4280739" y="348160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F74A249-A036-40AF-B6DB-1A2C04F756B5}"/>
              </a:ext>
            </a:extLst>
          </p:cNvPr>
          <p:cNvCxnSpPr>
            <a:cxnSpLocks/>
          </p:cNvCxnSpPr>
          <p:nvPr/>
        </p:nvCxnSpPr>
        <p:spPr>
          <a:xfrm>
            <a:off x="6639606" y="3485094"/>
            <a:ext cx="87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46395F9-40E7-46CE-9F0A-7DE5434B00F8}"/>
              </a:ext>
            </a:extLst>
          </p:cNvPr>
          <p:cNvCxnSpPr>
            <a:cxnSpLocks/>
          </p:cNvCxnSpPr>
          <p:nvPr/>
        </p:nvCxnSpPr>
        <p:spPr>
          <a:xfrm flipV="1">
            <a:off x="9090694" y="349571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30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0B3DD-933C-48FC-8CDD-B0EE97A8C344}"/>
              </a:ext>
            </a:extLst>
          </p:cNvPr>
          <p:cNvSpPr>
            <a:spLocks noGrp="1"/>
          </p:cNvSpPr>
          <p:nvPr>
            <p:ph type="title"/>
          </p:nvPr>
        </p:nvSpPr>
        <p:spPr>
          <a:solidFill>
            <a:schemeClr val="accent2"/>
          </a:solidFill>
        </p:spPr>
        <p:txBody>
          <a:bodyPr/>
          <a:lstStyle/>
          <a:p>
            <a:r>
              <a:rPr lang="en-US" dirty="0"/>
              <a:t>OTVM Statuses</a:t>
            </a:r>
          </a:p>
        </p:txBody>
      </p:sp>
      <p:sp>
        <p:nvSpPr>
          <p:cNvPr id="3" name="Content Placeholder 2">
            <a:extLst>
              <a:ext uri="{FF2B5EF4-FFF2-40B4-BE49-F238E27FC236}">
                <a16:creationId xmlns:a16="http://schemas.microsoft.com/office/drawing/2014/main" id="{1F9C5C61-FB46-4A0D-816B-3D3FA6F8D524}"/>
              </a:ext>
            </a:extLst>
          </p:cNvPr>
          <p:cNvSpPr>
            <a:spLocks noGrp="1"/>
          </p:cNvSpPr>
          <p:nvPr>
            <p:ph idx="1"/>
          </p:nvPr>
        </p:nvSpPr>
        <p:spPr/>
        <p:txBody>
          <a:bodyPr>
            <a:normAutofit fontScale="70000" lnSpcReduction="20000"/>
          </a:bodyPr>
          <a:lstStyle/>
          <a:p>
            <a:r>
              <a:rPr lang="en-US" dirty="0"/>
              <a:t>New- file available, recognized it needs to be updated to be processed</a:t>
            </a:r>
          </a:p>
          <a:p>
            <a:r>
              <a:rPr lang="en-US" dirty="0"/>
              <a:t>Updated for processing- still in hot folder, file name is updated with .processing extension (meaning it will be picked up)</a:t>
            </a:r>
          </a:p>
          <a:p>
            <a:r>
              <a:rPr lang="en-US" dirty="0"/>
              <a:t>Waiting for Analysis- staged to be analyzed, but not in hot folder</a:t>
            </a:r>
          </a:p>
          <a:p>
            <a:r>
              <a:rPr lang="en-US" dirty="0"/>
              <a:t>Analysis in progress- currently going through OTVM with all the rules/policies/exclusion rules applied based on input queue</a:t>
            </a:r>
          </a:p>
          <a:p>
            <a:r>
              <a:rPr lang="en-US" dirty="0"/>
              <a:t>Analysis complete- file has gone through all rules and policies applied, prepped for error or report generation depending on whether all claims in the file are rejected or not</a:t>
            </a:r>
          </a:p>
          <a:p>
            <a:r>
              <a:rPr lang="en-US" dirty="0"/>
              <a:t>Error- trash status. Any files that fail to meet structural compliance or files that were abandoned during analysis will have this status. If any are shown with data, research further to identify cause of error </a:t>
            </a:r>
          </a:p>
          <a:p>
            <a:r>
              <a:rPr lang="en-US" dirty="0"/>
              <a:t>Generating Reports- creating necessary 277, 999s, submitter reports, and newly processed main file </a:t>
            </a:r>
          </a:p>
          <a:p>
            <a:r>
              <a:rPr lang="en-US" dirty="0"/>
              <a:t>Report Generation Complete- used in the output queue to go to the respective file location in prod</a:t>
            </a:r>
          </a:p>
        </p:txBody>
      </p:sp>
    </p:spTree>
    <p:extLst>
      <p:ext uri="{BB962C8B-B14F-4D97-AF65-F5344CB8AC3E}">
        <p14:creationId xmlns:p14="http://schemas.microsoft.com/office/powerpoint/2010/main" val="2100415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6709A-3E21-4315-A68E-F0C37A9EF590}"/>
              </a:ext>
            </a:extLst>
          </p:cNvPr>
          <p:cNvSpPr>
            <a:spLocks noGrp="1"/>
          </p:cNvSpPr>
          <p:nvPr>
            <p:ph type="title"/>
          </p:nvPr>
        </p:nvSpPr>
        <p:spPr>
          <a:solidFill>
            <a:srgbClr val="BA8CDC"/>
          </a:solidFill>
        </p:spPr>
        <p:txBody>
          <a:bodyPr/>
          <a:lstStyle/>
          <a:p>
            <a:r>
              <a:rPr lang="en-US" dirty="0"/>
              <a:t>PEGA Load- New Day and Recycle Claims</a:t>
            </a:r>
          </a:p>
        </p:txBody>
      </p:sp>
      <p:sp>
        <p:nvSpPr>
          <p:cNvPr id="3" name="Content Placeholder 2">
            <a:extLst>
              <a:ext uri="{FF2B5EF4-FFF2-40B4-BE49-F238E27FC236}">
                <a16:creationId xmlns:a16="http://schemas.microsoft.com/office/drawing/2014/main" id="{BBDEBF64-B2D6-4B3B-934E-712F29FE3C56}"/>
              </a:ext>
            </a:extLst>
          </p:cNvPr>
          <p:cNvSpPr>
            <a:spLocks noGrp="1"/>
          </p:cNvSpPr>
          <p:nvPr>
            <p:ph idx="1"/>
          </p:nvPr>
        </p:nvSpPr>
        <p:spPr>
          <a:xfrm>
            <a:off x="838200" y="1825625"/>
            <a:ext cx="10515600" cy="2202465"/>
          </a:xfrm>
        </p:spPr>
        <p:txBody>
          <a:bodyPr>
            <a:normAutofit lnSpcReduction="10000"/>
          </a:bodyPr>
          <a:lstStyle/>
          <a:p>
            <a:r>
              <a:rPr lang="en-US" dirty="0"/>
              <a:t>The PEGA load is the process of loading claims into EDINETCLAIM on EDINET1P</a:t>
            </a:r>
          </a:p>
          <a:p>
            <a:r>
              <a:rPr lang="en-US" dirty="0"/>
              <a:t>Claims are loaded into 837 tables by the PEGA application</a:t>
            </a:r>
          </a:p>
          <a:p>
            <a:r>
              <a:rPr lang="en-US" dirty="0"/>
              <a:t>This is monitored on the PEGA dashboard: </a:t>
            </a:r>
            <a:r>
              <a:rPr lang="en-US" dirty="0">
                <a:hlinkClick r:id="rId2"/>
              </a:rPr>
              <a:t>https://30.96.14.28:8517/prweb/PRServletLDAP1</a:t>
            </a:r>
            <a:r>
              <a:rPr lang="en-US" dirty="0"/>
              <a:t> </a:t>
            </a:r>
          </a:p>
          <a:p>
            <a:endParaRPr lang="en-US" dirty="0"/>
          </a:p>
          <a:p>
            <a:endParaRPr lang="en-US" dirty="0"/>
          </a:p>
        </p:txBody>
      </p:sp>
      <p:pic>
        <p:nvPicPr>
          <p:cNvPr id="4" name="Picture 3">
            <a:extLst>
              <a:ext uri="{FF2B5EF4-FFF2-40B4-BE49-F238E27FC236}">
                <a16:creationId xmlns:a16="http://schemas.microsoft.com/office/drawing/2014/main" id="{B02F529E-C0E1-4AB9-ACB3-98D39D65FDC6}"/>
              </a:ext>
            </a:extLst>
          </p:cNvPr>
          <p:cNvPicPr>
            <a:picLocks noChangeAspect="1"/>
          </p:cNvPicPr>
          <p:nvPr/>
        </p:nvPicPr>
        <p:blipFill rotWithShape="1">
          <a:blip r:embed="rId3"/>
          <a:srcRect r="-2" b="1518"/>
          <a:stretch/>
        </p:blipFill>
        <p:spPr>
          <a:xfrm>
            <a:off x="417576" y="4128078"/>
            <a:ext cx="5468112" cy="2517485"/>
          </a:xfrm>
          <a:prstGeom prst="rect">
            <a:avLst/>
          </a:prstGeom>
        </p:spPr>
      </p:pic>
      <p:pic>
        <p:nvPicPr>
          <p:cNvPr id="5" name="Picture 4">
            <a:extLst>
              <a:ext uri="{FF2B5EF4-FFF2-40B4-BE49-F238E27FC236}">
                <a16:creationId xmlns:a16="http://schemas.microsoft.com/office/drawing/2014/main" id="{1BCA7BCF-E181-412C-A987-F02E8A6FB96E}"/>
              </a:ext>
            </a:extLst>
          </p:cNvPr>
          <p:cNvPicPr>
            <a:picLocks noChangeAspect="1"/>
          </p:cNvPicPr>
          <p:nvPr/>
        </p:nvPicPr>
        <p:blipFill rotWithShape="1">
          <a:blip r:embed="rId4"/>
          <a:srcRect l="12431" t="2" r="24580"/>
          <a:stretch/>
        </p:blipFill>
        <p:spPr>
          <a:xfrm>
            <a:off x="6306312" y="4128078"/>
            <a:ext cx="5468112" cy="2517453"/>
          </a:xfrm>
          <a:prstGeom prst="rect">
            <a:avLst/>
          </a:prstGeom>
        </p:spPr>
      </p:pic>
    </p:spTree>
    <p:extLst>
      <p:ext uri="{BB962C8B-B14F-4D97-AF65-F5344CB8AC3E}">
        <p14:creationId xmlns:p14="http://schemas.microsoft.com/office/powerpoint/2010/main" val="4248196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A7A0-3A26-4BD3-BB3A-6375766890DB}"/>
              </a:ext>
            </a:extLst>
          </p:cNvPr>
          <p:cNvSpPr>
            <a:spLocks noGrp="1"/>
          </p:cNvSpPr>
          <p:nvPr>
            <p:ph type="title"/>
          </p:nvPr>
        </p:nvSpPr>
        <p:spPr>
          <a:solidFill>
            <a:srgbClr val="BA8CDC"/>
          </a:solidFill>
        </p:spPr>
        <p:txBody>
          <a:bodyPr/>
          <a:lstStyle/>
          <a:p>
            <a:r>
              <a:rPr lang="en-US" dirty="0"/>
              <a:t>CLA303D, CLA303E, CLA301B – PEGA Load</a:t>
            </a:r>
          </a:p>
        </p:txBody>
      </p:sp>
      <p:sp>
        <p:nvSpPr>
          <p:cNvPr id="3" name="Content Placeholder 2">
            <a:extLst>
              <a:ext uri="{FF2B5EF4-FFF2-40B4-BE49-F238E27FC236}">
                <a16:creationId xmlns:a16="http://schemas.microsoft.com/office/drawing/2014/main" id="{5BFF466C-D76F-48F7-907B-6AFCC5D889E9}"/>
              </a:ext>
            </a:extLst>
          </p:cNvPr>
          <p:cNvSpPr>
            <a:spLocks noGrp="1"/>
          </p:cNvSpPr>
          <p:nvPr>
            <p:ph idx="1"/>
          </p:nvPr>
        </p:nvSpPr>
        <p:spPr/>
        <p:txBody>
          <a:bodyPr>
            <a:normAutofit lnSpcReduction="10000"/>
          </a:bodyPr>
          <a:lstStyle/>
          <a:p>
            <a:r>
              <a:rPr lang="en-US" dirty="0"/>
              <a:t>The jobs that load the claims are:</a:t>
            </a:r>
          </a:p>
          <a:p>
            <a:r>
              <a:rPr lang="en-US" dirty="0"/>
              <a:t>CLA303D</a:t>
            </a:r>
          </a:p>
          <a:p>
            <a:pPr lvl="1"/>
            <a:r>
              <a:rPr lang="en-US" dirty="0"/>
              <a:t>Starts at 1AM and runs throughout the day until 5PM</a:t>
            </a:r>
          </a:p>
          <a:p>
            <a:pPr lvl="1"/>
            <a:r>
              <a:rPr lang="en-US" dirty="0"/>
              <a:t>Loads new day claims to PEGA</a:t>
            </a:r>
          </a:p>
          <a:p>
            <a:r>
              <a:rPr lang="en-US" dirty="0"/>
              <a:t>CLA303E</a:t>
            </a:r>
          </a:p>
          <a:p>
            <a:pPr lvl="1"/>
            <a:r>
              <a:rPr lang="en-US" dirty="0"/>
              <a:t>Starts at 5:15PM</a:t>
            </a:r>
          </a:p>
          <a:p>
            <a:pPr lvl="1"/>
            <a:r>
              <a:rPr lang="en-US" dirty="0"/>
              <a:t>Relies on CLA303D</a:t>
            </a:r>
          </a:p>
          <a:p>
            <a:pPr lvl="1"/>
            <a:r>
              <a:rPr lang="en-US" dirty="0"/>
              <a:t>Loads new day claims to PEGA</a:t>
            </a:r>
          </a:p>
          <a:p>
            <a:r>
              <a:rPr lang="en-US" dirty="0"/>
              <a:t>CLA301B</a:t>
            </a:r>
          </a:p>
          <a:p>
            <a:pPr lvl="1"/>
            <a:r>
              <a:rPr lang="en-US" dirty="0"/>
              <a:t>Starts at 9PM</a:t>
            </a:r>
          </a:p>
          <a:p>
            <a:pPr lvl="1"/>
            <a:r>
              <a:rPr lang="en-US" dirty="0"/>
              <a:t>Loads recycle claims to PEGA</a:t>
            </a:r>
          </a:p>
          <a:p>
            <a:endParaRPr lang="en-US" dirty="0"/>
          </a:p>
        </p:txBody>
      </p:sp>
    </p:spTree>
    <p:extLst>
      <p:ext uri="{BB962C8B-B14F-4D97-AF65-F5344CB8AC3E}">
        <p14:creationId xmlns:p14="http://schemas.microsoft.com/office/powerpoint/2010/main" val="367037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4552-DC05-445E-8CB6-45E9CF61E3A9}"/>
              </a:ext>
            </a:extLst>
          </p:cNvPr>
          <p:cNvSpPr>
            <a:spLocks noGrp="1"/>
          </p:cNvSpPr>
          <p:nvPr>
            <p:ph type="title"/>
          </p:nvPr>
        </p:nvSpPr>
        <p:spPr>
          <a:solidFill>
            <a:schemeClr val="bg2">
              <a:lumMod val="90000"/>
            </a:schemeClr>
          </a:solidFill>
        </p:spPr>
        <p:txBody>
          <a:bodyPr/>
          <a:lstStyle/>
          <a:p>
            <a:r>
              <a:rPr lang="en-US" dirty="0"/>
              <a:t>Keywords</a:t>
            </a:r>
          </a:p>
        </p:txBody>
      </p:sp>
      <p:sp>
        <p:nvSpPr>
          <p:cNvPr id="3" name="Content Placeholder 2">
            <a:extLst>
              <a:ext uri="{FF2B5EF4-FFF2-40B4-BE49-F238E27FC236}">
                <a16:creationId xmlns:a16="http://schemas.microsoft.com/office/drawing/2014/main" id="{01B0FF38-9D24-493F-BC82-7D192DF02780}"/>
              </a:ext>
            </a:extLst>
          </p:cNvPr>
          <p:cNvSpPr>
            <a:spLocks noGrp="1"/>
          </p:cNvSpPr>
          <p:nvPr>
            <p:ph idx="1"/>
          </p:nvPr>
        </p:nvSpPr>
        <p:spPr/>
        <p:txBody>
          <a:bodyPr/>
          <a:lstStyle/>
          <a:p>
            <a:r>
              <a:rPr lang="en-US" dirty="0"/>
              <a:t>Keywords are how the claims are loaded into Facets</a:t>
            </a:r>
          </a:p>
          <a:p>
            <a:r>
              <a:rPr lang="en-US" dirty="0"/>
              <a:t>Keywords are organized claim files that are in </a:t>
            </a:r>
            <a:r>
              <a:rPr lang="en-US" dirty="0" err="1"/>
              <a:t>Trizetto</a:t>
            </a:r>
            <a:r>
              <a:rPr lang="en-US" dirty="0"/>
              <a:t> format</a:t>
            </a:r>
          </a:p>
          <a:p>
            <a:r>
              <a:rPr lang="en-US" dirty="0"/>
              <a:t>The keyword files do not include rejected claims from the 837 files</a:t>
            </a:r>
          </a:p>
          <a:p>
            <a:r>
              <a:rPr lang="en-US" dirty="0"/>
              <a:t>Keywords are generated from EDINETCLAIM on EDINET1P and processed to Facets through the XC and CLMU loads</a:t>
            </a:r>
          </a:p>
          <a:p>
            <a:endParaRPr lang="en-US" dirty="0"/>
          </a:p>
          <a:p>
            <a:r>
              <a:rPr lang="en-US" dirty="0"/>
              <a:t>We can see how many keywords have been created through the PEGA application</a:t>
            </a:r>
          </a:p>
          <a:p>
            <a:endParaRPr lang="en-US" dirty="0"/>
          </a:p>
          <a:p>
            <a:endParaRPr lang="en-US" dirty="0"/>
          </a:p>
        </p:txBody>
      </p:sp>
    </p:spTree>
    <p:extLst>
      <p:ext uri="{BB962C8B-B14F-4D97-AF65-F5344CB8AC3E}">
        <p14:creationId xmlns:p14="http://schemas.microsoft.com/office/powerpoint/2010/main" val="83848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3DBE-A7C9-46DD-8980-D9BB479E8CF9}"/>
              </a:ext>
            </a:extLst>
          </p:cNvPr>
          <p:cNvSpPr>
            <a:spLocks noGrp="1"/>
          </p:cNvSpPr>
          <p:nvPr>
            <p:ph type="title"/>
          </p:nvPr>
        </p:nvSpPr>
        <p:spPr>
          <a:solidFill>
            <a:schemeClr val="bg2">
              <a:lumMod val="90000"/>
            </a:schemeClr>
          </a:solidFill>
        </p:spPr>
        <p:txBody>
          <a:bodyPr/>
          <a:lstStyle/>
          <a:p>
            <a:r>
              <a:rPr lang="en-US" dirty="0"/>
              <a:t>CLA305A, CLA305B - Keywords</a:t>
            </a:r>
          </a:p>
        </p:txBody>
      </p:sp>
      <p:sp>
        <p:nvSpPr>
          <p:cNvPr id="3" name="Content Placeholder 2">
            <a:extLst>
              <a:ext uri="{FF2B5EF4-FFF2-40B4-BE49-F238E27FC236}">
                <a16:creationId xmlns:a16="http://schemas.microsoft.com/office/drawing/2014/main" id="{06B4BC0F-EEB9-40E8-9FBB-558E4896A757}"/>
              </a:ext>
            </a:extLst>
          </p:cNvPr>
          <p:cNvSpPr>
            <a:spLocks noGrp="1"/>
          </p:cNvSpPr>
          <p:nvPr>
            <p:ph idx="1"/>
          </p:nvPr>
        </p:nvSpPr>
        <p:spPr/>
        <p:txBody>
          <a:bodyPr/>
          <a:lstStyle/>
          <a:p>
            <a:r>
              <a:rPr lang="en-US" dirty="0"/>
              <a:t>The jobs that generate the keywords are:</a:t>
            </a:r>
          </a:p>
          <a:p>
            <a:r>
              <a:rPr lang="en-US" dirty="0"/>
              <a:t>CLA305A</a:t>
            </a:r>
          </a:p>
          <a:p>
            <a:pPr lvl="1"/>
            <a:r>
              <a:rPr lang="en-US" dirty="0"/>
              <a:t>New Day claims</a:t>
            </a:r>
          </a:p>
          <a:p>
            <a:pPr lvl="1"/>
            <a:r>
              <a:rPr lang="en-US" dirty="0"/>
              <a:t>Starts at 7AM and runs throughout the day until 11:30PM</a:t>
            </a:r>
          </a:p>
          <a:p>
            <a:pPr lvl="1"/>
            <a:r>
              <a:rPr lang="en-US" dirty="0"/>
              <a:t>Relies on CLA305B</a:t>
            </a:r>
          </a:p>
          <a:p>
            <a:r>
              <a:rPr lang="en-US" dirty="0"/>
              <a:t>CLA305B</a:t>
            </a:r>
          </a:p>
          <a:p>
            <a:pPr lvl="1"/>
            <a:r>
              <a:rPr lang="en-US" dirty="0"/>
              <a:t>Recycle claims</a:t>
            </a:r>
          </a:p>
          <a:p>
            <a:pPr lvl="1"/>
            <a:r>
              <a:rPr lang="en-US" dirty="0"/>
              <a:t>Starts at 6AM and runs until 8:30AM</a:t>
            </a:r>
          </a:p>
        </p:txBody>
      </p:sp>
    </p:spTree>
    <p:extLst>
      <p:ext uri="{BB962C8B-B14F-4D97-AF65-F5344CB8AC3E}">
        <p14:creationId xmlns:p14="http://schemas.microsoft.com/office/powerpoint/2010/main" val="474533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E395-E18A-4701-9739-7D65F58AE3F4}"/>
              </a:ext>
            </a:extLst>
          </p:cNvPr>
          <p:cNvSpPr>
            <a:spLocks noGrp="1"/>
          </p:cNvSpPr>
          <p:nvPr>
            <p:ph type="title"/>
          </p:nvPr>
        </p:nvSpPr>
        <p:spPr>
          <a:solidFill>
            <a:schemeClr val="accent4">
              <a:lumMod val="40000"/>
              <a:lumOff val="60000"/>
            </a:schemeClr>
          </a:solidFill>
        </p:spPr>
        <p:txBody>
          <a:bodyPr/>
          <a:lstStyle/>
          <a:p>
            <a:r>
              <a:rPr lang="en-US" dirty="0"/>
              <a:t>CLA002 – XC Load</a:t>
            </a:r>
          </a:p>
        </p:txBody>
      </p:sp>
      <p:sp>
        <p:nvSpPr>
          <p:cNvPr id="3" name="Content Placeholder 2">
            <a:extLst>
              <a:ext uri="{FF2B5EF4-FFF2-40B4-BE49-F238E27FC236}">
                <a16:creationId xmlns:a16="http://schemas.microsoft.com/office/drawing/2014/main" id="{0EC2236C-0DCE-4EEF-ACC6-DBF78C51E73D}"/>
              </a:ext>
            </a:extLst>
          </p:cNvPr>
          <p:cNvSpPr>
            <a:spLocks noGrp="1"/>
          </p:cNvSpPr>
          <p:nvPr>
            <p:ph idx="1"/>
          </p:nvPr>
        </p:nvSpPr>
        <p:spPr/>
        <p:txBody>
          <a:bodyPr/>
          <a:lstStyle/>
          <a:p>
            <a:r>
              <a:rPr lang="en-US" dirty="0"/>
              <a:t>Starts at 1:30PM</a:t>
            </a:r>
          </a:p>
          <a:p>
            <a:r>
              <a:rPr lang="en-US" dirty="0"/>
              <a:t>Loads claims from EDINETCLAIM on EDINET1P into FACETS_XC on FAC1P by loading Keywords</a:t>
            </a:r>
          </a:p>
          <a:p>
            <a:pPr marL="0" indent="0">
              <a:buNone/>
            </a:pPr>
            <a:endParaRPr lang="en-US" dirty="0"/>
          </a:p>
          <a:p>
            <a:r>
              <a:rPr lang="en-US" dirty="0"/>
              <a:t>Loads all keywords generated by CLA305A and CLA305B by 1:30PM into FACETS_XC</a:t>
            </a:r>
          </a:p>
          <a:p>
            <a:r>
              <a:rPr lang="en-US" dirty="0"/>
              <a:t>Keywords are now staged to move into GBD Facets</a:t>
            </a:r>
          </a:p>
          <a:p>
            <a:r>
              <a:rPr lang="en-US" dirty="0"/>
              <a:t>During and after this load, claims are still being loaded to PEGA by CLA303D and keywords are still being generated by CLA305A</a:t>
            </a:r>
          </a:p>
          <a:p>
            <a:endParaRPr lang="en-US" dirty="0"/>
          </a:p>
          <a:p>
            <a:pPr marL="0" indent="0">
              <a:buNone/>
            </a:pPr>
            <a:endParaRPr lang="en-US" dirty="0"/>
          </a:p>
        </p:txBody>
      </p:sp>
    </p:spTree>
    <p:extLst>
      <p:ext uri="{BB962C8B-B14F-4D97-AF65-F5344CB8AC3E}">
        <p14:creationId xmlns:p14="http://schemas.microsoft.com/office/powerpoint/2010/main" val="145396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CB68-E29E-447A-A82B-04D78691E8D7}"/>
              </a:ext>
            </a:extLst>
          </p:cNvPr>
          <p:cNvSpPr>
            <a:spLocks noGrp="1"/>
          </p:cNvSpPr>
          <p:nvPr>
            <p:ph type="title"/>
          </p:nvPr>
        </p:nvSpPr>
        <p:spPr>
          <a:solidFill>
            <a:srgbClr val="BDD7EE"/>
          </a:solidFill>
        </p:spPr>
        <p:txBody>
          <a:bodyPr/>
          <a:lstStyle/>
          <a:p>
            <a:r>
              <a:rPr lang="en-US" dirty="0"/>
              <a:t>CLA002B (“The Primary”) – CLMU Load</a:t>
            </a:r>
          </a:p>
        </p:txBody>
      </p:sp>
      <p:sp>
        <p:nvSpPr>
          <p:cNvPr id="3" name="Content Placeholder 2">
            <a:extLst>
              <a:ext uri="{FF2B5EF4-FFF2-40B4-BE49-F238E27FC236}">
                <a16:creationId xmlns:a16="http://schemas.microsoft.com/office/drawing/2014/main" id="{28DF7A28-7E2E-4701-8961-776A90DBA01B}"/>
              </a:ext>
            </a:extLst>
          </p:cNvPr>
          <p:cNvSpPr>
            <a:spLocks noGrp="1"/>
          </p:cNvSpPr>
          <p:nvPr>
            <p:ph idx="1"/>
          </p:nvPr>
        </p:nvSpPr>
        <p:spPr/>
        <p:txBody>
          <a:bodyPr>
            <a:normAutofit fontScale="85000" lnSpcReduction="20000"/>
          </a:bodyPr>
          <a:lstStyle/>
          <a:p>
            <a:r>
              <a:rPr lang="en-US" dirty="0"/>
              <a:t>Loads claims to GBD FACETS</a:t>
            </a:r>
          </a:p>
          <a:p>
            <a:r>
              <a:rPr lang="en-US" dirty="0"/>
              <a:t>Starts at 3:30PM</a:t>
            </a:r>
          </a:p>
          <a:p>
            <a:pPr lvl="1"/>
            <a:r>
              <a:rPr lang="en-US" dirty="0"/>
              <a:t>If the keyword claims are over 650K by 2PM, kick this job off at 2:30PM</a:t>
            </a:r>
          </a:p>
          <a:p>
            <a:r>
              <a:rPr lang="en-US" dirty="0"/>
              <a:t>Runs a second XC load, taking keywords that have been created since the 1:30 XC Load (CLA002) and loading them to FACETS_XC</a:t>
            </a:r>
          </a:p>
          <a:p>
            <a:r>
              <a:rPr lang="en-US" dirty="0"/>
              <a:t>Runs the incremental CLMU Load.</a:t>
            </a:r>
          </a:p>
          <a:p>
            <a:pPr lvl="1"/>
            <a:r>
              <a:rPr lang="en-US" dirty="0"/>
              <a:t>Takes all the keywords that have been loaded into FACETS_XC by the 2 XC Loads and filters them into GBD FACETS</a:t>
            </a:r>
          </a:p>
          <a:p>
            <a:endParaRPr lang="en-US" dirty="0"/>
          </a:p>
          <a:p>
            <a:r>
              <a:rPr lang="en-US" dirty="0"/>
              <a:t>Status as shown in query: </a:t>
            </a:r>
          </a:p>
          <a:p>
            <a:pPr lvl="1"/>
            <a:r>
              <a:rPr lang="en-US" dirty="0"/>
              <a:t>99 – moved to GBD successfully </a:t>
            </a:r>
          </a:p>
          <a:p>
            <a:pPr lvl="1"/>
            <a:r>
              <a:rPr lang="en-US" dirty="0"/>
              <a:t>15 – has been through logic at least once but was not loaded successfully to GBD</a:t>
            </a:r>
          </a:p>
          <a:p>
            <a:pPr lvl="1"/>
            <a:r>
              <a:rPr lang="en-US" dirty="0"/>
              <a:t>16 – has not been through the logic and is not in GBD</a:t>
            </a:r>
          </a:p>
          <a:p>
            <a:endParaRPr lang="en-US" dirty="0"/>
          </a:p>
          <a:p>
            <a:endParaRPr lang="en-US" dirty="0"/>
          </a:p>
        </p:txBody>
      </p:sp>
    </p:spTree>
    <p:extLst>
      <p:ext uri="{BB962C8B-B14F-4D97-AF65-F5344CB8AC3E}">
        <p14:creationId xmlns:p14="http://schemas.microsoft.com/office/powerpoint/2010/main" val="384203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7D0E-8D4E-4BB2-9516-0F70C3BB0578}"/>
              </a:ext>
            </a:extLst>
          </p:cNvPr>
          <p:cNvSpPr>
            <a:spLocks noGrp="1"/>
          </p:cNvSpPr>
          <p:nvPr>
            <p:ph type="title"/>
          </p:nvPr>
        </p:nvSpPr>
        <p:spPr>
          <a:solidFill>
            <a:schemeClr val="accent4">
              <a:lumMod val="40000"/>
              <a:lumOff val="60000"/>
            </a:schemeClr>
          </a:solidFill>
        </p:spPr>
        <p:txBody>
          <a:bodyPr/>
          <a:lstStyle/>
          <a:p>
            <a:r>
              <a:rPr lang="en-US" dirty="0"/>
              <a:t>CLA004A – Final XC Load</a:t>
            </a:r>
          </a:p>
        </p:txBody>
      </p:sp>
      <p:sp>
        <p:nvSpPr>
          <p:cNvPr id="3" name="Content Placeholder 2">
            <a:extLst>
              <a:ext uri="{FF2B5EF4-FFF2-40B4-BE49-F238E27FC236}">
                <a16:creationId xmlns:a16="http://schemas.microsoft.com/office/drawing/2014/main" id="{F0D1B203-754F-40C7-A23D-04AB5F773C25}"/>
              </a:ext>
            </a:extLst>
          </p:cNvPr>
          <p:cNvSpPr>
            <a:spLocks noGrp="1"/>
          </p:cNvSpPr>
          <p:nvPr>
            <p:ph idx="1"/>
          </p:nvPr>
        </p:nvSpPr>
        <p:spPr/>
        <p:txBody>
          <a:bodyPr/>
          <a:lstStyle/>
          <a:p>
            <a:r>
              <a:rPr lang="en-US" dirty="0"/>
              <a:t>Starts at 8PM</a:t>
            </a:r>
          </a:p>
          <a:p>
            <a:r>
              <a:rPr lang="en-US" dirty="0"/>
              <a:t>Loads any keywords that have been created since the 3:30PM XC Load (CLA002B) into FACETS_XC</a:t>
            </a:r>
          </a:p>
          <a:p>
            <a:r>
              <a:rPr lang="en-US" dirty="0"/>
              <a:t>Does the same thing as CLA002</a:t>
            </a:r>
          </a:p>
        </p:txBody>
      </p:sp>
    </p:spTree>
    <p:extLst>
      <p:ext uri="{BB962C8B-B14F-4D97-AF65-F5344CB8AC3E}">
        <p14:creationId xmlns:p14="http://schemas.microsoft.com/office/powerpoint/2010/main" val="145109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781C-8F1E-4D20-925F-15C68CEEA97C}"/>
              </a:ext>
            </a:extLst>
          </p:cNvPr>
          <p:cNvSpPr>
            <a:spLocks noGrp="1"/>
          </p:cNvSpPr>
          <p:nvPr>
            <p:ph type="title"/>
          </p:nvPr>
        </p:nvSpPr>
        <p:spPr>
          <a:solidFill>
            <a:srgbClr val="BDD7EE"/>
          </a:solidFill>
        </p:spPr>
        <p:txBody>
          <a:bodyPr/>
          <a:lstStyle/>
          <a:p>
            <a:r>
              <a:rPr lang="en-US" dirty="0"/>
              <a:t>CLA005 - Cleanup</a:t>
            </a:r>
          </a:p>
        </p:txBody>
      </p:sp>
      <p:sp>
        <p:nvSpPr>
          <p:cNvPr id="3" name="Content Placeholder 2">
            <a:extLst>
              <a:ext uri="{FF2B5EF4-FFF2-40B4-BE49-F238E27FC236}">
                <a16:creationId xmlns:a16="http://schemas.microsoft.com/office/drawing/2014/main" id="{F655B03B-9731-474B-A866-43F9712E60A0}"/>
              </a:ext>
            </a:extLst>
          </p:cNvPr>
          <p:cNvSpPr>
            <a:spLocks noGrp="1"/>
          </p:cNvSpPr>
          <p:nvPr>
            <p:ph idx="1"/>
          </p:nvPr>
        </p:nvSpPr>
        <p:spPr/>
        <p:txBody>
          <a:bodyPr>
            <a:normAutofit/>
          </a:bodyPr>
          <a:lstStyle/>
          <a:p>
            <a:r>
              <a:rPr lang="en-US" dirty="0"/>
              <a:t>Second CLMU Load</a:t>
            </a:r>
          </a:p>
          <a:p>
            <a:pPr lvl="1"/>
            <a:r>
              <a:rPr lang="en-US" dirty="0"/>
              <a:t>Scheduled for 6:45PM</a:t>
            </a:r>
          </a:p>
          <a:p>
            <a:pPr lvl="2"/>
            <a:r>
              <a:rPr lang="en-US" dirty="0"/>
              <a:t>Relies on CLA004A so will start after that</a:t>
            </a:r>
          </a:p>
          <a:p>
            <a:pPr lvl="1"/>
            <a:r>
              <a:rPr lang="en-US" dirty="0"/>
              <a:t>Picks up “new day claims” from XC load in CLA004A to load them into GBD FACETS</a:t>
            </a:r>
          </a:p>
          <a:p>
            <a:pPr lvl="1"/>
            <a:r>
              <a:rPr lang="en-US" dirty="0"/>
              <a:t>Also looks at pending claims from past days and loads them into GBD Facets </a:t>
            </a:r>
          </a:p>
          <a:p>
            <a:endParaRPr lang="en-US" dirty="0"/>
          </a:p>
          <a:p>
            <a:r>
              <a:rPr lang="en-US" dirty="0"/>
              <a:t>Different from CLA002B CLMU load because it looks at past days’ claims as well that weren’t loaded to GBD FACETS</a:t>
            </a:r>
          </a:p>
        </p:txBody>
      </p:sp>
    </p:spTree>
    <p:extLst>
      <p:ext uri="{BB962C8B-B14F-4D97-AF65-F5344CB8AC3E}">
        <p14:creationId xmlns:p14="http://schemas.microsoft.com/office/powerpoint/2010/main" val="1968312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D879-5A59-4CBA-89CE-058E25B47227}"/>
              </a:ext>
            </a:extLst>
          </p:cNvPr>
          <p:cNvSpPr>
            <a:spLocks noGrp="1"/>
          </p:cNvSpPr>
          <p:nvPr>
            <p:ph type="title"/>
          </p:nvPr>
        </p:nvSpPr>
        <p:spPr>
          <a:solidFill>
            <a:srgbClr val="BDD7EE"/>
          </a:solidFill>
        </p:spPr>
        <p:txBody>
          <a:bodyPr/>
          <a:lstStyle/>
          <a:p>
            <a:r>
              <a:rPr lang="en-US" dirty="0"/>
              <a:t>CLA005 - Cleanup</a:t>
            </a:r>
          </a:p>
        </p:txBody>
      </p:sp>
      <p:sp>
        <p:nvSpPr>
          <p:cNvPr id="3" name="Content Placeholder 2">
            <a:extLst>
              <a:ext uri="{FF2B5EF4-FFF2-40B4-BE49-F238E27FC236}">
                <a16:creationId xmlns:a16="http://schemas.microsoft.com/office/drawing/2014/main" id="{11F96FB6-097D-40FB-86F0-40B0C2DC4189}"/>
              </a:ext>
            </a:extLst>
          </p:cNvPr>
          <p:cNvSpPr>
            <a:spLocks noGrp="1"/>
          </p:cNvSpPr>
          <p:nvPr>
            <p:ph idx="1"/>
          </p:nvPr>
        </p:nvSpPr>
        <p:spPr/>
        <p:txBody>
          <a:bodyPr/>
          <a:lstStyle/>
          <a:p>
            <a:r>
              <a:rPr lang="en-US" dirty="0"/>
              <a:t>If this is killed for CLA009, set it to completed normally so the jobs after it can run. Any claims not picked up will be picked up during cleanup the next day</a:t>
            </a:r>
          </a:p>
          <a:p>
            <a:endParaRPr lang="en-US" dirty="0"/>
          </a:p>
        </p:txBody>
      </p:sp>
    </p:spTree>
    <p:extLst>
      <p:ext uri="{BB962C8B-B14F-4D97-AF65-F5344CB8AC3E}">
        <p14:creationId xmlns:p14="http://schemas.microsoft.com/office/powerpoint/2010/main" val="3224942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7495-D201-44E5-92CB-AFEC1383DBD2}"/>
              </a:ext>
            </a:extLst>
          </p:cNvPr>
          <p:cNvSpPr>
            <a:spLocks noGrp="1"/>
          </p:cNvSpPr>
          <p:nvPr>
            <p:ph type="title"/>
          </p:nvPr>
        </p:nvSpPr>
        <p:spPr>
          <a:solidFill>
            <a:srgbClr val="BDD7EE"/>
          </a:solidFill>
        </p:spPr>
        <p:txBody>
          <a:bodyPr/>
          <a:lstStyle/>
          <a:p>
            <a:r>
              <a:rPr lang="en-US" dirty="0"/>
              <a:t>CLA015 – CLMU Weekend Cleanup</a:t>
            </a:r>
          </a:p>
        </p:txBody>
      </p:sp>
      <p:sp>
        <p:nvSpPr>
          <p:cNvPr id="3" name="Content Placeholder 2">
            <a:extLst>
              <a:ext uri="{FF2B5EF4-FFF2-40B4-BE49-F238E27FC236}">
                <a16:creationId xmlns:a16="http://schemas.microsoft.com/office/drawing/2014/main" id="{D2216041-7574-45FD-AA5D-C72747152971}"/>
              </a:ext>
            </a:extLst>
          </p:cNvPr>
          <p:cNvSpPr>
            <a:spLocks noGrp="1"/>
          </p:cNvSpPr>
          <p:nvPr>
            <p:ph idx="1"/>
          </p:nvPr>
        </p:nvSpPr>
        <p:spPr/>
        <p:txBody>
          <a:bodyPr/>
          <a:lstStyle/>
          <a:p>
            <a:r>
              <a:rPr lang="en-US" dirty="0"/>
              <a:t>Has no SLA</a:t>
            </a:r>
          </a:p>
          <a:p>
            <a:r>
              <a:rPr lang="en-US" dirty="0"/>
              <a:t>Cannot be run during deployments/maintenances occurring on Saturdays</a:t>
            </a:r>
          </a:p>
          <a:p>
            <a:r>
              <a:rPr lang="en-US" dirty="0"/>
              <a:t>Normally starts at 7PM</a:t>
            </a:r>
          </a:p>
          <a:p>
            <a:pPr lvl="1"/>
            <a:r>
              <a:rPr lang="en-US" dirty="0"/>
              <a:t>Can be started earlier if there is maintenance</a:t>
            </a:r>
          </a:p>
          <a:p>
            <a:r>
              <a:rPr lang="en-US" dirty="0"/>
              <a:t>Does the same thing as CLA005, just on Saturdays</a:t>
            </a:r>
          </a:p>
        </p:txBody>
      </p:sp>
    </p:spTree>
    <p:extLst>
      <p:ext uri="{BB962C8B-B14F-4D97-AF65-F5344CB8AC3E}">
        <p14:creationId xmlns:p14="http://schemas.microsoft.com/office/powerpoint/2010/main" val="2306791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2414-920B-4917-8650-D6A199A35145}"/>
              </a:ext>
            </a:extLst>
          </p:cNvPr>
          <p:cNvSpPr>
            <a:spLocks noGrp="1"/>
          </p:cNvSpPr>
          <p:nvPr>
            <p:ph type="title"/>
          </p:nvPr>
        </p:nvSpPr>
        <p:spPr>
          <a:solidFill>
            <a:srgbClr val="FF99FF"/>
          </a:solidFill>
        </p:spPr>
        <p:txBody>
          <a:bodyPr/>
          <a:lstStyle/>
          <a:p>
            <a:r>
              <a:rPr lang="en-US" dirty="0"/>
              <a:t>CLA009 - CKMM</a:t>
            </a:r>
          </a:p>
        </p:txBody>
      </p:sp>
      <p:sp>
        <p:nvSpPr>
          <p:cNvPr id="3" name="Content Placeholder 2">
            <a:extLst>
              <a:ext uri="{FF2B5EF4-FFF2-40B4-BE49-F238E27FC236}">
                <a16:creationId xmlns:a16="http://schemas.microsoft.com/office/drawing/2014/main" id="{A91923C7-C330-419A-95B5-B99BD3F47B36}"/>
              </a:ext>
            </a:extLst>
          </p:cNvPr>
          <p:cNvSpPr>
            <a:spLocks noGrp="1"/>
          </p:cNvSpPr>
          <p:nvPr>
            <p:ph idx="1"/>
          </p:nvPr>
        </p:nvSpPr>
        <p:spPr/>
        <p:txBody>
          <a:bodyPr/>
          <a:lstStyle/>
          <a:p>
            <a:r>
              <a:rPr lang="en-US" dirty="0"/>
              <a:t>Payment processing</a:t>
            </a:r>
          </a:p>
          <a:p>
            <a:r>
              <a:rPr lang="en-US" dirty="0"/>
              <a:t>Cleanup job (CLA005) can and should be killed to allow this to run</a:t>
            </a:r>
          </a:p>
          <a:p>
            <a:pPr lvl="1"/>
            <a:r>
              <a:rPr lang="en-US" dirty="0"/>
              <a:t>We care more about making the day’s payments than having the claims delayed by one day in getting loaded to Facets</a:t>
            </a:r>
          </a:p>
          <a:p>
            <a:endParaRPr lang="en-US" dirty="0"/>
          </a:p>
          <a:p>
            <a:endParaRPr lang="en-US" dirty="0"/>
          </a:p>
        </p:txBody>
      </p:sp>
    </p:spTree>
    <p:extLst>
      <p:ext uri="{BB962C8B-B14F-4D97-AF65-F5344CB8AC3E}">
        <p14:creationId xmlns:p14="http://schemas.microsoft.com/office/powerpoint/2010/main" val="2430923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620EDC-FF0F-4391-AF4D-759FA069C5FF}"/>
              </a:ext>
            </a:extLst>
          </p:cNvPr>
          <p:cNvSpPr txBox="1"/>
          <p:nvPr/>
        </p:nvSpPr>
        <p:spPr>
          <a:xfrm>
            <a:off x="7772310" y="315919"/>
            <a:ext cx="2293935" cy="461665"/>
          </a:xfrm>
          <a:prstGeom prst="rect">
            <a:avLst/>
          </a:prstGeom>
          <a:solidFill>
            <a:srgbClr val="BA8CDC"/>
          </a:solidFill>
        </p:spPr>
        <p:txBody>
          <a:bodyPr wrap="square" rtlCol="0">
            <a:spAutoFit/>
          </a:bodyPr>
          <a:lstStyle/>
          <a:p>
            <a:r>
              <a:rPr lang="en-US" sz="1200" b="1" i="1" u="sng" dirty="0"/>
              <a:t>New day: CLA303D and CLA303E</a:t>
            </a:r>
          </a:p>
          <a:p>
            <a:r>
              <a:rPr lang="en-US" sz="1200" b="1" i="1" u="sng" dirty="0"/>
              <a:t>Recycle: CLA301B</a:t>
            </a:r>
          </a:p>
        </p:txBody>
      </p:sp>
      <p:sp>
        <p:nvSpPr>
          <p:cNvPr id="5" name="TextBox 4">
            <a:extLst>
              <a:ext uri="{FF2B5EF4-FFF2-40B4-BE49-F238E27FC236}">
                <a16:creationId xmlns:a16="http://schemas.microsoft.com/office/drawing/2014/main" id="{DBB2CB72-43DB-4C5B-A15C-09F5A713803D}"/>
              </a:ext>
            </a:extLst>
          </p:cNvPr>
          <p:cNvSpPr txBox="1"/>
          <p:nvPr/>
        </p:nvSpPr>
        <p:spPr>
          <a:xfrm>
            <a:off x="10673764" y="3510182"/>
            <a:ext cx="670885" cy="276998"/>
          </a:xfrm>
          <a:prstGeom prst="rect">
            <a:avLst/>
          </a:prstGeom>
          <a:solidFill>
            <a:schemeClr val="accent4">
              <a:lumMod val="40000"/>
              <a:lumOff val="60000"/>
            </a:schemeClr>
          </a:solidFill>
        </p:spPr>
        <p:txBody>
          <a:bodyPr wrap="square" rtlCol="0">
            <a:spAutoFit/>
          </a:bodyPr>
          <a:lstStyle/>
          <a:p>
            <a:r>
              <a:rPr lang="en-US" sz="1200" b="1" i="1" u="sng" dirty="0"/>
              <a:t>CLA002</a:t>
            </a:r>
          </a:p>
        </p:txBody>
      </p:sp>
      <p:sp>
        <p:nvSpPr>
          <p:cNvPr id="6" name="TextBox 5">
            <a:extLst>
              <a:ext uri="{FF2B5EF4-FFF2-40B4-BE49-F238E27FC236}">
                <a16:creationId xmlns:a16="http://schemas.microsoft.com/office/drawing/2014/main" id="{7431BA74-6E20-4095-8D0C-EBE2C180DB57}"/>
              </a:ext>
            </a:extLst>
          </p:cNvPr>
          <p:cNvSpPr txBox="1"/>
          <p:nvPr/>
        </p:nvSpPr>
        <p:spPr>
          <a:xfrm>
            <a:off x="8128703" y="3510182"/>
            <a:ext cx="768375" cy="276999"/>
          </a:xfrm>
          <a:prstGeom prst="rect">
            <a:avLst/>
          </a:prstGeom>
          <a:solidFill>
            <a:srgbClr val="BDD7EE"/>
          </a:solidFill>
        </p:spPr>
        <p:txBody>
          <a:bodyPr wrap="square" rtlCol="0">
            <a:spAutoFit/>
          </a:bodyPr>
          <a:lstStyle/>
          <a:p>
            <a:r>
              <a:rPr lang="en-US" sz="1200" b="1" i="1" u="sng" dirty="0"/>
              <a:t>CLA002B</a:t>
            </a:r>
          </a:p>
        </p:txBody>
      </p:sp>
      <p:sp>
        <p:nvSpPr>
          <p:cNvPr id="7" name="TextBox 6">
            <a:extLst>
              <a:ext uri="{FF2B5EF4-FFF2-40B4-BE49-F238E27FC236}">
                <a16:creationId xmlns:a16="http://schemas.microsoft.com/office/drawing/2014/main" id="{320F99A2-AF1D-4C14-8AD1-2FA12A005B24}"/>
              </a:ext>
            </a:extLst>
          </p:cNvPr>
          <p:cNvSpPr txBox="1"/>
          <p:nvPr/>
        </p:nvSpPr>
        <p:spPr>
          <a:xfrm>
            <a:off x="543013" y="486498"/>
            <a:ext cx="601447" cy="276999"/>
          </a:xfrm>
          <a:prstGeom prst="rect">
            <a:avLst/>
          </a:prstGeom>
          <a:noFill/>
        </p:spPr>
        <p:txBody>
          <a:bodyPr wrap="none" rtlCol="0">
            <a:spAutoFit/>
          </a:bodyPr>
          <a:lstStyle/>
          <a:p>
            <a:r>
              <a:rPr lang="en-US" sz="1200" dirty="0"/>
              <a:t>MGFT</a:t>
            </a:r>
          </a:p>
        </p:txBody>
      </p:sp>
      <p:sp>
        <p:nvSpPr>
          <p:cNvPr id="8" name="TextBox 7">
            <a:extLst>
              <a:ext uri="{FF2B5EF4-FFF2-40B4-BE49-F238E27FC236}">
                <a16:creationId xmlns:a16="http://schemas.microsoft.com/office/drawing/2014/main" id="{06213A26-E5CE-4E67-9905-F0CBB3478695}"/>
              </a:ext>
            </a:extLst>
          </p:cNvPr>
          <p:cNvSpPr txBox="1"/>
          <p:nvPr/>
        </p:nvSpPr>
        <p:spPr>
          <a:xfrm>
            <a:off x="4617638" y="521592"/>
            <a:ext cx="747320" cy="276999"/>
          </a:xfrm>
          <a:prstGeom prst="rect">
            <a:avLst/>
          </a:prstGeom>
          <a:solidFill>
            <a:schemeClr val="accent2"/>
          </a:solidFill>
        </p:spPr>
        <p:txBody>
          <a:bodyPr wrap="none" rtlCol="0">
            <a:spAutoFit/>
          </a:bodyPr>
          <a:lstStyle/>
          <a:p>
            <a:r>
              <a:rPr lang="en-US" sz="1200" b="1" i="1" u="sng" dirty="0"/>
              <a:t>CLA303B</a:t>
            </a:r>
          </a:p>
        </p:txBody>
      </p:sp>
      <p:sp>
        <p:nvSpPr>
          <p:cNvPr id="9" name="TextBox 8">
            <a:extLst>
              <a:ext uri="{FF2B5EF4-FFF2-40B4-BE49-F238E27FC236}">
                <a16:creationId xmlns:a16="http://schemas.microsoft.com/office/drawing/2014/main" id="{92DD775E-1DF3-484D-BDEA-675629AA82ED}"/>
              </a:ext>
            </a:extLst>
          </p:cNvPr>
          <p:cNvSpPr txBox="1"/>
          <p:nvPr/>
        </p:nvSpPr>
        <p:spPr>
          <a:xfrm>
            <a:off x="10298275" y="290575"/>
            <a:ext cx="1421864" cy="461665"/>
          </a:xfrm>
          <a:prstGeom prst="rect">
            <a:avLst/>
          </a:prstGeom>
          <a:solidFill>
            <a:schemeClr val="bg2">
              <a:lumMod val="90000"/>
            </a:schemeClr>
          </a:solidFill>
        </p:spPr>
        <p:txBody>
          <a:bodyPr wrap="none" rtlCol="0">
            <a:spAutoFit/>
          </a:bodyPr>
          <a:lstStyle/>
          <a:p>
            <a:r>
              <a:rPr lang="en-US" sz="1200" b="1" i="1" u="sng" dirty="0"/>
              <a:t>New day: CLA305A </a:t>
            </a:r>
          </a:p>
          <a:p>
            <a:r>
              <a:rPr lang="en-US" sz="1200" b="1" i="1" u="sng" dirty="0"/>
              <a:t>Recycle: CLA305B </a:t>
            </a:r>
          </a:p>
        </p:txBody>
      </p:sp>
      <p:sp>
        <p:nvSpPr>
          <p:cNvPr id="10" name="TextBox 9">
            <a:extLst>
              <a:ext uri="{FF2B5EF4-FFF2-40B4-BE49-F238E27FC236}">
                <a16:creationId xmlns:a16="http://schemas.microsoft.com/office/drawing/2014/main" id="{DBE9F738-FB19-45D1-A257-4B3746A7D183}"/>
              </a:ext>
            </a:extLst>
          </p:cNvPr>
          <p:cNvSpPr txBox="1"/>
          <p:nvPr/>
        </p:nvSpPr>
        <p:spPr>
          <a:xfrm>
            <a:off x="6544240" y="492849"/>
            <a:ext cx="747320" cy="276999"/>
          </a:xfrm>
          <a:prstGeom prst="rect">
            <a:avLst/>
          </a:prstGeom>
          <a:solidFill>
            <a:schemeClr val="accent2"/>
          </a:solidFill>
        </p:spPr>
        <p:txBody>
          <a:bodyPr wrap="none" rtlCol="0">
            <a:spAutoFit/>
          </a:bodyPr>
          <a:lstStyle/>
          <a:p>
            <a:r>
              <a:rPr lang="en-US" sz="1200" b="1" i="1" u="sng" dirty="0"/>
              <a:t>CLA303B</a:t>
            </a:r>
          </a:p>
        </p:txBody>
      </p:sp>
      <p:sp>
        <p:nvSpPr>
          <p:cNvPr id="11" name="Oval 10">
            <a:extLst>
              <a:ext uri="{FF2B5EF4-FFF2-40B4-BE49-F238E27FC236}">
                <a16:creationId xmlns:a16="http://schemas.microsoft.com/office/drawing/2014/main" id="{D1EB3EEF-44CC-4BB9-8CB4-0030FCB2C29F}"/>
              </a:ext>
            </a:extLst>
          </p:cNvPr>
          <p:cNvSpPr/>
          <p:nvPr/>
        </p:nvSpPr>
        <p:spPr>
          <a:xfrm>
            <a:off x="10138989" y="2411999"/>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12" name="Oval 11">
            <a:extLst>
              <a:ext uri="{FF2B5EF4-FFF2-40B4-BE49-F238E27FC236}">
                <a16:creationId xmlns:a16="http://schemas.microsoft.com/office/drawing/2014/main" id="{B4FBBE01-4BB7-4847-AFBE-B0F4970DB395}"/>
              </a:ext>
            </a:extLst>
          </p:cNvPr>
          <p:cNvSpPr/>
          <p:nvPr/>
        </p:nvSpPr>
        <p:spPr>
          <a:xfrm>
            <a:off x="7644095" y="2420827"/>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Primary – runs an XC load then a CLMU load</a:t>
            </a:r>
          </a:p>
        </p:txBody>
      </p:sp>
      <p:sp>
        <p:nvSpPr>
          <p:cNvPr id="13" name="Oval 12">
            <a:extLst>
              <a:ext uri="{FF2B5EF4-FFF2-40B4-BE49-F238E27FC236}">
                <a16:creationId xmlns:a16="http://schemas.microsoft.com/office/drawing/2014/main" id="{25C12AD6-3FDD-4CC7-BE13-C55DCED57277}"/>
              </a:ext>
            </a:extLst>
          </p:cNvPr>
          <p:cNvSpPr/>
          <p:nvPr/>
        </p:nvSpPr>
        <p:spPr>
          <a:xfrm>
            <a:off x="4285745" y="5179253"/>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14" name="Oval 13">
            <a:extLst>
              <a:ext uri="{FF2B5EF4-FFF2-40B4-BE49-F238E27FC236}">
                <a16:creationId xmlns:a16="http://schemas.microsoft.com/office/drawing/2014/main" id="{4FDE9119-7FBF-4288-9AD8-ECE9C851C192}"/>
              </a:ext>
            </a:extLst>
          </p:cNvPr>
          <p:cNvSpPr/>
          <p:nvPr/>
        </p:nvSpPr>
        <p:spPr>
          <a:xfrm>
            <a:off x="6665523" y="5179253"/>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15" name="Oval 14">
            <a:extLst>
              <a:ext uri="{FF2B5EF4-FFF2-40B4-BE49-F238E27FC236}">
                <a16:creationId xmlns:a16="http://schemas.microsoft.com/office/drawing/2014/main" id="{8D24B1F9-B36B-4DB5-8E97-E696C9785A4D}"/>
              </a:ext>
            </a:extLst>
          </p:cNvPr>
          <p:cNvSpPr/>
          <p:nvPr/>
        </p:nvSpPr>
        <p:spPr>
          <a:xfrm>
            <a:off x="10138989" y="865523"/>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16" name="Straight Arrow Connector 15">
            <a:extLst>
              <a:ext uri="{FF2B5EF4-FFF2-40B4-BE49-F238E27FC236}">
                <a16:creationId xmlns:a16="http://schemas.microsoft.com/office/drawing/2014/main" id="{CE858727-6391-456B-A9D5-16E3FC8A1E58}"/>
              </a:ext>
            </a:extLst>
          </p:cNvPr>
          <p:cNvCxnSpPr>
            <a:cxnSpLocks/>
            <a:stCxn id="17" idx="6"/>
            <a:endCxn id="15" idx="2"/>
          </p:cNvCxnSpPr>
          <p:nvPr/>
        </p:nvCxnSpPr>
        <p:spPr>
          <a:xfrm>
            <a:off x="9709853" y="1331475"/>
            <a:ext cx="429136" cy="102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6AD57ED-695A-4108-9A7D-6EC1B04EDDA9}"/>
              </a:ext>
            </a:extLst>
          </p:cNvPr>
          <p:cNvSpPr/>
          <p:nvPr/>
        </p:nvSpPr>
        <p:spPr>
          <a:xfrm>
            <a:off x="8128703" y="855225"/>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18" name="Oval 17">
            <a:extLst>
              <a:ext uri="{FF2B5EF4-FFF2-40B4-BE49-F238E27FC236}">
                <a16:creationId xmlns:a16="http://schemas.microsoft.com/office/drawing/2014/main" id="{DC215269-425E-44EB-8ED0-92A421C45B63}"/>
              </a:ext>
            </a:extLst>
          </p:cNvPr>
          <p:cNvSpPr/>
          <p:nvPr/>
        </p:nvSpPr>
        <p:spPr>
          <a:xfrm>
            <a:off x="122733" y="8552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19" name="Oval 18">
            <a:extLst>
              <a:ext uri="{FF2B5EF4-FFF2-40B4-BE49-F238E27FC236}">
                <a16:creationId xmlns:a16="http://schemas.microsoft.com/office/drawing/2014/main" id="{0CC5C191-960D-4C6A-8ABE-A5A9DC40EABC}"/>
              </a:ext>
            </a:extLst>
          </p:cNvPr>
          <p:cNvSpPr/>
          <p:nvPr/>
        </p:nvSpPr>
        <p:spPr>
          <a:xfrm>
            <a:off x="4200723" y="8552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20" name="Oval 19">
            <a:extLst>
              <a:ext uri="{FF2B5EF4-FFF2-40B4-BE49-F238E27FC236}">
                <a16:creationId xmlns:a16="http://schemas.microsoft.com/office/drawing/2014/main" id="{D606BF45-EB7E-4090-ACB9-EF33CF21F33D}"/>
              </a:ext>
            </a:extLst>
          </p:cNvPr>
          <p:cNvSpPr/>
          <p:nvPr/>
        </p:nvSpPr>
        <p:spPr>
          <a:xfrm>
            <a:off x="2161728" y="8552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Files go through processes with other teams</a:t>
            </a:r>
          </a:p>
        </p:txBody>
      </p:sp>
      <p:cxnSp>
        <p:nvCxnSpPr>
          <p:cNvPr id="21" name="Straight Arrow Connector 20">
            <a:extLst>
              <a:ext uri="{FF2B5EF4-FFF2-40B4-BE49-F238E27FC236}">
                <a16:creationId xmlns:a16="http://schemas.microsoft.com/office/drawing/2014/main" id="{CB798257-DA58-42FD-B2B3-FE952FC435D8}"/>
              </a:ext>
            </a:extLst>
          </p:cNvPr>
          <p:cNvCxnSpPr>
            <a:stCxn id="18" idx="6"/>
            <a:endCxn id="20" idx="2"/>
          </p:cNvCxnSpPr>
          <p:nvPr/>
        </p:nvCxnSpPr>
        <p:spPr>
          <a:xfrm>
            <a:off x="1703883" y="1331475"/>
            <a:ext cx="4578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3721A6E0-70E8-4FDB-848E-7008B2A42C60}"/>
              </a:ext>
            </a:extLst>
          </p:cNvPr>
          <p:cNvCxnSpPr>
            <a:stCxn id="20" idx="6"/>
            <a:endCxn id="19" idx="2"/>
          </p:cNvCxnSpPr>
          <p:nvPr/>
        </p:nvCxnSpPr>
        <p:spPr>
          <a:xfrm>
            <a:off x="3742878" y="1331475"/>
            <a:ext cx="4578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6D3CEE89-CF83-4C3D-9B99-45BBD31FA4E3}"/>
              </a:ext>
            </a:extLst>
          </p:cNvPr>
          <p:cNvSpPr/>
          <p:nvPr/>
        </p:nvSpPr>
        <p:spPr>
          <a:xfrm>
            <a:off x="6164713" y="8552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24" name="Straight Arrow Connector 23">
            <a:extLst>
              <a:ext uri="{FF2B5EF4-FFF2-40B4-BE49-F238E27FC236}">
                <a16:creationId xmlns:a16="http://schemas.microsoft.com/office/drawing/2014/main" id="{4AEF9519-90A8-48E1-955F-345393AAD525}"/>
              </a:ext>
            </a:extLst>
          </p:cNvPr>
          <p:cNvCxnSpPr>
            <a:stCxn id="19" idx="6"/>
            <a:endCxn id="23" idx="2"/>
          </p:cNvCxnSpPr>
          <p:nvPr/>
        </p:nvCxnSpPr>
        <p:spPr>
          <a:xfrm>
            <a:off x="5781873" y="1331475"/>
            <a:ext cx="3828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F87F431-A6DF-4D23-B78B-833A4C7391D3}"/>
              </a:ext>
            </a:extLst>
          </p:cNvPr>
          <p:cNvCxnSpPr>
            <a:stCxn id="23" idx="6"/>
            <a:endCxn id="17" idx="2"/>
          </p:cNvCxnSpPr>
          <p:nvPr/>
        </p:nvCxnSpPr>
        <p:spPr>
          <a:xfrm>
            <a:off x="7745863" y="1331475"/>
            <a:ext cx="3828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71859FF-8C00-4F9E-8BE3-2A122B53268D}"/>
              </a:ext>
            </a:extLst>
          </p:cNvPr>
          <p:cNvCxnSpPr>
            <a:cxnSpLocks/>
            <a:stCxn id="15" idx="4"/>
            <a:endCxn id="11" idx="0"/>
          </p:cNvCxnSpPr>
          <p:nvPr/>
        </p:nvCxnSpPr>
        <p:spPr>
          <a:xfrm>
            <a:off x="10929564" y="1818023"/>
            <a:ext cx="0" cy="5939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24DD89A-A694-4A16-A617-2A4E5396804C}"/>
              </a:ext>
            </a:extLst>
          </p:cNvPr>
          <p:cNvCxnSpPr>
            <a:cxnSpLocks/>
            <a:stCxn id="11" idx="2"/>
            <a:endCxn id="12" idx="6"/>
          </p:cNvCxnSpPr>
          <p:nvPr/>
        </p:nvCxnSpPr>
        <p:spPr>
          <a:xfrm flipH="1">
            <a:off x="9225245" y="2888249"/>
            <a:ext cx="913744" cy="8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C01F089-BAB7-4EC9-9AB2-CDDE4AD4D666}"/>
              </a:ext>
            </a:extLst>
          </p:cNvPr>
          <p:cNvCxnSpPr>
            <a:cxnSpLocks/>
            <a:stCxn id="12" idx="2"/>
            <a:endCxn id="46" idx="6"/>
          </p:cNvCxnSpPr>
          <p:nvPr/>
        </p:nvCxnSpPr>
        <p:spPr>
          <a:xfrm flipH="1" flipV="1">
            <a:off x="6917900" y="2888249"/>
            <a:ext cx="726195" cy="8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717A86D-31C6-4BD5-897A-74EC7D843447}"/>
              </a:ext>
            </a:extLst>
          </p:cNvPr>
          <p:cNvCxnSpPr>
            <a:cxnSpLocks/>
            <a:stCxn id="81" idx="1"/>
            <a:endCxn id="13" idx="0"/>
          </p:cNvCxnSpPr>
          <p:nvPr/>
        </p:nvCxnSpPr>
        <p:spPr>
          <a:xfrm flipH="1">
            <a:off x="5076320" y="4551728"/>
            <a:ext cx="1171835" cy="627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841982B8-AE6E-46FB-A662-BBA09FF394EB}"/>
              </a:ext>
            </a:extLst>
          </p:cNvPr>
          <p:cNvSpPr txBox="1"/>
          <p:nvPr/>
        </p:nvSpPr>
        <p:spPr>
          <a:xfrm>
            <a:off x="11096505" y="2042288"/>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31" name="TextBox 30">
            <a:extLst>
              <a:ext uri="{FF2B5EF4-FFF2-40B4-BE49-F238E27FC236}">
                <a16:creationId xmlns:a16="http://schemas.microsoft.com/office/drawing/2014/main" id="{F11D82A9-8534-4DCB-8C72-F314039A1DAC}"/>
              </a:ext>
            </a:extLst>
          </p:cNvPr>
          <p:cNvSpPr txBox="1"/>
          <p:nvPr/>
        </p:nvSpPr>
        <p:spPr>
          <a:xfrm>
            <a:off x="8757029" y="2132295"/>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
        <p:nvSpPr>
          <p:cNvPr id="45" name="Oval 44">
            <a:extLst>
              <a:ext uri="{FF2B5EF4-FFF2-40B4-BE49-F238E27FC236}">
                <a16:creationId xmlns:a16="http://schemas.microsoft.com/office/drawing/2014/main" id="{53F37751-883D-47E5-84D7-F7C1DBABB57C}"/>
              </a:ext>
            </a:extLst>
          </p:cNvPr>
          <p:cNvSpPr/>
          <p:nvPr/>
        </p:nvSpPr>
        <p:spPr>
          <a:xfrm>
            <a:off x="794191" y="2420826"/>
            <a:ext cx="1581150" cy="952500"/>
          </a:xfrm>
          <a:prstGeom prst="ellipse">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CKMM – Determines how much Anthem will pay</a:t>
            </a:r>
          </a:p>
        </p:txBody>
      </p:sp>
      <p:sp>
        <p:nvSpPr>
          <p:cNvPr id="46" name="Oval 45">
            <a:extLst>
              <a:ext uri="{FF2B5EF4-FFF2-40B4-BE49-F238E27FC236}">
                <a16:creationId xmlns:a16="http://schemas.microsoft.com/office/drawing/2014/main" id="{AEEBF7DD-72D6-4BE9-816B-63F5325F8711}"/>
              </a:ext>
            </a:extLst>
          </p:cNvPr>
          <p:cNvSpPr/>
          <p:nvPr/>
        </p:nvSpPr>
        <p:spPr>
          <a:xfrm>
            <a:off x="5336750" y="2411999"/>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Final XC Load- Claims load into GBD Facets</a:t>
            </a:r>
          </a:p>
        </p:txBody>
      </p:sp>
      <p:sp>
        <p:nvSpPr>
          <p:cNvPr id="47" name="Oval 46">
            <a:extLst>
              <a:ext uri="{FF2B5EF4-FFF2-40B4-BE49-F238E27FC236}">
                <a16:creationId xmlns:a16="http://schemas.microsoft.com/office/drawing/2014/main" id="{36921B26-38E5-4DC2-9BC2-155314D1EB8F}"/>
              </a:ext>
            </a:extLst>
          </p:cNvPr>
          <p:cNvSpPr/>
          <p:nvPr/>
        </p:nvSpPr>
        <p:spPr>
          <a:xfrm>
            <a:off x="3077492" y="2420826"/>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Cleanup – Loads new day and previous day claims to GBD Facets </a:t>
            </a:r>
          </a:p>
        </p:txBody>
      </p:sp>
      <p:sp>
        <p:nvSpPr>
          <p:cNvPr id="52" name="TextBox 51">
            <a:extLst>
              <a:ext uri="{FF2B5EF4-FFF2-40B4-BE49-F238E27FC236}">
                <a16:creationId xmlns:a16="http://schemas.microsoft.com/office/drawing/2014/main" id="{2DF8EFF5-C4AF-4140-8F20-9851E9F32E01}"/>
              </a:ext>
            </a:extLst>
          </p:cNvPr>
          <p:cNvSpPr txBox="1"/>
          <p:nvPr/>
        </p:nvSpPr>
        <p:spPr>
          <a:xfrm>
            <a:off x="6417319" y="2070923"/>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53" name="TextBox 52">
            <a:extLst>
              <a:ext uri="{FF2B5EF4-FFF2-40B4-BE49-F238E27FC236}">
                <a16:creationId xmlns:a16="http://schemas.microsoft.com/office/drawing/2014/main" id="{FD60A296-FA6A-4398-9727-30740334B803}"/>
              </a:ext>
            </a:extLst>
          </p:cNvPr>
          <p:cNvSpPr txBox="1"/>
          <p:nvPr/>
        </p:nvSpPr>
        <p:spPr>
          <a:xfrm>
            <a:off x="5866895" y="3510182"/>
            <a:ext cx="768375" cy="276999"/>
          </a:xfrm>
          <a:prstGeom prst="rect">
            <a:avLst/>
          </a:prstGeom>
          <a:solidFill>
            <a:schemeClr val="accent4">
              <a:lumMod val="40000"/>
              <a:lumOff val="60000"/>
            </a:schemeClr>
          </a:solidFill>
        </p:spPr>
        <p:txBody>
          <a:bodyPr wrap="square" rtlCol="0">
            <a:spAutoFit/>
          </a:bodyPr>
          <a:lstStyle/>
          <a:p>
            <a:r>
              <a:rPr lang="en-US" sz="1200" b="1" i="1" u="sng" dirty="0"/>
              <a:t>CLA004A</a:t>
            </a:r>
          </a:p>
        </p:txBody>
      </p:sp>
      <p:cxnSp>
        <p:nvCxnSpPr>
          <p:cNvPr id="54" name="Straight Arrow Connector 53">
            <a:extLst>
              <a:ext uri="{FF2B5EF4-FFF2-40B4-BE49-F238E27FC236}">
                <a16:creationId xmlns:a16="http://schemas.microsoft.com/office/drawing/2014/main" id="{62F1403B-9322-4912-B074-D772AB4E57C8}"/>
              </a:ext>
            </a:extLst>
          </p:cNvPr>
          <p:cNvCxnSpPr>
            <a:cxnSpLocks/>
            <a:stCxn id="46" idx="2"/>
            <a:endCxn id="47" idx="6"/>
          </p:cNvCxnSpPr>
          <p:nvPr/>
        </p:nvCxnSpPr>
        <p:spPr>
          <a:xfrm flipH="1">
            <a:off x="4658642" y="2888249"/>
            <a:ext cx="678108" cy="8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FE461515-5901-4D0E-9FE2-116ADA48C00F}"/>
              </a:ext>
            </a:extLst>
          </p:cNvPr>
          <p:cNvSpPr txBox="1"/>
          <p:nvPr/>
        </p:nvSpPr>
        <p:spPr>
          <a:xfrm>
            <a:off x="3507241" y="3510182"/>
            <a:ext cx="670885" cy="276999"/>
          </a:xfrm>
          <a:prstGeom prst="rect">
            <a:avLst/>
          </a:prstGeom>
          <a:solidFill>
            <a:srgbClr val="BDD7EE"/>
          </a:solidFill>
        </p:spPr>
        <p:txBody>
          <a:bodyPr wrap="square" rtlCol="0">
            <a:spAutoFit/>
          </a:bodyPr>
          <a:lstStyle/>
          <a:p>
            <a:r>
              <a:rPr lang="en-US" sz="1200" b="1" i="1" u="sng" dirty="0"/>
              <a:t>CLA005</a:t>
            </a:r>
          </a:p>
        </p:txBody>
      </p:sp>
      <p:sp>
        <p:nvSpPr>
          <p:cNvPr id="60" name="TextBox 59">
            <a:extLst>
              <a:ext uri="{FF2B5EF4-FFF2-40B4-BE49-F238E27FC236}">
                <a16:creationId xmlns:a16="http://schemas.microsoft.com/office/drawing/2014/main" id="{F0B260EC-A45C-4CE4-8AA9-746DFBB45C5B}"/>
              </a:ext>
            </a:extLst>
          </p:cNvPr>
          <p:cNvSpPr txBox="1"/>
          <p:nvPr/>
        </p:nvSpPr>
        <p:spPr>
          <a:xfrm>
            <a:off x="4147600" y="2058143"/>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
        <p:nvSpPr>
          <p:cNvPr id="61" name="TextBox 60">
            <a:extLst>
              <a:ext uri="{FF2B5EF4-FFF2-40B4-BE49-F238E27FC236}">
                <a16:creationId xmlns:a16="http://schemas.microsoft.com/office/drawing/2014/main" id="{8F52AA90-08D6-4ED4-834C-7CE1B893952B}"/>
              </a:ext>
            </a:extLst>
          </p:cNvPr>
          <p:cNvSpPr txBox="1"/>
          <p:nvPr/>
        </p:nvSpPr>
        <p:spPr>
          <a:xfrm>
            <a:off x="8123564" y="1925368"/>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cxnSp>
        <p:nvCxnSpPr>
          <p:cNvPr id="62" name="Straight Arrow Connector 61">
            <a:extLst>
              <a:ext uri="{FF2B5EF4-FFF2-40B4-BE49-F238E27FC236}">
                <a16:creationId xmlns:a16="http://schemas.microsoft.com/office/drawing/2014/main" id="{3CB67AE8-B21A-450C-B7CB-F45B5E26562F}"/>
              </a:ext>
            </a:extLst>
          </p:cNvPr>
          <p:cNvCxnSpPr>
            <a:cxnSpLocks/>
            <a:stCxn id="47" idx="2"/>
            <a:endCxn id="45" idx="6"/>
          </p:cNvCxnSpPr>
          <p:nvPr/>
        </p:nvCxnSpPr>
        <p:spPr>
          <a:xfrm flipH="1">
            <a:off x="2375341" y="2897076"/>
            <a:ext cx="7021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EC0A6197-3E40-43B6-BABA-6D7A5F4889AB}"/>
              </a:ext>
            </a:extLst>
          </p:cNvPr>
          <p:cNvCxnSpPr>
            <a:cxnSpLocks/>
            <a:stCxn id="81" idx="1"/>
            <a:endCxn id="14" idx="0"/>
          </p:cNvCxnSpPr>
          <p:nvPr/>
        </p:nvCxnSpPr>
        <p:spPr>
          <a:xfrm>
            <a:off x="6248155" y="4551728"/>
            <a:ext cx="1207943" cy="627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Right Brace 80">
            <a:extLst>
              <a:ext uri="{FF2B5EF4-FFF2-40B4-BE49-F238E27FC236}">
                <a16:creationId xmlns:a16="http://schemas.microsoft.com/office/drawing/2014/main" id="{6C928522-E9AE-4DB3-8006-01854892552F}"/>
              </a:ext>
            </a:extLst>
          </p:cNvPr>
          <p:cNvSpPr/>
          <p:nvPr/>
        </p:nvSpPr>
        <p:spPr>
          <a:xfrm rot="5400000">
            <a:off x="5897079" y="2153220"/>
            <a:ext cx="702151" cy="40948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049DA274-030B-49FC-85FC-486483B07657}"/>
              </a:ext>
            </a:extLst>
          </p:cNvPr>
          <p:cNvSpPr txBox="1"/>
          <p:nvPr/>
        </p:nvSpPr>
        <p:spPr>
          <a:xfrm>
            <a:off x="1159317" y="3488332"/>
            <a:ext cx="659155" cy="276999"/>
          </a:xfrm>
          <a:prstGeom prst="rect">
            <a:avLst/>
          </a:prstGeom>
          <a:solidFill>
            <a:srgbClr val="FF99FF"/>
          </a:solidFill>
        </p:spPr>
        <p:txBody>
          <a:bodyPr wrap="none" rtlCol="0">
            <a:spAutoFit/>
          </a:bodyPr>
          <a:lstStyle/>
          <a:p>
            <a:r>
              <a:rPr lang="en-US" sz="1200" b="1" i="1" u="sng" dirty="0"/>
              <a:t>CLA009</a:t>
            </a:r>
          </a:p>
        </p:txBody>
      </p:sp>
    </p:spTree>
    <p:extLst>
      <p:ext uri="{BB962C8B-B14F-4D97-AF65-F5344CB8AC3E}">
        <p14:creationId xmlns:p14="http://schemas.microsoft.com/office/powerpoint/2010/main" val="4061758374"/>
      </p:ext>
    </p:extLst>
  </p:cSld>
  <p:clrMapOvr>
    <a:masterClrMapping/>
  </p:clrMapOvr>
</p:sld>
</file>

<file path=ppt/theme/theme1.xml><?xml version="1.0" encoding="utf-8"?>
<a:theme xmlns:a="http://schemas.openxmlformats.org/drawingml/2006/main" name="BrushVTI">
  <a:themeElements>
    <a:clrScheme name="AnalogousFromLightSeedRightStep">
      <a:dk1>
        <a:srgbClr val="000000"/>
      </a:dk1>
      <a:lt1>
        <a:srgbClr val="FFFFFF"/>
      </a:lt1>
      <a:dk2>
        <a:srgbClr val="3A3621"/>
      </a:dk2>
      <a:lt2>
        <a:srgbClr val="E2E8E5"/>
      </a:lt2>
      <a:accent1>
        <a:srgbClr val="EA73A4"/>
      </a:accent1>
      <a:accent2>
        <a:srgbClr val="E55454"/>
      </a:accent2>
      <a:accent3>
        <a:srgbClr val="E59053"/>
      </a:accent3>
      <a:accent4>
        <a:srgbClr val="B6A343"/>
      </a:accent4>
      <a:accent5>
        <a:srgbClr val="95AB54"/>
      </a:accent5>
      <a:accent6>
        <a:srgbClr val="69B643"/>
      </a:accent6>
      <a:hlink>
        <a:srgbClr val="578F78"/>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15458</TotalTime>
  <Words>1225</Words>
  <Application>Microsoft Office PowerPoint</Application>
  <PresentationFormat>Widescreen</PresentationFormat>
  <Paragraphs>168</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Century Gothic</vt:lpstr>
      <vt:lpstr>Elephant</vt:lpstr>
      <vt:lpstr>BrushVTI</vt:lpstr>
      <vt:lpstr>Office Theme</vt:lpstr>
      <vt:lpstr>COPS Training</vt:lpstr>
      <vt:lpstr>Previously:</vt:lpstr>
      <vt:lpstr>New Terminology</vt:lpstr>
      <vt:lpstr>An Overview: with Tidal Jobs</vt:lpstr>
      <vt:lpstr>CLA303B – OTVM and PEGA Staging</vt:lpstr>
      <vt:lpstr>The path of the file through OTVM</vt:lpstr>
      <vt:lpstr>OTVM Statuses</vt:lpstr>
      <vt:lpstr>PEGA Load- New Day and Recycle Claims</vt:lpstr>
      <vt:lpstr>CLA303D, CLA303E, CLA301B – PEGA Load</vt:lpstr>
      <vt:lpstr>Keywords</vt:lpstr>
      <vt:lpstr>CLA305A, CLA305B - Keywords</vt:lpstr>
      <vt:lpstr>CLA002 – XC Load</vt:lpstr>
      <vt:lpstr>CLA002B (“The Primary”) – CLMU Load</vt:lpstr>
      <vt:lpstr>CLA004A – Final XC Load</vt:lpstr>
      <vt:lpstr>CLA005 - Cleanup</vt:lpstr>
      <vt:lpstr>CLA005 - Cleanup</vt:lpstr>
      <vt:lpstr>CLA015 – CLMU Weekend Cleanup</vt:lpstr>
      <vt:lpstr>CLA009 - CKMM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COPS Training</dc:title>
  <dc:creator>Rissa</dc:creator>
  <cp:lastModifiedBy>Rissa</cp:lastModifiedBy>
  <cp:revision>3</cp:revision>
  <dcterms:created xsi:type="dcterms:W3CDTF">2021-12-17T19:38:51Z</dcterms:created>
  <dcterms:modified xsi:type="dcterms:W3CDTF">2022-02-17T19:45:14Z</dcterms:modified>
</cp:coreProperties>
</file>