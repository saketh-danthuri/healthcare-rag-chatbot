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30.xml" ContentType="application/vnd.openxmlformats-officedocument.presentationml.tag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27"/>
  </p:notesMasterIdLst>
  <p:handoutMasterIdLst>
    <p:handoutMasterId r:id="rId28"/>
  </p:handoutMasterIdLst>
  <p:sldIdLst>
    <p:sldId id="345" r:id="rId5"/>
    <p:sldId id="306" r:id="rId6"/>
    <p:sldId id="351" r:id="rId7"/>
    <p:sldId id="304" r:id="rId8"/>
    <p:sldId id="359" r:id="rId9"/>
    <p:sldId id="360" r:id="rId10"/>
    <p:sldId id="361" r:id="rId11"/>
    <p:sldId id="362" r:id="rId12"/>
    <p:sldId id="363" r:id="rId13"/>
    <p:sldId id="364" r:id="rId14"/>
    <p:sldId id="365" r:id="rId15"/>
    <p:sldId id="366" r:id="rId16"/>
    <p:sldId id="367" r:id="rId17"/>
    <p:sldId id="368" r:id="rId18"/>
    <p:sldId id="369" r:id="rId19"/>
    <p:sldId id="370" r:id="rId20"/>
    <p:sldId id="371" r:id="rId21"/>
    <p:sldId id="372" r:id="rId22"/>
    <p:sldId id="373" r:id="rId23"/>
    <p:sldId id="374" r:id="rId24"/>
    <p:sldId id="375" r:id="rId25"/>
    <p:sldId id="276" r:id="rId26"/>
  </p:sldIdLst>
  <p:sldSz cx="12192000" cy="6858000"/>
  <p:notesSz cx="6858000" cy="9144000"/>
  <p:embeddedFontLst>
    <p:embeddedFont>
      <p:font typeface="Elevance Sans" panose="020B0604020202020204" charset="0"/>
      <p:regular r:id="rId29"/>
      <p:bold r:id="rId30"/>
      <p:italic r:id="rId31"/>
      <p:boldItalic r:id="rId32"/>
    </p:embeddedFont>
    <p:embeddedFont>
      <p:font typeface="Elevance Sans Medium" panose="020B0604020202020204" charset="0"/>
      <p:regular r:id="rId33"/>
      <p:italic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96"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3B24"/>
    <a:srgbClr val="231E33"/>
    <a:srgbClr val="00BBBA"/>
    <a:srgbClr val="FF2700"/>
    <a:srgbClr val="FADDB2"/>
    <a:srgbClr val="FCEED9"/>
    <a:srgbClr val="D9F2DF"/>
    <a:srgbClr val="B2E4C0"/>
    <a:srgbClr val="66CA81"/>
    <a:srgbClr val="00A72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4206AD-3D09-D37C-C718-21030237C115}" v="7" dt="2023-12-12T19:59:40.079"/>
    <p1510:client id="{28CCAD14-50A1-6DDA-C683-FF636CCD61B0}" v="2" dt="2024-01-03T15:17:56.812"/>
    <p1510:client id="{2C4F5F55-5E9E-B74B-86B2-3D7DD62540C0}" v="27" dt="2023-12-29T16:33:39.614"/>
    <p1510:client id="{3470DDC5-004C-0F7F-C1E0-B5B0706829EC}" v="157" dt="2023-12-13T16:42:13.910"/>
    <p1510:client id="{4F39DEC4-5164-F776-5308-296B381F52BD}" v="2" dt="2023-12-12T19:09:00.386"/>
    <p1510:client id="{52B0B528-3FE6-4ED4-0F94-27238EB02540}" v="3" dt="2023-12-12T19:18:18.276"/>
    <p1510:client id="{52D0B1CB-DDA3-8AAC-6061-5A55D4B054AD}" v="23" dt="2024-01-03T15:19:29.747"/>
    <p1510:client id="{6E092C30-2FAA-CB47-4CE1-A556ACE65F98}" v="4" dt="2024-01-03T15:57:49.227"/>
    <p1510:client id="{70E3DE14-6DAF-4E78-F31A-F7571A63A840}" v="1" dt="2023-12-19T14:13:20.289"/>
    <p1510:client id="{8EDD2B12-E915-A578-A4A9-8AB8420E3234}" v="417" dt="2023-12-12T19:56:07.129"/>
    <p1510:client id="{90C31F59-CBC8-03B9-58D0-0FCDA053BA3B}" v="1" dt="2023-12-12T19:10:23.411"/>
    <p1510:client id="{A349BBC7-ADDA-42FB-8ED3-6AB79B9820F1}" v="147" dt="2023-12-12T19:04:51.814"/>
    <p1510:client id="{AC9D2190-884A-5541-3225-D224D095B92C}" v="2" dt="2023-12-12T19:06:07.655"/>
    <p1510:client id="{B8E53D2E-EFB4-DD23-064F-DF46DC9C413D}" v="16" dt="2024-01-03T15:23:09.259"/>
    <p1510:client id="{BA878344-81E9-ADAD-C245-A34BEBDFE9A8}" v="1" dt="2024-01-03T15:18:19.254"/>
    <p1510:client id="{D1CFF9D2-23E5-F803-91E9-DDA89EDE8735}" v="2155" dt="2023-12-29T14:58:53.841"/>
    <p1510:client id="{E4BB2E1A-A137-E7ED-9B2E-49F1688824BB}" v="9" dt="2023-12-12T19:07:47.5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896"/>
        <p:guide pos="384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font" Target="fonts/font6.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5.fntdata"/><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1.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4.fntdata"/><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handoutMaster" Target="handoutMasters/handoutMaster1.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3.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B58EC09-CE9F-41E1-9263-5E4E0C286FFF}" type="doc">
      <dgm:prSet loTypeId="urn:microsoft.com/office/officeart/2005/8/layout/bProcess4" loCatId="process" qsTypeId="urn:microsoft.com/office/officeart/2005/8/quickstyle/simple1" qsCatId="simple" csTypeId="urn:microsoft.com/office/officeart/2005/8/colors/colorful1" csCatId="colorful" phldr="1"/>
      <dgm:spPr/>
      <dgm:t>
        <a:bodyPr/>
        <a:lstStyle/>
        <a:p>
          <a:endParaRPr lang="en-US"/>
        </a:p>
      </dgm:t>
    </dgm:pt>
    <dgm:pt modelId="{9A54FEDE-FB5C-4655-8D58-417DC112F49D}">
      <dgm:prSet phldrT="[Text]"/>
      <dgm:spPr>
        <a:solidFill>
          <a:schemeClr val="accent3"/>
        </a:solidFill>
      </dgm:spPr>
      <dgm:t>
        <a:bodyPr/>
        <a:lstStyle/>
        <a:p>
          <a:r>
            <a:rPr lang="en-US"/>
            <a:t>Clearinghouses and 3</a:t>
          </a:r>
          <a:r>
            <a:rPr lang="en-US" baseline="30000"/>
            <a:t>rd</a:t>
          </a:r>
          <a:r>
            <a:rPr lang="en-US"/>
            <a:t> party Vendors/Partners send 837 files containing claims to SFTP</a:t>
          </a:r>
        </a:p>
      </dgm:t>
    </dgm:pt>
    <dgm:pt modelId="{165E7B9C-8BF6-4C2E-B0EB-D1FB37A84CE5}" type="parTrans" cxnId="{86AE1241-B166-4490-974D-D99F987B8ABA}">
      <dgm:prSet/>
      <dgm:spPr/>
      <dgm:t>
        <a:bodyPr/>
        <a:lstStyle/>
        <a:p>
          <a:endParaRPr lang="en-US"/>
        </a:p>
      </dgm:t>
    </dgm:pt>
    <dgm:pt modelId="{BAAB2545-0D20-4402-8B63-5490EA19434C}" type="sibTrans" cxnId="{86AE1241-B166-4490-974D-D99F987B8ABA}">
      <dgm:prSet/>
      <dgm:spPr>
        <a:solidFill>
          <a:schemeClr val="accent3"/>
        </a:solidFill>
      </dgm:spPr>
      <dgm:t>
        <a:bodyPr/>
        <a:lstStyle/>
        <a:p>
          <a:endParaRPr lang="en-US"/>
        </a:p>
      </dgm:t>
    </dgm:pt>
    <dgm:pt modelId="{FBE1186B-E208-4606-83A6-EB186CD6FCA3}">
      <dgm:prSet phldrT="[Text]"/>
      <dgm:spPr>
        <a:solidFill>
          <a:schemeClr val="accent3"/>
        </a:solidFill>
      </dgm:spPr>
      <dgm:t>
        <a:bodyPr/>
        <a:lstStyle/>
        <a:p>
          <a:r>
            <a:rPr lang="en-US"/>
            <a:t>Axway picks those files up and delivers them to their respective Production Location</a:t>
          </a:r>
        </a:p>
      </dgm:t>
    </dgm:pt>
    <dgm:pt modelId="{D5343EED-8B6A-40BC-AF36-302F2966F2B2}" type="parTrans" cxnId="{F2BACC31-A17A-432F-AA86-641E20BD286F}">
      <dgm:prSet/>
      <dgm:spPr/>
      <dgm:t>
        <a:bodyPr/>
        <a:lstStyle/>
        <a:p>
          <a:endParaRPr lang="en-US"/>
        </a:p>
      </dgm:t>
    </dgm:pt>
    <dgm:pt modelId="{ABEA5413-0125-4870-8C39-31E82346803D}" type="sibTrans" cxnId="{F2BACC31-A17A-432F-AA86-641E20BD286F}">
      <dgm:prSet/>
      <dgm:spPr/>
      <dgm:t>
        <a:bodyPr/>
        <a:lstStyle/>
        <a:p>
          <a:endParaRPr lang="en-US"/>
        </a:p>
      </dgm:t>
    </dgm:pt>
    <dgm:pt modelId="{8E405DFE-E51F-40EC-9D9B-C592B2D34B34}">
      <dgm:prSet phldrT="[Text]"/>
      <dgm:spPr>
        <a:solidFill>
          <a:schemeClr val="accent2"/>
        </a:solidFill>
      </dgm:spPr>
      <dgm:t>
        <a:bodyPr/>
        <a:lstStyle/>
        <a:p>
          <a:r>
            <a:rPr lang="en-US"/>
            <a:t>837 files go through OTVM</a:t>
          </a:r>
        </a:p>
      </dgm:t>
    </dgm:pt>
    <dgm:pt modelId="{73DB5A2A-50CC-42E0-9B1A-55A1EA8E4160}" type="parTrans" cxnId="{9AE2409F-CDB2-438C-A067-62C4BCF16434}">
      <dgm:prSet/>
      <dgm:spPr/>
      <dgm:t>
        <a:bodyPr/>
        <a:lstStyle/>
        <a:p>
          <a:endParaRPr lang="en-US"/>
        </a:p>
      </dgm:t>
    </dgm:pt>
    <dgm:pt modelId="{06BD209F-27CD-4338-820D-9EBBF351246A}" type="sibTrans" cxnId="{9AE2409F-CDB2-438C-A067-62C4BCF16434}">
      <dgm:prSet>
        <dgm:style>
          <a:lnRef idx="0">
            <a:scrgbClr r="0" g="0" b="0"/>
          </a:lnRef>
          <a:fillRef idx="0">
            <a:scrgbClr r="0" g="0" b="0"/>
          </a:fillRef>
          <a:effectRef idx="0">
            <a:scrgbClr r="0" g="0" b="0"/>
          </a:effectRef>
          <a:fontRef idx="minor">
            <a:schemeClr val="lt1"/>
          </a:fontRef>
        </dgm:style>
      </dgm:prSet>
      <dgm:spPr>
        <a:solidFill>
          <a:schemeClr val="accent2"/>
        </a:solidFill>
        <a:ln>
          <a:noFill/>
        </a:ln>
      </dgm:spPr>
      <dgm:t>
        <a:bodyPr/>
        <a:lstStyle/>
        <a:p>
          <a:endParaRPr lang="en-US"/>
        </a:p>
      </dgm:t>
    </dgm:pt>
    <dgm:pt modelId="{E7AB9F90-7A2F-4300-AA80-3543F70AE372}">
      <dgm:prSet phldrT="[Text]">
        <dgm:style>
          <a:lnRef idx="0">
            <a:scrgbClr r="0" g="0" b="0"/>
          </a:lnRef>
          <a:fillRef idx="0">
            <a:scrgbClr r="0" g="0" b="0"/>
          </a:fillRef>
          <a:effectRef idx="0">
            <a:scrgbClr r="0" g="0" b="0"/>
          </a:effectRef>
          <a:fontRef idx="minor">
            <a:schemeClr val="lt1"/>
          </a:fontRef>
        </dgm:style>
      </dgm:prSet>
      <dgm:spPr>
        <a:solidFill>
          <a:schemeClr val="accent2"/>
        </a:solidFill>
        <a:ln>
          <a:noFill/>
        </a:ln>
      </dgm:spPr>
      <dgm:t>
        <a:bodyPr/>
        <a:lstStyle/>
        <a:p>
          <a:r>
            <a:rPr lang="en-US"/>
            <a:t>Accepted files (HIPAA Compliant) files are staged for PEGA CIRT process</a:t>
          </a:r>
        </a:p>
      </dgm:t>
    </dgm:pt>
    <dgm:pt modelId="{5EAD6E56-E1D8-4AE0-9DC6-717F8A789982}" type="parTrans" cxnId="{E0CBE2EA-F4D5-4379-B039-EF6637836A8C}">
      <dgm:prSet/>
      <dgm:spPr/>
      <dgm:t>
        <a:bodyPr/>
        <a:lstStyle/>
        <a:p>
          <a:endParaRPr lang="en-US"/>
        </a:p>
      </dgm:t>
    </dgm:pt>
    <dgm:pt modelId="{28E3DB3B-EE3F-44B6-8531-8C4A1F533099}" type="sibTrans" cxnId="{E0CBE2EA-F4D5-4379-B039-EF6637836A8C}">
      <dgm:prSet>
        <dgm:style>
          <a:lnRef idx="0">
            <a:scrgbClr r="0" g="0" b="0"/>
          </a:lnRef>
          <a:fillRef idx="0">
            <a:scrgbClr r="0" g="0" b="0"/>
          </a:fillRef>
          <a:effectRef idx="0">
            <a:scrgbClr r="0" g="0" b="0"/>
          </a:effectRef>
          <a:fontRef idx="minor">
            <a:schemeClr val="lt1"/>
          </a:fontRef>
        </dgm:style>
      </dgm:prSet>
      <dgm:spPr>
        <a:solidFill>
          <a:schemeClr val="accent2"/>
        </a:solidFill>
        <a:ln>
          <a:noFill/>
        </a:ln>
      </dgm:spPr>
      <dgm:t>
        <a:bodyPr/>
        <a:lstStyle/>
        <a:p>
          <a:endParaRPr lang="en-US"/>
        </a:p>
      </dgm:t>
    </dgm:pt>
    <dgm:pt modelId="{29F443C4-736C-4C9B-BE1D-B8D9739D8282}">
      <dgm:prSet phldrT="[Text]"/>
      <dgm:spPr/>
      <dgm:t>
        <a:bodyPr/>
        <a:lstStyle/>
        <a:p>
          <a:r>
            <a:rPr lang="en-US"/>
            <a:t>Claims are loaded into EDINET1P database. CIRT and Business Rules (ICP) are applied here.</a:t>
          </a:r>
        </a:p>
      </dgm:t>
    </dgm:pt>
    <dgm:pt modelId="{233255B6-3D51-40DD-913E-2EFADBBA8BC3}" type="parTrans" cxnId="{6BA0558F-C075-4467-BD10-C71C7EC2A83D}">
      <dgm:prSet/>
      <dgm:spPr/>
      <dgm:t>
        <a:bodyPr/>
        <a:lstStyle/>
        <a:p>
          <a:endParaRPr lang="en-US"/>
        </a:p>
      </dgm:t>
    </dgm:pt>
    <dgm:pt modelId="{532858FC-0378-4DF9-BA8F-408491B027E9}" type="sibTrans" cxnId="{6BA0558F-C075-4467-BD10-C71C7EC2A83D}">
      <dgm:prSet>
        <dgm:style>
          <a:lnRef idx="0">
            <a:scrgbClr r="0" g="0" b="0"/>
          </a:lnRef>
          <a:fillRef idx="0">
            <a:scrgbClr r="0" g="0" b="0"/>
          </a:fillRef>
          <a:effectRef idx="0">
            <a:scrgbClr r="0" g="0" b="0"/>
          </a:effectRef>
          <a:fontRef idx="minor">
            <a:schemeClr val="lt1"/>
          </a:fontRef>
        </dgm:style>
      </dgm:prSet>
      <dgm:spPr>
        <a:solidFill>
          <a:schemeClr val="accent6"/>
        </a:solidFill>
        <a:ln>
          <a:noFill/>
        </a:ln>
      </dgm:spPr>
      <dgm:t>
        <a:bodyPr/>
        <a:lstStyle/>
        <a:p>
          <a:endParaRPr lang="en-US"/>
        </a:p>
      </dgm:t>
    </dgm:pt>
    <dgm:pt modelId="{9E8CBFEC-BECE-4CF4-B304-935E44E73116}">
      <dgm:prSet phldrT="[Text]">
        <dgm:style>
          <a:lnRef idx="0">
            <a:scrgbClr r="0" g="0" b="0"/>
          </a:lnRef>
          <a:fillRef idx="0">
            <a:scrgbClr r="0" g="0" b="0"/>
          </a:fillRef>
          <a:effectRef idx="0">
            <a:scrgbClr r="0" g="0" b="0"/>
          </a:effectRef>
          <a:fontRef idx="minor">
            <a:schemeClr val="lt1"/>
          </a:fontRef>
        </dgm:style>
      </dgm:prSet>
      <dgm:spPr>
        <a:solidFill>
          <a:schemeClr val="accent5"/>
        </a:solidFill>
        <a:ln>
          <a:noFill/>
        </a:ln>
      </dgm:spPr>
      <dgm:t>
        <a:bodyPr/>
        <a:lstStyle/>
        <a:p>
          <a:r>
            <a:rPr lang="en-US"/>
            <a:t>Keywords are generated for the new day claims</a:t>
          </a:r>
        </a:p>
      </dgm:t>
    </dgm:pt>
    <dgm:pt modelId="{FE153F6E-AD14-4748-BDBE-34BF0CBB4336}" type="parTrans" cxnId="{B4B348E2-D857-4704-B9FE-7288AF5A1729}">
      <dgm:prSet/>
      <dgm:spPr/>
      <dgm:t>
        <a:bodyPr/>
        <a:lstStyle/>
        <a:p>
          <a:endParaRPr lang="en-US"/>
        </a:p>
      </dgm:t>
    </dgm:pt>
    <dgm:pt modelId="{E6430F33-CBFD-4B47-9364-43CC6FB82969}" type="sibTrans" cxnId="{B4B348E2-D857-4704-B9FE-7288AF5A1729}">
      <dgm:prSet>
        <dgm:style>
          <a:lnRef idx="0">
            <a:scrgbClr r="0" g="0" b="0"/>
          </a:lnRef>
          <a:fillRef idx="0">
            <a:scrgbClr r="0" g="0" b="0"/>
          </a:fillRef>
          <a:effectRef idx="0">
            <a:scrgbClr r="0" g="0" b="0"/>
          </a:effectRef>
          <a:fontRef idx="minor">
            <a:schemeClr val="lt1"/>
          </a:fontRef>
        </dgm:style>
      </dgm:prSet>
      <dgm:spPr>
        <a:solidFill>
          <a:schemeClr val="accent5"/>
        </a:solidFill>
        <a:ln>
          <a:noFill/>
        </a:ln>
      </dgm:spPr>
      <dgm:t>
        <a:bodyPr/>
        <a:lstStyle/>
        <a:p>
          <a:endParaRPr lang="en-US"/>
        </a:p>
      </dgm:t>
    </dgm:pt>
    <dgm:pt modelId="{E515D675-6568-436B-8EB9-43368559DAE5}">
      <dgm:prSet phldrT="[Text]">
        <dgm:style>
          <a:lnRef idx="0">
            <a:scrgbClr r="0" g="0" b="0"/>
          </a:lnRef>
          <a:fillRef idx="0">
            <a:scrgbClr r="0" g="0" b="0"/>
          </a:fillRef>
          <a:effectRef idx="0">
            <a:scrgbClr r="0" g="0" b="0"/>
          </a:effectRef>
          <a:fontRef idx="minor">
            <a:schemeClr val="lt1"/>
          </a:fontRef>
        </dgm:style>
      </dgm:prSet>
      <dgm:spPr>
        <a:solidFill>
          <a:schemeClr val="accent4"/>
        </a:solidFill>
        <a:ln>
          <a:noFill/>
        </a:ln>
      </dgm:spPr>
      <dgm:t>
        <a:bodyPr/>
        <a:lstStyle/>
        <a:p>
          <a:r>
            <a:rPr lang="en-US"/>
            <a:t>Claims are loaded into FACETS_XC</a:t>
          </a:r>
        </a:p>
      </dgm:t>
    </dgm:pt>
    <dgm:pt modelId="{E69A442B-51DE-4EF4-A33F-29FB56FDD3F1}" type="parTrans" cxnId="{2EF807AD-5586-4794-9FD3-D7D10D41AF81}">
      <dgm:prSet/>
      <dgm:spPr/>
      <dgm:t>
        <a:bodyPr/>
        <a:lstStyle/>
        <a:p>
          <a:endParaRPr lang="en-US"/>
        </a:p>
      </dgm:t>
    </dgm:pt>
    <dgm:pt modelId="{9D9727B7-ADA5-4460-B776-9992F77DA0B1}" type="sibTrans" cxnId="{2EF807AD-5586-4794-9FD3-D7D10D41AF81}">
      <dgm:prSet>
        <dgm:style>
          <a:lnRef idx="0">
            <a:scrgbClr r="0" g="0" b="0"/>
          </a:lnRef>
          <a:fillRef idx="0">
            <a:scrgbClr r="0" g="0" b="0"/>
          </a:fillRef>
          <a:effectRef idx="0">
            <a:scrgbClr r="0" g="0" b="0"/>
          </a:effectRef>
          <a:fontRef idx="minor">
            <a:schemeClr val="lt1"/>
          </a:fontRef>
        </dgm:style>
      </dgm:prSet>
      <dgm:spPr>
        <a:solidFill>
          <a:schemeClr val="accent4"/>
        </a:solidFill>
        <a:ln>
          <a:noFill/>
        </a:ln>
      </dgm:spPr>
      <dgm:t>
        <a:bodyPr/>
        <a:lstStyle/>
        <a:p>
          <a:endParaRPr lang="en-US"/>
        </a:p>
      </dgm:t>
    </dgm:pt>
    <dgm:pt modelId="{C4009FC0-2457-4F7B-B3B0-5FF2EB514A99}">
      <dgm:prSet phldrT="[Text]">
        <dgm:style>
          <a:lnRef idx="0">
            <a:scrgbClr r="0" g="0" b="0"/>
          </a:lnRef>
          <a:fillRef idx="0">
            <a:scrgbClr r="0" g="0" b="0"/>
          </a:fillRef>
          <a:effectRef idx="0">
            <a:scrgbClr r="0" g="0" b="0"/>
          </a:effectRef>
          <a:fontRef idx="minor">
            <a:schemeClr val="lt1"/>
          </a:fontRef>
        </dgm:style>
      </dgm:prSet>
      <dgm:spPr>
        <a:solidFill>
          <a:schemeClr val="accent1"/>
        </a:solidFill>
        <a:ln>
          <a:noFill/>
        </a:ln>
      </dgm:spPr>
      <dgm:t>
        <a:bodyPr/>
        <a:lstStyle/>
        <a:p>
          <a:r>
            <a:rPr lang="en-US"/>
            <a:t>Claims are loaded into GBD FACETS</a:t>
          </a:r>
        </a:p>
      </dgm:t>
    </dgm:pt>
    <dgm:pt modelId="{35882CD6-97DF-4E4A-8F86-92A90F3E4DFC}" type="parTrans" cxnId="{87723DF3-89DA-436F-9FB6-475B91C7319F}">
      <dgm:prSet/>
      <dgm:spPr/>
      <dgm:t>
        <a:bodyPr/>
        <a:lstStyle/>
        <a:p>
          <a:endParaRPr lang="en-US"/>
        </a:p>
      </dgm:t>
    </dgm:pt>
    <dgm:pt modelId="{A26695E5-0579-42F4-BA8C-F4EC2CCFBB9D}" type="sibTrans" cxnId="{87723DF3-89DA-436F-9FB6-475B91C7319F}">
      <dgm:prSet/>
      <dgm:spPr/>
      <dgm:t>
        <a:bodyPr/>
        <a:lstStyle/>
        <a:p>
          <a:endParaRPr lang="en-US"/>
        </a:p>
      </dgm:t>
    </dgm:pt>
    <dgm:pt modelId="{A164A11F-B62F-4F2C-A7BB-C0CD2AD4F5FF}" type="pres">
      <dgm:prSet presAssocID="{EB58EC09-CE9F-41E1-9263-5E4E0C286FFF}" presName="Name0" presStyleCnt="0">
        <dgm:presLayoutVars>
          <dgm:dir/>
          <dgm:resizeHandles/>
        </dgm:presLayoutVars>
      </dgm:prSet>
      <dgm:spPr/>
    </dgm:pt>
    <dgm:pt modelId="{277B6AE2-4EF5-412A-8F49-EAC31FC930FB}" type="pres">
      <dgm:prSet presAssocID="{9A54FEDE-FB5C-4655-8D58-417DC112F49D}" presName="compNode" presStyleCnt="0"/>
      <dgm:spPr/>
    </dgm:pt>
    <dgm:pt modelId="{FFF914E7-F3D3-46E1-926B-DF9CF0886EF3}" type="pres">
      <dgm:prSet presAssocID="{9A54FEDE-FB5C-4655-8D58-417DC112F49D}" presName="dummyConnPt" presStyleCnt="0"/>
      <dgm:spPr/>
    </dgm:pt>
    <dgm:pt modelId="{6589A403-C0A8-4423-BFDD-807E44A9A8A2}" type="pres">
      <dgm:prSet presAssocID="{9A54FEDE-FB5C-4655-8D58-417DC112F49D}" presName="node" presStyleLbl="node1" presStyleIdx="0" presStyleCnt="8">
        <dgm:presLayoutVars>
          <dgm:bulletEnabled val="1"/>
        </dgm:presLayoutVars>
      </dgm:prSet>
      <dgm:spPr/>
    </dgm:pt>
    <dgm:pt modelId="{6CA84142-7017-464F-85AA-2602EF9A423C}" type="pres">
      <dgm:prSet presAssocID="{BAAB2545-0D20-4402-8B63-5490EA19434C}" presName="sibTrans" presStyleLbl="bgSibTrans2D1" presStyleIdx="0" presStyleCnt="7"/>
      <dgm:spPr/>
    </dgm:pt>
    <dgm:pt modelId="{1C617205-ED0E-4C76-9DD5-674043AAF9C1}" type="pres">
      <dgm:prSet presAssocID="{FBE1186B-E208-4606-83A6-EB186CD6FCA3}" presName="compNode" presStyleCnt="0"/>
      <dgm:spPr/>
    </dgm:pt>
    <dgm:pt modelId="{E971377E-D799-433A-9FF9-029616ACDB88}" type="pres">
      <dgm:prSet presAssocID="{FBE1186B-E208-4606-83A6-EB186CD6FCA3}" presName="dummyConnPt" presStyleCnt="0"/>
      <dgm:spPr/>
    </dgm:pt>
    <dgm:pt modelId="{4B15FF5B-C2C9-4980-862E-2C6D27760CB7}" type="pres">
      <dgm:prSet presAssocID="{FBE1186B-E208-4606-83A6-EB186CD6FCA3}" presName="node" presStyleLbl="node1" presStyleIdx="1" presStyleCnt="8">
        <dgm:presLayoutVars>
          <dgm:bulletEnabled val="1"/>
        </dgm:presLayoutVars>
      </dgm:prSet>
      <dgm:spPr/>
    </dgm:pt>
    <dgm:pt modelId="{9781C254-A093-45BF-A170-2CD84F5534B8}" type="pres">
      <dgm:prSet presAssocID="{ABEA5413-0125-4870-8C39-31E82346803D}" presName="sibTrans" presStyleLbl="bgSibTrans2D1" presStyleIdx="1" presStyleCnt="7"/>
      <dgm:spPr/>
    </dgm:pt>
    <dgm:pt modelId="{431E3B3B-0ED9-4DA3-9F68-481B242F9628}" type="pres">
      <dgm:prSet presAssocID="{8E405DFE-E51F-40EC-9D9B-C592B2D34B34}" presName="compNode" presStyleCnt="0"/>
      <dgm:spPr/>
    </dgm:pt>
    <dgm:pt modelId="{516A5939-FFE6-4E00-B7E2-C508E75D0136}" type="pres">
      <dgm:prSet presAssocID="{8E405DFE-E51F-40EC-9D9B-C592B2D34B34}" presName="dummyConnPt" presStyleCnt="0"/>
      <dgm:spPr/>
    </dgm:pt>
    <dgm:pt modelId="{E0CFDF7F-D1F1-4E5B-9464-2C3BFA362973}" type="pres">
      <dgm:prSet presAssocID="{8E405DFE-E51F-40EC-9D9B-C592B2D34B34}" presName="node" presStyleLbl="node1" presStyleIdx="2" presStyleCnt="8">
        <dgm:presLayoutVars>
          <dgm:bulletEnabled val="1"/>
        </dgm:presLayoutVars>
      </dgm:prSet>
      <dgm:spPr/>
    </dgm:pt>
    <dgm:pt modelId="{CFF38CEB-9A4A-4434-9DD0-C532C8262991}" type="pres">
      <dgm:prSet presAssocID="{06BD209F-27CD-4338-820D-9EBBF351246A}" presName="sibTrans" presStyleLbl="bgSibTrans2D1" presStyleIdx="2" presStyleCnt="7"/>
      <dgm:spPr/>
    </dgm:pt>
    <dgm:pt modelId="{76FDF132-8C50-4A51-9C5B-91D14AD7B0A0}" type="pres">
      <dgm:prSet presAssocID="{E7AB9F90-7A2F-4300-AA80-3543F70AE372}" presName="compNode" presStyleCnt="0"/>
      <dgm:spPr/>
    </dgm:pt>
    <dgm:pt modelId="{C1C2A9AB-36DA-4F02-B14C-E62A46AE9036}" type="pres">
      <dgm:prSet presAssocID="{E7AB9F90-7A2F-4300-AA80-3543F70AE372}" presName="dummyConnPt" presStyleCnt="0"/>
      <dgm:spPr/>
    </dgm:pt>
    <dgm:pt modelId="{05623CA9-E4FA-42C8-88BE-C381B6094368}" type="pres">
      <dgm:prSet presAssocID="{E7AB9F90-7A2F-4300-AA80-3543F70AE372}" presName="node" presStyleLbl="node1" presStyleIdx="3" presStyleCnt="8">
        <dgm:presLayoutVars>
          <dgm:bulletEnabled val="1"/>
        </dgm:presLayoutVars>
      </dgm:prSet>
      <dgm:spPr/>
    </dgm:pt>
    <dgm:pt modelId="{7F52758A-B41F-4D31-8263-5AC27178E40B}" type="pres">
      <dgm:prSet presAssocID="{28E3DB3B-EE3F-44B6-8531-8C4A1F533099}" presName="sibTrans" presStyleLbl="bgSibTrans2D1" presStyleIdx="3" presStyleCnt="7"/>
      <dgm:spPr/>
    </dgm:pt>
    <dgm:pt modelId="{94BDD31B-8B54-4A90-BD5C-23D046608027}" type="pres">
      <dgm:prSet presAssocID="{29F443C4-736C-4C9B-BE1D-B8D9739D8282}" presName="compNode" presStyleCnt="0"/>
      <dgm:spPr/>
    </dgm:pt>
    <dgm:pt modelId="{D77A7F30-76BE-4645-9643-B7D705AB6585}" type="pres">
      <dgm:prSet presAssocID="{29F443C4-736C-4C9B-BE1D-B8D9739D8282}" presName="dummyConnPt" presStyleCnt="0"/>
      <dgm:spPr/>
    </dgm:pt>
    <dgm:pt modelId="{A612F9A5-9B2D-4490-919C-AD24C708A1EA}" type="pres">
      <dgm:prSet presAssocID="{29F443C4-736C-4C9B-BE1D-B8D9739D8282}" presName="node" presStyleLbl="node1" presStyleIdx="4" presStyleCnt="8">
        <dgm:presLayoutVars>
          <dgm:bulletEnabled val="1"/>
        </dgm:presLayoutVars>
      </dgm:prSet>
      <dgm:spPr/>
    </dgm:pt>
    <dgm:pt modelId="{D6CD4B62-DBB6-46B2-988D-63E476D367F4}" type="pres">
      <dgm:prSet presAssocID="{532858FC-0378-4DF9-BA8F-408491B027E9}" presName="sibTrans" presStyleLbl="bgSibTrans2D1" presStyleIdx="4" presStyleCnt="7"/>
      <dgm:spPr/>
    </dgm:pt>
    <dgm:pt modelId="{2113E96E-405F-4835-9F85-AE42BF0BE4D7}" type="pres">
      <dgm:prSet presAssocID="{9E8CBFEC-BECE-4CF4-B304-935E44E73116}" presName="compNode" presStyleCnt="0"/>
      <dgm:spPr/>
    </dgm:pt>
    <dgm:pt modelId="{B8794424-1C1B-4233-97FB-A33D3A3DF8D0}" type="pres">
      <dgm:prSet presAssocID="{9E8CBFEC-BECE-4CF4-B304-935E44E73116}" presName="dummyConnPt" presStyleCnt="0"/>
      <dgm:spPr/>
    </dgm:pt>
    <dgm:pt modelId="{376686BB-A3B6-4B13-9FDB-E4013A6915D3}" type="pres">
      <dgm:prSet presAssocID="{9E8CBFEC-BECE-4CF4-B304-935E44E73116}" presName="node" presStyleLbl="node1" presStyleIdx="5" presStyleCnt="8">
        <dgm:presLayoutVars>
          <dgm:bulletEnabled val="1"/>
        </dgm:presLayoutVars>
      </dgm:prSet>
      <dgm:spPr/>
    </dgm:pt>
    <dgm:pt modelId="{E22F19DE-D6A4-475A-9720-2173C4FE7D3A}" type="pres">
      <dgm:prSet presAssocID="{E6430F33-CBFD-4B47-9364-43CC6FB82969}" presName="sibTrans" presStyleLbl="bgSibTrans2D1" presStyleIdx="5" presStyleCnt="7"/>
      <dgm:spPr/>
    </dgm:pt>
    <dgm:pt modelId="{A70D2F9C-6D57-49CD-87B6-AC21D58F63EC}" type="pres">
      <dgm:prSet presAssocID="{E515D675-6568-436B-8EB9-43368559DAE5}" presName="compNode" presStyleCnt="0"/>
      <dgm:spPr/>
    </dgm:pt>
    <dgm:pt modelId="{23310EDC-2219-483B-A7D7-CEF3C651BF6B}" type="pres">
      <dgm:prSet presAssocID="{E515D675-6568-436B-8EB9-43368559DAE5}" presName="dummyConnPt" presStyleCnt="0"/>
      <dgm:spPr/>
    </dgm:pt>
    <dgm:pt modelId="{A4F1EF63-FBEB-4492-A7EC-742BFC4611C6}" type="pres">
      <dgm:prSet presAssocID="{E515D675-6568-436B-8EB9-43368559DAE5}" presName="node" presStyleLbl="node1" presStyleIdx="6" presStyleCnt="8">
        <dgm:presLayoutVars>
          <dgm:bulletEnabled val="1"/>
        </dgm:presLayoutVars>
      </dgm:prSet>
      <dgm:spPr/>
    </dgm:pt>
    <dgm:pt modelId="{1699D6C9-0F2E-4F6B-8657-3AE70522CCAF}" type="pres">
      <dgm:prSet presAssocID="{9D9727B7-ADA5-4460-B776-9992F77DA0B1}" presName="sibTrans" presStyleLbl="bgSibTrans2D1" presStyleIdx="6" presStyleCnt="7"/>
      <dgm:spPr/>
    </dgm:pt>
    <dgm:pt modelId="{930CD71C-7F7B-4556-A505-FB2418B325AA}" type="pres">
      <dgm:prSet presAssocID="{C4009FC0-2457-4F7B-B3B0-5FF2EB514A99}" presName="compNode" presStyleCnt="0"/>
      <dgm:spPr/>
    </dgm:pt>
    <dgm:pt modelId="{4360AA49-DA7D-486C-8076-318BC46ED50A}" type="pres">
      <dgm:prSet presAssocID="{C4009FC0-2457-4F7B-B3B0-5FF2EB514A99}" presName="dummyConnPt" presStyleCnt="0"/>
      <dgm:spPr/>
    </dgm:pt>
    <dgm:pt modelId="{9F3DB35F-9D40-48AC-B33B-AA4CD60C4F55}" type="pres">
      <dgm:prSet presAssocID="{C4009FC0-2457-4F7B-B3B0-5FF2EB514A99}" presName="node" presStyleLbl="node1" presStyleIdx="7" presStyleCnt="8">
        <dgm:presLayoutVars>
          <dgm:bulletEnabled val="1"/>
        </dgm:presLayoutVars>
      </dgm:prSet>
      <dgm:spPr/>
    </dgm:pt>
  </dgm:ptLst>
  <dgm:cxnLst>
    <dgm:cxn modelId="{B4882E05-44C0-45F8-8504-69AB7CEEA608}" type="presOf" srcId="{8E405DFE-E51F-40EC-9D9B-C592B2D34B34}" destId="{E0CFDF7F-D1F1-4E5B-9464-2C3BFA362973}" srcOrd="0" destOrd="0" presId="urn:microsoft.com/office/officeart/2005/8/layout/bProcess4"/>
    <dgm:cxn modelId="{BEF48005-19EA-4979-A13C-5A9D361B459E}" type="presOf" srcId="{28E3DB3B-EE3F-44B6-8531-8C4A1F533099}" destId="{7F52758A-B41F-4D31-8263-5AC27178E40B}" srcOrd="0" destOrd="0" presId="urn:microsoft.com/office/officeart/2005/8/layout/bProcess4"/>
    <dgm:cxn modelId="{E36AE41B-5670-48C0-9216-E01019B9E8D3}" type="presOf" srcId="{06BD209F-27CD-4338-820D-9EBBF351246A}" destId="{CFF38CEB-9A4A-4434-9DD0-C532C8262991}" srcOrd="0" destOrd="0" presId="urn:microsoft.com/office/officeart/2005/8/layout/bProcess4"/>
    <dgm:cxn modelId="{CE093721-A5CE-4CC1-8992-839146DE4369}" type="presOf" srcId="{ABEA5413-0125-4870-8C39-31E82346803D}" destId="{9781C254-A093-45BF-A170-2CD84F5534B8}" srcOrd="0" destOrd="0" presId="urn:microsoft.com/office/officeart/2005/8/layout/bProcess4"/>
    <dgm:cxn modelId="{F2BACC31-A17A-432F-AA86-641E20BD286F}" srcId="{EB58EC09-CE9F-41E1-9263-5E4E0C286FFF}" destId="{FBE1186B-E208-4606-83A6-EB186CD6FCA3}" srcOrd="1" destOrd="0" parTransId="{D5343EED-8B6A-40BC-AF36-302F2966F2B2}" sibTransId="{ABEA5413-0125-4870-8C39-31E82346803D}"/>
    <dgm:cxn modelId="{0512AC3A-E34A-4EA0-B598-2FD2584DB189}" type="presOf" srcId="{FBE1186B-E208-4606-83A6-EB186CD6FCA3}" destId="{4B15FF5B-C2C9-4980-862E-2C6D27760CB7}" srcOrd="0" destOrd="0" presId="urn:microsoft.com/office/officeart/2005/8/layout/bProcess4"/>
    <dgm:cxn modelId="{86AE1241-B166-4490-974D-D99F987B8ABA}" srcId="{EB58EC09-CE9F-41E1-9263-5E4E0C286FFF}" destId="{9A54FEDE-FB5C-4655-8D58-417DC112F49D}" srcOrd="0" destOrd="0" parTransId="{165E7B9C-8BF6-4C2E-B0EB-D1FB37A84CE5}" sibTransId="{BAAB2545-0D20-4402-8B63-5490EA19434C}"/>
    <dgm:cxn modelId="{BA564085-AD33-4327-8EB0-73F046A67C60}" type="presOf" srcId="{BAAB2545-0D20-4402-8B63-5490EA19434C}" destId="{6CA84142-7017-464F-85AA-2602EF9A423C}" srcOrd="0" destOrd="0" presId="urn:microsoft.com/office/officeart/2005/8/layout/bProcess4"/>
    <dgm:cxn modelId="{6459B186-DBAE-4C87-AF8C-E2744F733964}" type="presOf" srcId="{9D9727B7-ADA5-4460-B776-9992F77DA0B1}" destId="{1699D6C9-0F2E-4F6B-8657-3AE70522CCAF}" srcOrd="0" destOrd="0" presId="urn:microsoft.com/office/officeart/2005/8/layout/bProcess4"/>
    <dgm:cxn modelId="{6BA0558F-C075-4467-BD10-C71C7EC2A83D}" srcId="{EB58EC09-CE9F-41E1-9263-5E4E0C286FFF}" destId="{29F443C4-736C-4C9B-BE1D-B8D9739D8282}" srcOrd="4" destOrd="0" parTransId="{233255B6-3D51-40DD-913E-2EFADBBA8BC3}" sibTransId="{532858FC-0378-4DF9-BA8F-408491B027E9}"/>
    <dgm:cxn modelId="{B370929E-8C4C-4F4E-B3AC-3DA0C1FAD8E8}" type="presOf" srcId="{9A54FEDE-FB5C-4655-8D58-417DC112F49D}" destId="{6589A403-C0A8-4423-BFDD-807E44A9A8A2}" srcOrd="0" destOrd="0" presId="urn:microsoft.com/office/officeart/2005/8/layout/bProcess4"/>
    <dgm:cxn modelId="{9AE2409F-CDB2-438C-A067-62C4BCF16434}" srcId="{EB58EC09-CE9F-41E1-9263-5E4E0C286FFF}" destId="{8E405DFE-E51F-40EC-9D9B-C592B2D34B34}" srcOrd="2" destOrd="0" parTransId="{73DB5A2A-50CC-42E0-9B1A-55A1EA8E4160}" sibTransId="{06BD209F-27CD-4338-820D-9EBBF351246A}"/>
    <dgm:cxn modelId="{4221B0A5-F517-4507-A9FC-0001A1B438E7}" type="presOf" srcId="{EB58EC09-CE9F-41E1-9263-5E4E0C286FFF}" destId="{A164A11F-B62F-4F2C-A7BB-C0CD2AD4F5FF}" srcOrd="0" destOrd="0" presId="urn:microsoft.com/office/officeart/2005/8/layout/bProcess4"/>
    <dgm:cxn modelId="{394DD2A5-1207-4D9A-9A17-87E89C7445FD}" type="presOf" srcId="{9E8CBFEC-BECE-4CF4-B304-935E44E73116}" destId="{376686BB-A3B6-4B13-9FDB-E4013A6915D3}" srcOrd="0" destOrd="0" presId="urn:microsoft.com/office/officeart/2005/8/layout/bProcess4"/>
    <dgm:cxn modelId="{53CC7BA8-30FE-4086-87A9-0C66F2496B07}" type="presOf" srcId="{E6430F33-CBFD-4B47-9364-43CC6FB82969}" destId="{E22F19DE-D6A4-475A-9720-2173C4FE7D3A}" srcOrd="0" destOrd="0" presId="urn:microsoft.com/office/officeart/2005/8/layout/bProcess4"/>
    <dgm:cxn modelId="{2EF807AD-5586-4794-9FD3-D7D10D41AF81}" srcId="{EB58EC09-CE9F-41E1-9263-5E4E0C286FFF}" destId="{E515D675-6568-436B-8EB9-43368559DAE5}" srcOrd="6" destOrd="0" parTransId="{E69A442B-51DE-4EF4-A33F-29FB56FDD3F1}" sibTransId="{9D9727B7-ADA5-4460-B776-9992F77DA0B1}"/>
    <dgm:cxn modelId="{02B1ABC3-8781-40D2-B081-F5CB2CAD1931}" type="presOf" srcId="{E515D675-6568-436B-8EB9-43368559DAE5}" destId="{A4F1EF63-FBEB-4492-A7EC-742BFC4611C6}" srcOrd="0" destOrd="0" presId="urn:microsoft.com/office/officeart/2005/8/layout/bProcess4"/>
    <dgm:cxn modelId="{9D3D91D0-BD29-4D1A-91E4-F3801B809457}" type="presOf" srcId="{532858FC-0378-4DF9-BA8F-408491B027E9}" destId="{D6CD4B62-DBB6-46B2-988D-63E476D367F4}" srcOrd="0" destOrd="0" presId="urn:microsoft.com/office/officeart/2005/8/layout/bProcess4"/>
    <dgm:cxn modelId="{138669D9-B2B5-478C-8DFD-93884A12C426}" type="presOf" srcId="{C4009FC0-2457-4F7B-B3B0-5FF2EB514A99}" destId="{9F3DB35F-9D40-48AC-B33B-AA4CD60C4F55}" srcOrd="0" destOrd="0" presId="urn:microsoft.com/office/officeart/2005/8/layout/bProcess4"/>
    <dgm:cxn modelId="{B4B348E2-D857-4704-B9FE-7288AF5A1729}" srcId="{EB58EC09-CE9F-41E1-9263-5E4E0C286FFF}" destId="{9E8CBFEC-BECE-4CF4-B304-935E44E73116}" srcOrd="5" destOrd="0" parTransId="{FE153F6E-AD14-4748-BDBE-34BF0CBB4336}" sibTransId="{E6430F33-CBFD-4B47-9364-43CC6FB82969}"/>
    <dgm:cxn modelId="{E0CBE2EA-F4D5-4379-B039-EF6637836A8C}" srcId="{EB58EC09-CE9F-41E1-9263-5E4E0C286FFF}" destId="{E7AB9F90-7A2F-4300-AA80-3543F70AE372}" srcOrd="3" destOrd="0" parTransId="{5EAD6E56-E1D8-4AE0-9DC6-717F8A789982}" sibTransId="{28E3DB3B-EE3F-44B6-8531-8C4A1F533099}"/>
    <dgm:cxn modelId="{87723DF3-89DA-436F-9FB6-475B91C7319F}" srcId="{EB58EC09-CE9F-41E1-9263-5E4E0C286FFF}" destId="{C4009FC0-2457-4F7B-B3B0-5FF2EB514A99}" srcOrd="7" destOrd="0" parTransId="{35882CD6-97DF-4E4A-8F86-92A90F3E4DFC}" sibTransId="{A26695E5-0579-42F4-BA8C-F4EC2CCFBB9D}"/>
    <dgm:cxn modelId="{74FA06FD-383A-4141-93FD-31724EDA4035}" type="presOf" srcId="{E7AB9F90-7A2F-4300-AA80-3543F70AE372}" destId="{05623CA9-E4FA-42C8-88BE-C381B6094368}" srcOrd="0" destOrd="0" presId="urn:microsoft.com/office/officeart/2005/8/layout/bProcess4"/>
    <dgm:cxn modelId="{BE73B3FD-6AB6-4552-AA7D-ADBFFEC88256}" type="presOf" srcId="{29F443C4-736C-4C9B-BE1D-B8D9739D8282}" destId="{A612F9A5-9B2D-4490-919C-AD24C708A1EA}" srcOrd="0" destOrd="0" presId="urn:microsoft.com/office/officeart/2005/8/layout/bProcess4"/>
    <dgm:cxn modelId="{60079D96-0577-47A6-AA71-09FFCE6917EF}" type="presParOf" srcId="{A164A11F-B62F-4F2C-A7BB-C0CD2AD4F5FF}" destId="{277B6AE2-4EF5-412A-8F49-EAC31FC930FB}" srcOrd="0" destOrd="0" presId="urn:microsoft.com/office/officeart/2005/8/layout/bProcess4"/>
    <dgm:cxn modelId="{15F3AC94-75B6-49B1-9145-37418152D1C2}" type="presParOf" srcId="{277B6AE2-4EF5-412A-8F49-EAC31FC930FB}" destId="{FFF914E7-F3D3-46E1-926B-DF9CF0886EF3}" srcOrd="0" destOrd="0" presId="urn:microsoft.com/office/officeart/2005/8/layout/bProcess4"/>
    <dgm:cxn modelId="{1AF5D8DE-BC25-4E50-A7F4-02FA3C1D3C95}" type="presParOf" srcId="{277B6AE2-4EF5-412A-8F49-EAC31FC930FB}" destId="{6589A403-C0A8-4423-BFDD-807E44A9A8A2}" srcOrd="1" destOrd="0" presId="urn:microsoft.com/office/officeart/2005/8/layout/bProcess4"/>
    <dgm:cxn modelId="{810EC01B-8403-4523-93ED-1F7F4BCF7D33}" type="presParOf" srcId="{A164A11F-B62F-4F2C-A7BB-C0CD2AD4F5FF}" destId="{6CA84142-7017-464F-85AA-2602EF9A423C}" srcOrd="1" destOrd="0" presId="urn:microsoft.com/office/officeart/2005/8/layout/bProcess4"/>
    <dgm:cxn modelId="{001C46AC-90A9-490E-83D8-DDDC6A0A50FA}" type="presParOf" srcId="{A164A11F-B62F-4F2C-A7BB-C0CD2AD4F5FF}" destId="{1C617205-ED0E-4C76-9DD5-674043AAF9C1}" srcOrd="2" destOrd="0" presId="urn:microsoft.com/office/officeart/2005/8/layout/bProcess4"/>
    <dgm:cxn modelId="{C2CC5F2B-4012-4F11-A63C-88901C29DFF1}" type="presParOf" srcId="{1C617205-ED0E-4C76-9DD5-674043AAF9C1}" destId="{E971377E-D799-433A-9FF9-029616ACDB88}" srcOrd="0" destOrd="0" presId="urn:microsoft.com/office/officeart/2005/8/layout/bProcess4"/>
    <dgm:cxn modelId="{5FA68113-2BDE-4E64-AB3B-C3E2221D6F58}" type="presParOf" srcId="{1C617205-ED0E-4C76-9DD5-674043AAF9C1}" destId="{4B15FF5B-C2C9-4980-862E-2C6D27760CB7}" srcOrd="1" destOrd="0" presId="urn:microsoft.com/office/officeart/2005/8/layout/bProcess4"/>
    <dgm:cxn modelId="{CFAB9291-86D8-49D3-9283-298DA9028BC7}" type="presParOf" srcId="{A164A11F-B62F-4F2C-A7BB-C0CD2AD4F5FF}" destId="{9781C254-A093-45BF-A170-2CD84F5534B8}" srcOrd="3" destOrd="0" presId="urn:microsoft.com/office/officeart/2005/8/layout/bProcess4"/>
    <dgm:cxn modelId="{DD7F596E-11EF-4E83-8459-6E0CA0FA574F}" type="presParOf" srcId="{A164A11F-B62F-4F2C-A7BB-C0CD2AD4F5FF}" destId="{431E3B3B-0ED9-4DA3-9F68-481B242F9628}" srcOrd="4" destOrd="0" presId="urn:microsoft.com/office/officeart/2005/8/layout/bProcess4"/>
    <dgm:cxn modelId="{B656E75C-E603-4829-B98B-90ED6D83A101}" type="presParOf" srcId="{431E3B3B-0ED9-4DA3-9F68-481B242F9628}" destId="{516A5939-FFE6-4E00-B7E2-C508E75D0136}" srcOrd="0" destOrd="0" presId="urn:microsoft.com/office/officeart/2005/8/layout/bProcess4"/>
    <dgm:cxn modelId="{40465DAC-6BCC-4DB3-BAF7-CD6E9AED2CDB}" type="presParOf" srcId="{431E3B3B-0ED9-4DA3-9F68-481B242F9628}" destId="{E0CFDF7F-D1F1-4E5B-9464-2C3BFA362973}" srcOrd="1" destOrd="0" presId="urn:microsoft.com/office/officeart/2005/8/layout/bProcess4"/>
    <dgm:cxn modelId="{DA62E9CE-7804-4FED-A327-6D9764622FD5}" type="presParOf" srcId="{A164A11F-B62F-4F2C-A7BB-C0CD2AD4F5FF}" destId="{CFF38CEB-9A4A-4434-9DD0-C532C8262991}" srcOrd="5" destOrd="0" presId="urn:microsoft.com/office/officeart/2005/8/layout/bProcess4"/>
    <dgm:cxn modelId="{60E39928-6122-454C-82EE-3328004981A9}" type="presParOf" srcId="{A164A11F-B62F-4F2C-A7BB-C0CD2AD4F5FF}" destId="{76FDF132-8C50-4A51-9C5B-91D14AD7B0A0}" srcOrd="6" destOrd="0" presId="urn:microsoft.com/office/officeart/2005/8/layout/bProcess4"/>
    <dgm:cxn modelId="{3C3A8472-1083-460A-89AE-E63727148D26}" type="presParOf" srcId="{76FDF132-8C50-4A51-9C5B-91D14AD7B0A0}" destId="{C1C2A9AB-36DA-4F02-B14C-E62A46AE9036}" srcOrd="0" destOrd="0" presId="urn:microsoft.com/office/officeart/2005/8/layout/bProcess4"/>
    <dgm:cxn modelId="{84DA5906-0CED-424E-9894-58C05001865C}" type="presParOf" srcId="{76FDF132-8C50-4A51-9C5B-91D14AD7B0A0}" destId="{05623CA9-E4FA-42C8-88BE-C381B6094368}" srcOrd="1" destOrd="0" presId="urn:microsoft.com/office/officeart/2005/8/layout/bProcess4"/>
    <dgm:cxn modelId="{E653EB75-8336-48C6-BD49-3AF8B9E43437}" type="presParOf" srcId="{A164A11F-B62F-4F2C-A7BB-C0CD2AD4F5FF}" destId="{7F52758A-B41F-4D31-8263-5AC27178E40B}" srcOrd="7" destOrd="0" presId="urn:microsoft.com/office/officeart/2005/8/layout/bProcess4"/>
    <dgm:cxn modelId="{DF9B7290-49A7-4FD3-B8DC-109ACE65321B}" type="presParOf" srcId="{A164A11F-B62F-4F2C-A7BB-C0CD2AD4F5FF}" destId="{94BDD31B-8B54-4A90-BD5C-23D046608027}" srcOrd="8" destOrd="0" presId="urn:microsoft.com/office/officeart/2005/8/layout/bProcess4"/>
    <dgm:cxn modelId="{E3E8E91D-5CCA-4903-AA99-E200DD304AF4}" type="presParOf" srcId="{94BDD31B-8B54-4A90-BD5C-23D046608027}" destId="{D77A7F30-76BE-4645-9643-B7D705AB6585}" srcOrd="0" destOrd="0" presId="urn:microsoft.com/office/officeart/2005/8/layout/bProcess4"/>
    <dgm:cxn modelId="{A63A4E5B-5917-4E44-9BF5-AEBBCEB8F2F9}" type="presParOf" srcId="{94BDD31B-8B54-4A90-BD5C-23D046608027}" destId="{A612F9A5-9B2D-4490-919C-AD24C708A1EA}" srcOrd="1" destOrd="0" presId="urn:microsoft.com/office/officeart/2005/8/layout/bProcess4"/>
    <dgm:cxn modelId="{06C0BB11-ED17-49E9-8BEE-34BF0DF7DA7B}" type="presParOf" srcId="{A164A11F-B62F-4F2C-A7BB-C0CD2AD4F5FF}" destId="{D6CD4B62-DBB6-46B2-988D-63E476D367F4}" srcOrd="9" destOrd="0" presId="urn:microsoft.com/office/officeart/2005/8/layout/bProcess4"/>
    <dgm:cxn modelId="{2F08633A-6480-4938-8FC7-D723EC3329E0}" type="presParOf" srcId="{A164A11F-B62F-4F2C-A7BB-C0CD2AD4F5FF}" destId="{2113E96E-405F-4835-9F85-AE42BF0BE4D7}" srcOrd="10" destOrd="0" presId="urn:microsoft.com/office/officeart/2005/8/layout/bProcess4"/>
    <dgm:cxn modelId="{E31C5A72-C309-4B7D-9E35-FAAE16BA8A27}" type="presParOf" srcId="{2113E96E-405F-4835-9F85-AE42BF0BE4D7}" destId="{B8794424-1C1B-4233-97FB-A33D3A3DF8D0}" srcOrd="0" destOrd="0" presId="urn:microsoft.com/office/officeart/2005/8/layout/bProcess4"/>
    <dgm:cxn modelId="{21617F91-B51A-4463-8641-20BE916C8353}" type="presParOf" srcId="{2113E96E-405F-4835-9F85-AE42BF0BE4D7}" destId="{376686BB-A3B6-4B13-9FDB-E4013A6915D3}" srcOrd="1" destOrd="0" presId="urn:microsoft.com/office/officeart/2005/8/layout/bProcess4"/>
    <dgm:cxn modelId="{5C3440B2-18F5-4251-8561-7760E78C15B9}" type="presParOf" srcId="{A164A11F-B62F-4F2C-A7BB-C0CD2AD4F5FF}" destId="{E22F19DE-D6A4-475A-9720-2173C4FE7D3A}" srcOrd="11" destOrd="0" presId="urn:microsoft.com/office/officeart/2005/8/layout/bProcess4"/>
    <dgm:cxn modelId="{B826C1CD-E425-4EA3-8E2F-BB62F4BAF669}" type="presParOf" srcId="{A164A11F-B62F-4F2C-A7BB-C0CD2AD4F5FF}" destId="{A70D2F9C-6D57-49CD-87B6-AC21D58F63EC}" srcOrd="12" destOrd="0" presId="urn:microsoft.com/office/officeart/2005/8/layout/bProcess4"/>
    <dgm:cxn modelId="{3D06A013-EE78-46C6-B9F4-E583073EB8E1}" type="presParOf" srcId="{A70D2F9C-6D57-49CD-87B6-AC21D58F63EC}" destId="{23310EDC-2219-483B-A7D7-CEF3C651BF6B}" srcOrd="0" destOrd="0" presId="urn:microsoft.com/office/officeart/2005/8/layout/bProcess4"/>
    <dgm:cxn modelId="{9C6E4A2E-33EE-49BE-80A1-84C979D6507B}" type="presParOf" srcId="{A70D2F9C-6D57-49CD-87B6-AC21D58F63EC}" destId="{A4F1EF63-FBEB-4492-A7EC-742BFC4611C6}" srcOrd="1" destOrd="0" presId="urn:microsoft.com/office/officeart/2005/8/layout/bProcess4"/>
    <dgm:cxn modelId="{904D9429-D23E-42DC-8BA8-8B9089211711}" type="presParOf" srcId="{A164A11F-B62F-4F2C-A7BB-C0CD2AD4F5FF}" destId="{1699D6C9-0F2E-4F6B-8657-3AE70522CCAF}" srcOrd="13" destOrd="0" presId="urn:microsoft.com/office/officeart/2005/8/layout/bProcess4"/>
    <dgm:cxn modelId="{7B9CCD07-9880-4737-B167-DFFB5748B06D}" type="presParOf" srcId="{A164A11F-B62F-4F2C-A7BB-C0CD2AD4F5FF}" destId="{930CD71C-7F7B-4556-A505-FB2418B325AA}" srcOrd="14" destOrd="0" presId="urn:microsoft.com/office/officeart/2005/8/layout/bProcess4"/>
    <dgm:cxn modelId="{EB7EB6D8-C2AA-4258-80D6-B8C460FA6274}" type="presParOf" srcId="{930CD71C-7F7B-4556-A505-FB2418B325AA}" destId="{4360AA49-DA7D-486C-8076-318BC46ED50A}" srcOrd="0" destOrd="0" presId="urn:microsoft.com/office/officeart/2005/8/layout/bProcess4"/>
    <dgm:cxn modelId="{C63FED9E-14D2-4E3C-8BC9-01F546227DFC}" type="presParOf" srcId="{930CD71C-7F7B-4556-A505-FB2418B325AA}" destId="{9F3DB35F-9D40-48AC-B33B-AA4CD60C4F55}"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B58EC09-CE9F-41E1-9263-5E4E0C286FFF}" type="doc">
      <dgm:prSet loTypeId="urn:microsoft.com/office/officeart/2005/8/layout/bProcess4" loCatId="process" qsTypeId="urn:microsoft.com/office/officeart/2005/8/quickstyle/simple1" qsCatId="simple" csTypeId="urn:microsoft.com/office/officeart/2005/8/colors/accent1_2" csCatId="accent1" phldr="1"/>
      <dgm:spPr/>
      <dgm:t>
        <a:bodyPr/>
        <a:lstStyle/>
        <a:p>
          <a:endParaRPr lang="en-US"/>
        </a:p>
      </dgm:t>
    </dgm:pt>
    <dgm:pt modelId="{9A54FEDE-FB5C-4655-8D58-417DC112F49D}">
      <dgm:prSet phldrT="[Text]"/>
      <dgm:spPr/>
      <dgm:t>
        <a:bodyPr/>
        <a:lstStyle/>
        <a:p>
          <a:r>
            <a:rPr lang="en-US"/>
            <a:t>Clearinghouses and 3</a:t>
          </a:r>
          <a:r>
            <a:rPr lang="en-US" baseline="30000"/>
            <a:t>rd</a:t>
          </a:r>
          <a:r>
            <a:rPr lang="en-US"/>
            <a:t> party Vendors/Partners send 837 files containing claims to SFTP</a:t>
          </a:r>
        </a:p>
      </dgm:t>
    </dgm:pt>
    <dgm:pt modelId="{165E7B9C-8BF6-4C2E-B0EB-D1FB37A84CE5}" type="parTrans" cxnId="{86AE1241-B166-4490-974D-D99F987B8ABA}">
      <dgm:prSet/>
      <dgm:spPr/>
      <dgm:t>
        <a:bodyPr/>
        <a:lstStyle/>
        <a:p>
          <a:endParaRPr lang="en-US"/>
        </a:p>
      </dgm:t>
    </dgm:pt>
    <dgm:pt modelId="{BAAB2545-0D20-4402-8B63-5490EA19434C}" type="sibTrans" cxnId="{86AE1241-B166-4490-974D-D99F987B8ABA}">
      <dgm:prSet/>
      <dgm:spPr/>
      <dgm:t>
        <a:bodyPr/>
        <a:lstStyle/>
        <a:p>
          <a:endParaRPr lang="en-US"/>
        </a:p>
      </dgm:t>
    </dgm:pt>
    <dgm:pt modelId="{FBE1186B-E208-4606-83A6-EB186CD6FCA3}">
      <dgm:prSet phldrT="[Text]"/>
      <dgm:spPr/>
      <dgm:t>
        <a:bodyPr/>
        <a:lstStyle/>
        <a:p>
          <a:r>
            <a:rPr lang="en-US"/>
            <a:t>Axway picks those files up and delivers them to their respective Production Location</a:t>
          </a:r>
        </a:p>
      </dgm:t>
    </dgm:pt>
    <dgm:pt modelId="{D5343EED-8B6A-40BC-AF36-302F2966F2B2}" type="parTrans" cxnId="{F2BACC31-A17A-432F-AA86-641E20BD286F}">
      <dgm:prSet/>
      <dgm:spPr/>
      <dgm:t>
        <a:bodyPr/>
        <a:lstStyle/>
        <a:p>
          <a:endParaRPr lang="en-US"/>
        </a:p>
      </dgm:t>
    </dgm:pt>
    <dgm:pt modelId="{ABEA5413-0125-4870-8C39-31E82346803D}" type="sibTrans" cxnId="{F2BACC31-A17A-432F-AA86-641E20BD286F}">
      <dgm:prSet/>
      <dgm:spPr/>
      <dgm:t>
        <a:bodyPr/>
        <a:lstStyle/>
        <a:p>
          <a:endParaRPr lang="en-US"/>
        </a:p>
      </dgm:t>
    </dgm:pt>
    <dgm:pt modelId="{8E405DFE-E51F-40EC-9D9B-C592B2D34B34}">
      <dgm:prSet phldrT="[Text]"/>
      <dgm:spPr/>
      <dgm:t>
        <a:bodyPr/>
        <a:lstStyle/>
        <a:p>
          <a:r>
            <a:rPr lang="en-US"/>
            <a:t>837 files go through OTVM</a:t>
          </a:r>
        </a:p>
      </dgm:t>
    </dgm:pt>
    <dgm:pt modelId="{73DB5A2A-50CC-42E0-9B1A-55A1EA8E4160}" type="parTrans" cxnId="{9AE2409F-CDB2-438C-A067-62C4BCF16434}">
      <dgm:prSet/>
      <dgm:spPr/>
      <dgm:t>
        <a:bodyPr/>
        <a:lstStyle/>
        <a:p>
          <a:endParaRPr lang="en-US"/>
        </a:p>
      </dgm:t>
    </dgm:pt>
    <dgm:pt modelId="{06BD209F-27CD-4338-820D-9EBBF351246A}" type="sibTrans" cxnId="{9AE2409F-CDB2-438C-A067-62C4BCF16434}">
      <dgm:prSet/>
      <dgm:spPr/>
      <dgm:t>
        <a:bodyPr/>
        <a:lstStyle/>
        <a:p>
          <a:endParaRPr lang="en-US"/>
        </a:p>
      </dgm:t>
    </dgm:pt>
    <dgm:pt modelId="{E7AB9F90-7A2F-4300-AA80-3543F70AE372}">
      <dgm:prSet phldrT="[Text]"/>
      <dgm:spPr/>
      <dgm:t>
        <a:bodyPr/>
        <a:lstStyle/>
        <a:p>
          <a:r>
            <a:rPr lang="en-US"/>
            <a:t>Accepted files (HIPAA Compliant) files are staged for PEGA CIRT process</a:t>
          </a:r>
        </a:p>
      </dgm:t>
    </dgm:pt>
    <dgm:pt modelId="{5EAD6E56-E1D8-4AE0-9DC6-717F8A789982}" type="parTrans" cxnId="{E0CBE2EA-F4D5-4379-B039-EF6637836A8C}">
      <dgm:prSet/>
      <dgm:spPr/>
      <dgm:t>
        <a:bodyPr/>
        <a:lstStyle/>
        <a:p>
          <a:endParaRPr lang="en-US"/>
        </a:p>
      </dgm:t>
    </dgm:pt>
    <dgm:pt modelId="{28E3DB3B-EE3F-44B6-8531-8C4A1F533099}" type="sibTrans" cxnId="{E0CBE2EA-F4D5-4379-B039-EF6637836A8C}">
      <dgm:prSet/>
      <dgm:spPr/>
      <dgm:t>
        <a:bodyPr/>
        <a:lstStyle/>
        <a:p>
          <a:endParaRPr lang="en-US"/>
        </a:p>
      </dgm:t>
    </dgm:pt>
    <dgm:pt modelId="{29F443C4-736C-4C9B-BE1D-B8D9739D8282}">
      <dgm:prSet phldrT="[Text]"/>
      <dgm:spPr/>
      <dgm:t>
        <a:bodyPr/>
        <a:lstStyle/>
        <a:p>
          <a:r>
            <a:rPr lang="en-US"/>
            <a:t>Claims are loaded into EDINET1P database. CIRT and Business Rules (ICP) are applied here.</a:t>
          </a:r>
        </a:p>
      </dgm:t>
    </dgm:pt>
    <dgm:pt modelId="{233255B6-3D51-40DD-913E-2EFADBBA8BC3}" type="parTrans" cxnId="{6BA0558F-C075-4467-BD10-C71C7EC2A83D}">
      <dgm:prSet/>
      <dgm:spPr/>
      <dgm:t>
        <a:bodyPr/>
        <a:lstStyle/>
        <a:p>
          <a:endParaRPr lang="en-US"/>
        </a:p>
      </dgm:t>
    </dgm:pt>
    <dgm:pt modelId="{532858FC-0378-4DF9-BA8F-408491B027E9}" type="sibTrans" cxnId="{6BA0558F-C075-4467-BD10-C71C7EC2A83D}">
      <dgm:prSet/>
      <dgm:spPr/>
      <dgm:t>
        <a:bodyPr/>
        <a:lstStyle/>
        <a:p>
          <a:endParaRPr lang="en-US"/>
        </a:p>
      </dgm:t>
    </dgm:pt>
    <dgm:pt modelId="{9E8CBFEC-BECE-4CF4-B304-935E44E73116}">
      <dgm:prSet phldrT="[Text]"/>
      <dgm:spPr/>
      <dgm:t>
        <a:bodyPr/>
        <a:lstStyle/>
        <a:p>
          <a:r>
            <a:rPr lang="en-US"/>
            <a:t>Keywords are generated for the new day claims</a:t>
          </a:r>
        </a:p>
      </dgm:t>
    </dgm:pt>
    <dgm:pt modelId="{FE153F6E-AD14-4748-BDBE-34BF0CBB4336}" type="parTrans" cxnId="{B4B348E2-D857-4704-B9FE-7288AF5A1729}">
      <dgm:prSet/>
      <dgm:spPr/>
      <dgm:t>
        <a:bodyPr/>
        <a:lstStyle/>
        <a:p>
          <a:endParaRPr lang="en-US"/>
        </a:p>
      </dgm:t>
    </dgm:pt>
    <dgm:pt modelId="{E6430F33-CBFD-4B47-9364-43CC6FB82969}" type="sibTrans" cxnId="{B4B348E2-D857-4704-B9FE-7288AF5A1729}">
      <dgm:prSet/>
      <dgm:spPr/>
      <dgm:t>
        <a:bodyPr/>
        <a:lstStyle/>
        <a:p>
          <a:endParaRPr lang="en-US"/>
        </a:p>
      </dgm:t>
    </dgm:pt>
    <dgm:pt modelId="{E515D675-6568-436B-8EB9-43368559DAE5}">
      <dgm:prSet phldrT="[Text]"/>
      <dgm:spPr/>
      <dgm:t>
        <a:bodyPr/>
        <a:lstStyle/>
        <a:p>
          <a:r>
            <a:rPr lang="en-US"/>
            <a:t>Claims are loaded into FACETS_XC</a:t>
          </a:r>
        </a:p>
      </dgm:t>
    </dgm:pt>
    <dgm:pt modelId="{E69A442B-51DE-4EF4-A33F-29FB56FDD3F1}" type="parTrans" cxnId="{2EF807AD-5586-4794-9FD3-D7D10D41AF81}">
      <dgm:prSet/>
      <dgm:spPr/>
      <dgm:t>
        <a:bodyPr/>
        <a:lstStyle/>
        <a:p>
          <a:endParaRPr lang="en-US"/>
        </a:p>
      </dgm:t>
    </dgm:pt>
    <dgm:pt modelId="{9D9727B7-ADA5-4460-B776-9992F77DA0B1}" type="sibTrans" cxnId="{2EF807AD-5586-4794-9FD3-D7D10D41AF81}">
      <dgm:prSet/>
      <dgm:spPr/>
      <dgm:t>
        <a:bodyPr/>
        <a:lstStyle/>
        <a:p>
          <a:endParaRPr lang="en-US"/>
        </a:p>
      </dgm:t>
    </dgm:pt>
    <dgm:pt modelId="{C4009FC0-2457-4F7B-B3B0-5FF2EB514A99}">
      <dgm:prSet phldrT="[Text]"/>
      <dgm:spPr/>
      <dgm:t>
        <a:bodyPr/>
        <a:lstStyle/>
        <a:p>
          <a:r>
            <a:rPr lang="en-US"/>
            <a:t>Claims are loaded into GBD FACETS</a:t>
          </a:r>
        </a:p>
      </dgm:t>
    </dgm:pt>
    <dgm:pt modelId="{35882CD6-97DF-4E4A-8F86-92A90F3E4DFC}" type="parTrans" cxnId="{87723DF3-89DA-436F-9FB6-475B91C7319F}">
      <dgm:prSet/>
      <dgm:spPr/>
      <dgm:t>
        <a:bodyPr/>
        <a:lstStyle/>
        <a:p>
          <a:endParaRPr lang="en-US"/>
        </a:p>
      </dgm:t>
    </dgm:pt>
    <dgm:pt modelId="{A26695E5-0579-42F4-BA8C-F4EC2CCFBB9D}" type="sibTrans" cxnId="{87723DF3-89DA-436F-9FB6-475B91C7319F}">
      <dgm:prSet/>
      <dgm:spPr/>
      <dgm:t>
        <a:bodyPr/>
        <a:lstStyle/>
        <a:p>
          <a:endParaRPr lang="en-US"/>
        </a:p>
      </dgm:t>
    </dgm:pt>
    <dgm:pt modelId="{A164A11F-B62F-4F2C-A7BB-C0CD2AD4F5FF}" type="pres">
      <dgm:prSet presAssocID="{EB58EC09-CE9F-41E1-9263-5E4E0C286FFF}" presName="Name0" presStyleCnt="0">
        <dgm:presLayoutVars>
          <dgm:dir/>
          <dgm:resizeHandles/>
        </dgm:presLayoutVars>
      </dgm:prSet>
      <dgm:spPr/>
    </dgm:pt>
    <dgm:pt modelId="{277B6AE2-4EF5-412A-8F49-EAC31FC930FB}" type="pres">
      <dgm:prSet presAssocID="{9A54FEDE-FB5C-4655-8D58-417DC112F49D}" presName="compNode" presStyleCnt="0"/>
      <dgm:spPr/>
    </dgm:pt>
    <dgm:pt modelId="{FFF914E7-F3D3-46E1-926B-DF9CF0886EF3}" type="pres">
      <dgm:prSet presAssocID="{9A54FEDE-FB5C-4655-8D58-417DC112F49D}" presName="dummyConnPt" presStyleCnt="0"/>
      <dgm:spPr/>
    </dgm:pt>
    <dgm:pt modelId="{6589A403-C0A8-4423-BFDD-807E44A9A8A2}" type="pres">
      <dgm:prSet presAssocID="{9A54FEDE-FB5C-4655-8D58-417DC112F49D}" presName="node" presStyleLbl="node1" presStyleIdx="0" presStyleCnt="8">
        <dgm:presLayoutVars>
          <dgm:bulletEnabled val="1"/>
        </dgm:presLayoutVars>
      </dgm:prSet>
      <dgm:spPr/>
    </dgm:pt>
    <dgm:pt modelId="{6CA84142-7017-464F-85AA-2602EF9A423C}" type="pres">
      <dgm:prSet presAssocID="{BAAB2545-0D20-4402-8B63-5490EA19434C}" presName="sibTrans" presStyleLbl="bgSibTrans2D1" presStyleIdx="0" presStyleCnt="7"/>
      <dgm:spPr/>
    </dgm:pt>
    <dgm:pt modelId="{1C617205-ED0E-4C76-9DD5-674043AAF9C1}" type="pres">
      <dgm:prSet presAssocID="{FBE1186B-E208-4606-83A6-EB186CD6FCA3}" presName="compNode" presStyleCnt="0"/>
      <dgm:spPr/>
    </dgm:pt>
    <dgm:pt modelId="{E971377E-D799-433A-9FF9-029616ACDB88}" type="pres">
      <dgm:prSet presAssocID="{FBE1186B-E208-4606-83A6-EB186CD6FCA3}" presName="dummyConnPt" presStyleCnt="0"/>
      <dgm:spPr/>
    </dgm:pt>
    <dgm:pt modelId="{4B15FF5B-C2C9-4980-862E-2C6D27760CB7}" type="pres">
      <dgm:prSet presAssocID="{FBE1186B-E208-4606-83A6-EB186CD6FCA3}" presName="node" presStyleLbl="node1" presStyleIdx="1" presStyleCnt="8">
        <dgm:presLayoutVars>
          <dgm:bulletEnabled val="1"/>
        </dgm:presLayoutVars>
      </dgm:prSet>
      <dgm:spPr/>
    </dgm:pt>
    <dgm:pt modelId="{9781C254-A093-45BF-A170-2CD84F5534B8}" type="pres">
      <dgm:prSet presAssocID="{ABEA5413-0125-4870-8C39-31E82346803D}" presName="sibTrans" presStyleLbl="bgSibTrans2D1" presStyleIdx="1" presStyleCnt="7"/>
      <dgm:spPr/>
    </dgm:pt>
    <dgm:pt modelId="{431E3B3B-0ED9-4DA3-9F68-481B242F9628}" type="pres">
      <dgm:prSet presAssocID="{8E405DFE-E51F-40EC-9D9B-C592B2D34B34}" presName="compNode" presStyleCnt="0"/>
      <dgm:spPr/>
    </dgm:pt>
    <dgm:pt modelId="{516A5939-FFE6-4E00-B7E2-C508E75D0136}" type="pres">
      <dgm:prSet presAssocID="{8E405DFE-E51F-40EC-9D9B-C592B2D34B34}" presName="dummyConnPt" presStyleCnt="0"/>
      <dgm:spPr/>
    </dgm:pt>
    <dgm:pt modelId="{E0CFDF7F-D1F1-4E5B-9464-2C3BFA362973}" type="pres">
      <dgm:prSet presAssocID="{8E405DFE-E51F-40EC-9D9B-C592B2D34B34}" presName="node" presStyleLbl="node1" presStyleIdx="2" presStyleCnt="8">
        <dgm:presLayoutVars>
          <dgm:bulletEnabled val="1"/>
        </dgm:presLayoutVars>
      </dgm:prSet>
      <dgm:spPr/>
    </dgm:pt>
    <dgm:pt modelId="{CFF38CEB-9A4A-4434-9DD0-C532C8262991}" type="pres">
      <dgm:prSet presAssocID="{06BD209F-27CD-4338-820D-9EBBF351246A}" presName="sibTrans" presStyleLbl="bgSibTrans2D1" presStyleIdx="2" presStyleCnt="7"/>
      <dgm:spPr/>
    </dgm:pt>
    <dgm:pt modelId="{76FDF132-8C50-4A51-9C5B-91D14AD7B0A0}" type="pres">
      <dgm:prSet presAssocID="{E7AB9F90-7A2F-4300-AA80-3543F70AE372}" presName="compNode" presStyleCnt="0"/>
      <dgm:spPr/>
    </dgm:pt>
    <dgm:pt modelId="{C1C2A9AB-36DA-4F02-B14C-E62A46AE9036}" type="pres">
      <dgm:prSet presAssocID="{E7AB9F90-7A2F-4300-AA80-3543F70AE372}" presName="dummyConnPt" presStyleCnt="0"/>
      <dgm:spPr/>
    </dgm:pt>
    <dgm:pt modelId="{05623CA9-E4FA-42C8-88BE-C381B6094368}" type="pres">
      <dgm:prSet presAssocID="{E7AB9F90-7A2F-4300-AA80-3543F70AE372}" presName="node" presStyleLbl="node1" presStyleIdx="3" presStyleCnt="8">
        <dgm:presLayoutVars>
          <dgm:bulletEnabled val="1"/>
        </dgm:presLayoutVars>
      </dgm:prSet>
      <dgm:spPr/>
    </dgm:pt>
    <dgm:pt modelId="{7F52758A-B41F-4D31-8263-5AC27178E40B}" type="pres">
      <dgm:prSet presAssocID="{28E3DB3B-EE3F-44B6-8531-8C4A1F533099}" presName="sibTrans" presStyleLbl="bgSibTrans2D1" presStyleIdx="3" presStyleCnt="7"/>
      <dgm:spPr/>
    </dgm:pt>
    <dgm:pt modelId="{94BDD31B-8B54-4A90-BD5C-23D046608027}" type="pres">
      <dgm:prSet presAssocID="{29F443C4-736C-4C9B-BE1D-B8D9739D8282}" presName="compNode" presStyleCnt="0"/>
      <dgm:spPr/>
    </dgm:pt>
    <dgm:pt modelId="{D77A7F30-76BE-4645-9643-B7D705AB6585}" type="pres">
      <dgm:prSet presAssocID="{29F443C4-736C-4C9B-BE1D-B8D9739D8282}" presName="dummyConnPt" presStyleCnt="0"/>
      <dgm:spPr/>
    </dgm:pt>
    <dgm:pt modelId="{A612F9A5-9B2D-4490-919C-AD24C708A1EA}" type="pres">
      <dgm:prSet presAssocID="{29F443C4-736C-4C9B-BE1D-B8D9739D8282}" presName="node" presStyleLbl="node1" presStyleIdx="4" presStyleCnt="8">
        <dgm:presLayoutVars>
          <dgm:bulletEnabled val="1"/>
        </dgm:presLayoutVars>
      </dgm:prSet>
      <dgm:spPr/>
    </dgm:pt>
    <dgm:pt modelId="{D6CD4B62-DBB6-46B2-988D-63E476D367F4}" type="pres">
      <dgm:prSet presAssocID="{532858FC-0378-4DF9-BA8F-408491B027E9}" presName="sibTrans" presStyleLbl="bgSibTrans2D1" presStyleIdx="4" presStyleCnt="7"/>
      <dgm:spPr/>
    </dgm:pt>
    <dgm:pt modelId="{2113E96E-405F-4835-9F85-AE42BF0BE4D7}" type="pres">
      <dgm:prSet presAssocID="{9E8CBFEC-BECE-4CF4-B304-935E44E73116}" presName="compNode" presStyleCnt="0"/>
      <dgm:spPr/>
    </dgm:pt>
    <dgm:pt modelId="{B8794424-1C1B-4233-97FB-A33D3A3DF8D0}" type="pres">
      <dgm:prSet presAssocID="{9E8CBFEC-BECE-4CF4-B304-935E44E73116}" presName="dummyConnPt" presStyleCnt="0"/>
      <dgm:spPr/>
    </dgm:pt>
    <dgm:pt modelId="{376686BB-A3B6-4B13-9FDB-E4013A6915D3}" type="pres">
      <dgm:prSet presAssocID="{9E8CBFEC-BECE-4CF4-B304-935E44E73116}" presName="node" presStyleLbl="node1" presStyleIdx="5" presStyleCnt="8">
        <dgm:presLayoutVars>
          <dgm:bulletEnabled val="1"/>
        </dgm:presLayoutVars>
      </dgm:prSet>
      <dgm:spPr/>
    </dgm:pt>
    <dgm:pt modelId="{E22F19DE-D6A4-475A-9720-2173C4FE7D3A}" type="pres">
      <dgm:prSet presAssocID="{E6430F33-CBFD-4B47-9364-43CC6FB82969}" presName="sibTrans" presStyleLbl="bgSibTrans2D1" presStyleIdx="5" presStyleCnt="7"/>
      <dgm:spPr/>
    </dgm:pt>
    <dgm:pt modelId="{A70D2F9C-6D57-49CD-87B6-AC21D58F63EC}" type="pres">
      <dgm:prSet presAssocID="{E515D675-6568-436B-8EB9-43368559DAE5}" presName="compNode" presStyleCnt="0"/>
      <dgm:spPr/>
    </dgm:pt>
    <dgm:pt modelId="{23310EDC-2219-483B-A7D7-CEF3C651BF6B}" type="pres">
      <dgm:prSet presAssocID="{E515D675-6568-436B-8EB9-43368559DAE5}" presName="dummyConnPt" presStyleCnt="0"/>
      <dgm:spPr/>
    </dgm:pt>
    <dgm:pt modelId="{A4F1EF63-FBEB-4492-A7EC-742BFC4611C6}" type="pres">
      <dgm:prSet presAssocID="{E515D675-6568-436B-8EB9-43368559DAE5}" presName="node" presStyleLbl="node1" presStyleIdx="6" presStyleCnt="8">
        <dgm:presLayoutVars>
          <dgm:bulletEnabled val="1"/>
        </dgm:presLayoutVars>
      </dgm:prSet>
      <dgm:spPr/>
    </dgm:pt>
    <dgm:pt modelId="{1699D6C9-0F2E-4F6B-8657-3AE70522CCAF}" type="pres">
      <dgm:prSet presAssocID="{9D9727B7-ADA5-4460-B776-9992F77DA0B1}" presName="sibTrans" presStyleLbl="bgSibTrans2D1" presStyleIdx="6" presStyleCnt="7"/>
      <dgm:spPr/>
    </dgm:pt>
    <dgm:pt modelId="{930CD71C-7F7B-4556-A505-FB2418B325AA}" type="pres">
      <dgm:prSet presAssocID="{C4009FC0-2457-4F7B-B3B0-5FF2EB514A99}" presName="compNode" presStyleCnt="0"/>
      <dgm:spPr/>
    </dgm:pt>
    <dgm:pt modelId="{4360AA49-DA7D-486C-8076-318BC46ED50A}" type="pres">
      <dgm:prSet presAssocID="{C4009FC0-2457-4F7B-B3B0-5FF2EB514A99}" presName="dummyConnPt" presStyleCnt="0"/>
      <dgm:spPr/>
    </dgm:pt>
    <dgm:pt modelId="{9F3DB35F-9D40-48AC-B33B-AA4CD60C4F55}" type="pres">
      <dgm:prSet presAssocID="{C4009FC0-2457-4F7B-B3B0-5FF2EB514A99}" presName="node" presStyleLbl="node1" presStyleIdx="7" presStyleCnt="8">
        <dgm:presLayoutVars>
          <dgm:bulletEnabled val="1"/>
        </dgm:presLayoutVars>
      </dgm:prSet>
      <dgm:spPr/>
    </dgm:pt>
  </dgm:ptLst>
  <dgm:cxnLst>
    <dgm:cxn modelId="{B4882E05-44C0-45F8-8504-69AB7CEEA608}" type="presOf" srcId="{8E405DFE-E51F-40EC-9D9B-C592B2D34B34}" destId="{E0CFDF7F-D1F1-4E5B-9464-2C3BFA362973}" srcOrd="0" destOrd="0" presId="urn:microsoft.com/office/officeart/2005/8/layout/bProcess4"/>
    <dgm:cxn modelId="{BEF48005-19EA-4979-A13C-5A9D361B459E}" type="presOf" srcId="{28E3DB3B-EE3F-44B6-8531-8C4A1F533099}" destId="{7F52758A-B41F-4D31-8263-5AC27178E40B}" srcOrd="0" destOrd="0" presId="urn:microsoft.com/office/officeart/2005/8/layout/bProcess4"/>
    <dgm:cxn modelId="{E36AE41B-5670-48C0-9216-E01019B9E8D3}" type="presOf" srcId="{06BD209F-27CD-4338-820D-9EBBF351246A}" destId="{CFF38CEB-9A4A-4434-9DD0-C532C8262991}" srcOrd="0" destOrd="0" presId="urn:microsoft.com/office/officeart/2005/8/layout/bProcess4"/>
    <dgm:cxn modelId="{CE093721-A5CE-4CC1-8992-839146DE4369}" type="presOf" srcId="{ABEA5413-0125-4870-8C39-31E82346803D}" destId="{9781C254-A093-45BF-A170-2CD84F5534B8}" srcOrd="0" destOrd="0" presId="urn:microsoft.com/office/officeart/2005/8/layout/bProcess4"/>
    <dgm:cxn modelId="{F2BACC31-A17A-432F-AA86-641E20BD286F}" srcId="{EB58EC09-CE9F-41E1-9263-5E4E0C286FFF}" destId="{FBE1186B-E208-4606-83A6-EB186CD6FCA3}" srcOrd="1" destOrd="0" parTransId="{D5343EED-8B6A-40BC-AF36-302F2966F2B2}" sibTransId="{ABEA5413-0125-4870-8C39-31E82346803D}"/>
    <dgm:cxn modelId="{0512AC3A-E34A-4EA0-B598-2FD2584DB189}" type="presOf" srcId="{FBE1186B-E208-4606-83A6-EB186CD6FCA3}" destId="{4B15FF5B-C2C9-4980-862E-2C6D27760CB7}" srcOrd="0" destOrd="0" presId="urn:microsoft.com/office/officeart/2005/8/layout/bProcess4"/>
    <dgm:cxn modelId="{86AE1241-B166-4490-974D-D99F987B8ABA}" srcId="{EB58EC09-CE9F-41E1-9263-5E4E0C286FFF}" destId="{9A54FEDE-FB5C-4655-8D58-417DC112F49D}" srcOrd="0" destOrd="0" parTransId="{165E7B9C-8BF6-4C2E-B0EB-D1FB37A84CE5}" sibTransId="{BAAB2545-0D20-4402-8B63-5490EA19434C}"/>
    <dgm:cxn modelId="{BA564085-AD33-4327-8EB0-73F046A67C60}" type="presOf" srcId="{BAAB2545-0D20-4402-8B63-5490EA19434C}" destId="{6CA84142-7017-464F-85AA-2602EF9A423C}" srcOrd="0" destOrd="0" presId="urn:microsoft.com/office/officeart/2005/8/layout/bProcess4"/>
    <dgm:cxn modelId="{6459B186-DBAE-4C87-AF8C-E2744F733964}" type="presOf" srcId="{9D9727B7-ADA5-4460-B776-9992F77DA0B1}" destId="{1699D6C9-0F2E-4F6B-8657-3AE70522CCAF}" srcOrd="0" destOrd="0" presId="urn:microsoft.com/office/officeart/2005/8/layout/bProcess4"/>
    <dgm:cxn modelId="{6BA0558F-C075-4467-BD10-C71C7EC2A83D}" srcId="{EB58EC09-CE9F-41E1-9263-5E4E0C286FFF}" destId="{29F443C4-736C-4C9B-BE1D-B8D9739D8282}" srcOrd="4" destOrd="0" parTransId="{233255B6-3D51-40DD-913E-2EFADBBA8BC3}" sibTransId="{532858FC-0378-4DF9-BA8F-408491B027E9}"/>
    <dgm:cxn modelId="{B370929E-8C4C-4F4E-B3AC-3DA0C1FAD8E8}" type="presOf" srcId="{9A54FEDE-FB5C-4655-8D58-417DC112F49D}" destId="{6589A403-C0A8-4423-BFDD-807E44A9A8A2}" srcOrd="0" destOrd="0" presId="urn:microsoft.com/office/officeart/2005/8/layout/bProcess4"/>
    <dgm:cxn modelId="{9AE2409F-CDB2-438C-A067-62C4BCF16434}" srcId="{EB58EC09-CE9F-41E1-9263-5E4E0C286FFF}" destId="{8E405DFE-E51F-40EC-9D9B-C592B2D34B34}" srcOrd="2" destOrd="0" parTransId="{73DB5A2A-50CC-42E0-9B1A-55A1EA8E4160}" sibTransId="{06BD209F-27CD-4338-820D-9EBBF351246A}"/>
    <dgm:cxn modelId="{4221B0A5-F517-4507-A9FC-0001A1B438E7}" type="presOf" srcId="{EB58EC09-CE9F-41E1-9263-5E4E0C286FFF}" destId="{A164A11F-B62F-4F2C-A7BB-C0CD2AD4F5FF}" srcOrd="0" destOrd="0" presId="urn:microsoft.com/office/officeart/2005/8/layout/bProcess4"/>
    <dgm:cxn modelId="{394DD2A5-1207-4D9A-9A17-87E89C7445FD}" type="presOf" srcId="{9E8CBFEC-BECE-4CF4-B304-935E44E73116}" destId="{376686BB-A3B6-4B13-9FDB-E4013A6915D3}" srcOrd="0" destOrd="0" presId="urn:microsoft.com/office/officeart/2005/8/layout/bProcess4"/>
    <dgm:cxn modelId="{53CC7BA8-30FE-4086-87A9-0C66F2496B07}" type="presOf" srcId="{E6430F33-CBFD-4B47-9364-43CC6FB82969}" destId="{E22F19DE-D6A4-475A-9720-2173C4FE7D3A}" srcOrd="0" destOrd="0" presId="urn:microsoft.com/office/officeart/2005/8/layout/bProcess4"/>
    <dgm:cxn modelId="{2EF807AD-5586-4794-9FD3-D7D10D41AF81}" srcId="{EB58EC09-CE9F-41E1-9263-5E4E0C286FFF}" destId="{E515D675-6568-436B-8EB9-43368559DAE5}" srcOrd="6" destOrd="0" parTransId="{E69A442B-51DE-4EF4-A33F-29FB56FDD3F1}" sibTransId="{9D9727B7-ADA5-4460-B776-9992F77DA0B1}"/>
    <dgm:cxn modelId="{02B1ABC3-8781-40D2-B081-F5CB2CAD1931}" type="presOf" srcId="{E515D675-6568-436B-8EB9-43368559DAE5}" destId="{A4F1EF63-FBEB-4492-A7EC-742BFC4611C6}" srcOrd="0" destOrd="0" presId="urn:microsoft.com/office/officeart/2005/8/layout/bProcess4"/>
    <dgm:cxn modelId="{9D3D91D0-BD29-4D1A-91E4-F3801B809457}" type="presOf" srcId="{532858FC-0378-4DF9-BA8F-408491B027E9}" destId="{D6CD4B62-DBB6-46B2-988D-63E476D367F4}" srcOrd="0" destOrd="0" presId="urn:microsoft.com/office/officeart/2005/8/layout/bProcess4"/>
    <dgm:cxn modelId="{138669D9-B2B5-478C-8DFD-93884A12C426}" type="presOf" srcId="{C4009FC0-2457-4F7B-B3B0-5FF2EB514A99}" destId="{9F3DB35F-9D40-48AC-B33B-AA4CD60C4F55}" srcOrd="0" destOrd="0" presId="urn:microsoft.com/office/officeart/2005/8/layout/bProcess4"/>
    <dgm:cxn modelId="{B4B348E2-D857-4704-B9FE-7288AF5A1729}" srcId="{EB58EC09-CE9F-41E1-9263-5E4E0C286FFF}" destId="{9E8CBFEC-BECE-4CF4-B304-935E44E73116}" srcOrd="5" destOrd="0" parTransId="{FE153F6E-AD14-4748-BDBE-34BF0CBB4336}" sibTransId="{E6430F33-CBFD-4B47-9364-43CC6FB82969}"/>
    <dgm:cxn modelId="{E0CBE2EA-F4D5-4379-B039-EF6637836A8C}" srcId="{EB58EC09-CE9F-41E1-9263-5E4E0C286FFF}" destId="{E7AB9F90-7A2F-4300-AA80-3543F70AE372}" srcOrd="3" destOrd="0" parTransId="{5EAD6E56-E1D8-4AE0-9DC6-717F8A789982}" sibTransId="{28E3DB3B-EE3F-44B6-8531-8C4A1F533099}"/>
    <dgm:cxn modelId="{87723DF3-89DA-436F-9FB6-475B91C7319F}" srcId="{EB58EC09-CE9F-41E1-9263-5E4E0C286FFF}" destId="{C4009FC0-2457-4F7B-B3B0-5FF2EB514A99}" srcOrd="7" destOrd="0" parTransId="{35882CD6-97DF-4E4A-8F86-92A90F3E4DFC}" sibTransId="{A26695E5-0579-42F4-BA8C-F4EC2CCFBB9D}"/>
    <dgm:cxn modelId="{74FA06FD-383A-4141-93FD-31724EDA4035}" type="presOf" srcId="{E7AB9F90-7A2F-4300-AA80-3543F70AE372}" destId="{05623CA9-E4FA-42C8-88BE-C381B6094368}" srcOrd="0" destOrd="0" presId="urn:microsoft.com/office/officeart/2005/8/layout/bProcess4"/>
    <dgm:cxn modelId="{BE73B3FD-6AB6-4552-AA7D-ADBFFEC88256}" type="presOf" srcId="{29F443C4-736C-4C9B-BE1D-B8D9739D8282}" destId="{A612F9A5-9B2D-4490-919C-AD24C708A1EA}" srcOrd="0" destOrd="0" presId="urn:microsoft.com/office/officeart/2005/8/layout/bProcess4"/>
    <dgm:cxn modelId="{60079D96-0577-47A6-AA71-09FFCE6917EF}" type="presParOf" srcId="{A164A11F-B62F-4F2C-A7BB-C0CD2AD4F5FF}" destId="{277B6AE2-4EF5-412A-8F49-EAC31FC930FB}" srcOrd="0" destOrd="0" presId="urn:microsoft.com/office/officeart/2005/8/layout/bProcess4"/>
    <dgm:cxn modelId="{15F3AC94-75B6-49B1-9145-37418152D1C2}" type="presParOf" srcId="{277B6AE2-4EF5-412A-8F49-EAC31FC930FB}" destId="{FFF914E7-F3D3-46E1-926B-DF9CF0886EF3}" srcOrd="0" destOrd="0" presId="urn:microsoft.com/office/officeart/2005/8/layout/bProcess4"/>
    <dgm:cxn modelId="{1AF5D8DE-BC25-4E50-A7F4-02FA3C1D3C95}" type="presParOf" srcId="{277B6AE2-4EF5-412A-8F49-EAC31FC930FB}" destId="{6589A403-C0A8-4423-BFDD-807E44A9A8A2}" srcOrd="1" destOrd="0" presId="urn:microsoft.com/office/officeart/2005/8/layout/bProcess4"/>
    <dgm:cxn modelId="{810EC01B-8403-4523-93ED-1F7F4BCF7D33}" type="presParOf" srcId="{A164A11F-B62F-4F2C-A7BB-C0CD2AD4F5FF}" destId="{6CA84142-7017-464F-85AA-2602EF9A423C}" srcOrd="1" destOrd="0" presId="urn:microsoft.com/office/officeart/2005/8/layout/bProcess4"/>
    <dgm:cxn modelId="{001C46AC-90A9-490E-83D8-DDDC6A0A50FA}" type="presParOf" srcId="{A164A11F-B62F-4F2C-A7BB-C0CD2AD4F5FF}" destId="{1C617205-ED0E-4C76-9DD5-674043AAF9C1}" srcOrd="2" destOrd="0" presId="urn:microsoft.com/office/officeart/2005/8/layout/bProcess4"/>
    <dgm:cxn modelId="{C2CC5F2B-4012-4F11-A63C-88901C29DFF1}" type="presParOf" srcId="{1C617205-ED0E-4C76-9DD5-674043AAF9C1}" destId="{E971377E-D799-433A-9FF9-029616ACDB88}" srcOrd="0" destOrd="0" presId="urn:microsoft.com/office/officeart/2005/8/layout/bProcess4"/>
    <dgm:cxn modelId="{5FA68113-2BDE-4E64-AB3B-C3E2221D6F58}" type="presParOf" srcId="{1C617205-ED0E-4C76-9DD5-674043AAF9C1}" destId="{4B15FF5B-C2C9-4980-862E-2C6D27760CB7}" srcOrd="1" destOrd="0" presId="urn:microsoft.com/office/officeart/2005/8/layout/bProcess4"/>
    <dgm:cxn modelId="{CFAB9291-86D8-49D3-9283-298DA9028BC7}" type="presParOf" srcId="{A164A11F-B62F-4F2C-A7BB-C0CD2AD4F5FF}" destId="{9781C254-A093-45BF-A170-2CD84F5534B8}" srcOrd="3" destOrd="0" presId="urn:microsoft.com/office/officeart/2005/8/layout/bProcess4"/>
    <dgm:cxn modelId="{DD7F596E-11EF-4E83-8459-6E0CA0FA574F}" type="presParOf" srcId="{A164A11F-B62F-4F2C-A7BB-C0CD2AD4F5FF}" destId="{431E3B3B-0ED9-4DA3-9F68-481B242F9628}" srcOrd="4" destOrd="0" presId="urn:microsoft.com/office/officeart/2005/8/layout/bProcess4"/>
    <dgm:cxn modelId="{B656E75C-E603-4829-B98B-90ED6D83A101}" type="presParOf" srcId="{431E3B3B-0ED9-4DA3-9F68-481B242F9628}" destId="{516A5939-FFE6-4E00-B7E2-C508E75D0136}" srcOrd="0" destOrd="0" presId="urn:microsoft.com/office/officeart/2005/8/layout/bProcess4"/>
    <dgm:cxn modelId="{40465DAC-6BCC-4DB3-BAF7-CD6E9AED2CDB}" type="presParOf" srcId="{431E3B3B-0ED9-4DA3-9F68-481B242F9628}" destId="{E0CFDF7F-D1F1-4E5B-9464-2C3BFA362973}" srcOrd="1" destOrd="0" presId="urn:microsoft.com/office/officeart/2005/8/layout/bProcess4"/>
    <dgm:cxn modelId="{DA62E9CE-7804-4FED-A327-6D9764622FD5}" type="presParOf" srcId="{A164A11F-B62F-4F2C-A7BB-C0CD2AD4F5FF}" destId="{CFF38CEB-9A4A-4434-9DD0-C532C8262991}" srcOrd="5" destOrd="0" presId="urn:microsoft.com/office/officeart/2005/8/layout/bProcess4"/>
    <dgm:cxn modelId="{60E39928-6122-454C-82EE-3328004981A9}" type="presParOf" srcId="{A164A11F-B62F-4F2C-A7BB-C0CD2AD4F5FF}" destId="{76FDF132-8C50-4A51-9C5B-91D14AD7B0A0}" srcOrd="6" destOrd="0" presId="urn:microsoft.com/office/officeart/2005/8/layout/bProcess4"/>
    <dgm:cxn modelId="{3C3A8472-1083-460A-89AE-E63727148D26}" type="presParOf" srcId="{76FDF132-8C50-4A51-9C5B-91D14AD7B0A0}" destId="{C1C2A9AB-36DA-4F02-B14C-E62A46AE9036}" srcOrd="0" destOrd="0" presId="urn:microsoft.com/office/officeart/2005/8/layout/bProcess4"/>
    <dgm:cxn modelId="{84DA5906-0CED-424E-9894-58C05001865C}" type="presParOf" srcId="{76FDF132-8C50-4A51-9C5B-91D14AD7B0A0}" destId="{05623CA9-E4FA-42C8-88BE-C381B6094368}" srcOrd="1" destOrd="0" presId="urn:microsoft.com/office/officeart/2005/8/layout/bProcess4"/>
    <dgm:cxn modelId="{E653EB75-8336-48C6-BD49-3AF8B9E43437}" type="presParOf" srcId="{A164A11F-B62F-4F2C-A7BB-C0CD2AD4F5FF}" destId="{7F52758A-B41F-4D31-8263-5AC27178E40B}" srcOrd="7" destOrd="0" presId="urn:microsoft.com/office/officeart/2005/8/layout/bProcess4"/>
    <dgm:cxn modelId="{DF9B7290-49A7-4FD3-B8DC-109ACE65321B}" type="presParOf" srcId="{A164A11F-B62F-4F2C-A7BB-C0CD2AD4F5FF}" destId="{94BDD31B-8B54-4A90-BD5C-23D046608027}" srcOrd="8" destOrd="0" presId="urn:microsoft.com/office/officeart/2005/8/layout/bProcess4"/>
    <dgm:cxn modelId="{E3E8E91D-5CCA-4903-AA99-E200DD304AF4}" type="presParOf" srcId="{94BDD31B-8B54-4A90-BD5C-23D046608027}" destId="{D77A7F30-76BE-4645-9643-B7D705AB6585}" srcOrd="0" destOrd="0" presId="urn:microsoft.com/office/officeart/2005/8/layout/bProcess4"/>
    <dgm:cxn modelId="{A63A4E5B-5917-4E44-9BF5-AEBBCEB8F2F9}" type="presParOf" srcId="{94BDD31B-8B54-4A90-BD5C-23D046608027}" destId="{A612F9A5-9B2D-4490-919C-AD24C708A1EA}" srcOrd="1" destOrd="0" presId="urn:microsoft.com/office/officeart/2005/8/layout/bProcess4"/>
    <dgm:cxn modelId="{06C0BB11-ED17-49E9-8BEE-34BF0DF7DA7B}" type="presParOf" srcId="{A164A11F-B62F-4F2C-A7BB-C0CD2AD4F5FF}" destId="{D6CD4B62-DBB6-46B2-988D-63E476D367F4}" srcOrd="9" destOrd="0" presId="urn:microsoft.com/office/officeart/2005/8/layout/bProcess4"/>
    <dgm:cxn modelId="{2F08633A-6480-4938-8FC7-D723EC3329E0}" type="presParOf" srcId="{A164A11F-B62F-4F2C-A7BB-C0CD2AD4F5FF}" destId="{2113E96E-405F-4835-9F85-AE42BF0BE4D7}" srcOrd="10" destOrd="0" presId="urn:microsoft.com/office/officeart/2005/8/layout/bProcess4"/>
    <dgm:cxn modelId="{E31C5A72-C309-4B7D-9E35-FAAE16BA8A27}" type="presParOf" srcId="{2113E96E-405F-4835-9F85-AE42BF0BE4D7}" destId="{B8794424-1C1B-4233-97FB-A33D3A3DF8D0}" srcOrd="0" destOrd="0" presId="urn:microsoft.com/office/officeart/2005/8/layout/bProcess4"/>
    <dgm:cxn modelId="{21617F91-B51A-4463-8641-20BE916C8353}" type="presParOf" srcId="{2113E96E-405F-4835-9F85-AE42BF0BE4D7}" destId="{376686BB-A3B6-4B13-9FDB-E4013A6915D3}" srcOrd="1" destOrd="0" presId="urn:microsoft.com/office/officeart/2005/8/layout/bProcess4"/>
    <dgm:cxn modelId="{5C3440B2-18F5-4251-8561-7760E78C15B9}" type="presParOf" srcId="{A164A11F-B62F-4F2C-A7BB-C0CD2AD4F5FF}" destId="{E22F19DE-D6A4-475A-9720-2173C4FE7D3A}" srcOrd="11" destOrd="0" presId="urn:microsoft.com/office/officeart/2005/8/layout/bProcess4"/>
    <dgm:cxn modelId="{B826C1CD-E425-4EA3-8E2F-BB62F4BAF669}" type="presParOf" srcId="{A164A11F-B62F-4F2C-A7BB-C0CD2AD4F5FF}" destId="{A70D2F9C-6D57-49CD-87B6-AC21D58F63EC}" srcOrd="12" destOrd="0" presId="urn:microsoft.com/office/officeart/2005/8/layout/bProcess4"/>
    <dgm:cxn modelId="{3D06A013-EE78-46C6-B9F4-E583073EB8E1}" type="presParOf" srcId="{A70D2F9C-6D57-49CD-87B6-AC21D58F63EC}" destId="{23310EDC-2219-483B-A7D7-CEF3C651BF6B}" srcOrd="0" destOrd="0" presId="urn:microsoft.com/office/officeart/2005/8/layout/bProcess4"/>
    <dgm:cxn modelId="{9C6E4A2E-33EE-49BE-80A1-84C979D6507B}" type="presParOf" srcId="{A70D2F9C-6D57-49CD-87B6-AC21D58F63EC}" destId="{A4F1EF63-FBEB-4492-A7EC-742BFC4611C6}" srcOrd="1" destOrd="0" presId="urn:microsoft.com/office/officeart/2005/8/layout/bProcess4"/>
    <dgm:cxn modelId="{904D9429-D23E-42DC-8BA8-8B9089211711}" type="presParOf" srcId="{A164A11F-B62F-4F2C-A7BB-C0CD2AD4F5FF}" destId="{1699D6C9-0F2E-4F6B-8657-3AE70522CCAF}" srcOrd="13" destOrd="0" presId="urn:microsoft.com/office/officeart/2005/8/layout/bProcess4"/>
    <dgm:cxn modelId="{7B9CCD07-9880-4737-B167-DFFB5748B06D}" type="presParOf" srcId="{A164A11F-B62F-4F2C-A7BB-C0CD2AD4F5FF}" destId="{930CD71C-7F7B-4556-A505-FB2418B325AA}" srcOrd="14" destOrd="0" presId="urn:microsoft.com/office/officeart/2005/8/layout/bProcess4"/>
    <dgm:cxn modelId="{EB7EB6D8-C2AA-4258-80D6-B8C460FA6274}" type="presParOf" srcId="{930CD71C-7F7B-4556-A505-FB2418B325AA}" destId="{4360AA49-DA7D-486C-8076-318BC46ED50A}" srcOrd="0" destOrd="0" presId="urn:microsoft.com/office/officeart/2005/8/layout/bProcess4"/>
    <dgm:cxn modelId="{C63FED9E-14D2-4E3C-8BC9-01F546227DFC}" type="presParOf" srcId="{930CD71C-7F7B-4556-A505-FB2418B325AA}" destId="{9F3DB35F-9D40-48AC-B33B-AA4CD60C4F55}" srcOrd="1" destOrd="0" presId="urn:microsoft.com/office/officeart/2005/8/layout/bProcess4"/>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543C19A-BB52-49E5-AC16-4B69B4D84B5B}"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US"/>
        </a:p>
      </dgm:t>
    </dgm:pt>
    <dgm:pt modelId="{E1E7417C-A7F2-4A78-B900-0E69D4934D74}">
      <dgm:prSet phldr="0"/>
      <dgm:spPr/>
      <dgm:t>
        <a:bodyPr/>
        <a:lstStyle/>
        <a:p>
          <a:pPr rtl="0"/>
          <a:r>
            <a:rPr lang="en-US">
              <a:solidFill>
                <a:schemeClr val="bg1"/>
              </a:solidFill>
              <a:latin typeface="Elevance Sans"/>
              <a:cs typeface="Calibri"/>
            </a:rPr>
            <a:t>Clearinghouses and </a:t>
          </a:r>
          <a:r>
            <a:rPr lang="en-US" baseline="30000">
              <a:solidFill>
                <a:schemeClr val="bg1"/>
              </a:solidFill>
              <a:latin typeface="Elevance Sans"/>
              <a:cs typeface="Calibri"/>
            </a:rPr>
            <a:t>3rd</a:t>
          </a:r>
          <a:r>
            <a:rPr lang="en-US">
              <a:solidFill>
                <a:schemeClr val="bg1"/>
              </a:solidFill>
              <a:latin typeface="Elevance Sans"/>
              <a:cs typeface="Calibri"/>
            </a:rPr>
            <a:t> party Vendors/Partners send 837 files containing claims to SFTP</a:t>
          </a:r>
          <a:endParaRPr lang="en-US">
            <a:latin typeface="Elevance Sans"/>
            <a:cs typeface="Calibri"/>
          </a:endParaRPr>
        </a:p>
      </dgm:t>
    </dgm:pt>
    <dgm:pt modelId="{BA126110-CB66-4B8F-9D5D-93658739399E}" type="parTrans" cxnId="{2D083D24-48AC-48A9-B683-C6F42D2A2BAA}">
      <dgm:prSet/>
      <dgm:spPr/>
    </dgm:pt>
    <dgm:pt modelId="{BD8F971F-4C5D-4DBD-86A5-18E6E901BA77}" type="sibTrans" cxnId="{2D083D24-48AC-48A9-B683-C6F42D2A2BAA}">
      <dgm:prSet/>
      <dgm:spPr/>
      <dgm:t>
        <a:bodyPr/>
        <a:lstStyle/>
        <a:p>
          <a:endParaRPr lang="en-US"/>
        </a:p>
      </dgm:t>
    </dgm:pt>
    <dgm:pt modelId="{CB43FC66-2EC2-4331-82E4-63C1C91D7B3F}">
      <dgm:prSet phldr="0"/>
      <dgm:spPr/>
      <dgm:t>
        <a:bodyPr/>
        <a:lstStyle/>
        <a:p>
          <a:r>
            <a:rPr lang="en-US">
              <a:solidFill>
                <a:schemeClr val="bg1"/>
              </a:solidFill>
              <a:latin typeface="Elevance Sans"/>
              <a:cs typeface="Calibri"/>
            </a:rPr>
            <a:t>Axway picks those files up and delivers them to their respective Production Location</a:t>
          </a:r>
        </a:p>
      </dgm:t>
    </dgm:pt>
    <dgm:pt modelId="{8B2AADDF-2A11-4ED8-B295-FCE58B412FB0}" type="parTrans" cxnId="{EA88F63B-A2D4-483B-B395-5D9001D4B95C}">
      <dgm:prSet/>
      <dgm:spPr/>
    </dgm:pt>
    <dgm:pt modelId="{91050A05-900B-42C4-9EFD-BDCC9117B685}" type="sibTrans" cxnId="{EA88F63B-A2D4-483B-B395-5D9001D4B95C}">
      <dgm:prSet/>
      <dgm:spPr/>
      <dgm:t>
        <a:bodyPr/>
        <a:lstStyle/>
        <a:p>
          <a:endParaRPr lang="en-US"/>
        </a:p>
      </dgm:t>
    </dgm:pt>
    <dgm:pt modelId="{76A4A86D-FEE3-446C-ADE6-8F474B8240CF}">
      <dgm:prSet phldr="0"/>
      <dgm:spPr/>
      <dgm:t>
        <a:bodyPr/>
        <a:lstStyle/>
        <a:p>
          <a:r>
            <a:rPr lang="en-US">
              <a:solidFill>
                <a:schemeClr val="bg1"/>
              </a:solidFill>
              <a:latin typeface="Elevance Sans"/>
              <a:cs typeface="Calibri"/>
            </a:rPr>
            <a:t>837 files go through OTVM</a:t>
          </a:r>
        </a:p>
      </dgm:t>
    </dgm:pt>
    <dgm:pt modelId="{678110BA-A7C9-4176-86E0-BC9E4BC42374}" type="parTrans" cxnId="{1F8B95FB-2A1B-4D62-B423-D96E98CB0D78}">
      <dgm:prSet/>
      <dgm:spPr/>
    </dgm:pt>
    <dgm:pt modelId="{3C165D80-6042-44CF-9C45-59134F7E52D4}" type="sibTrans" cxnId="{1F8B95FB-2A1B-4D62-B423-D96E98CB0D78}">
      <dgm:prSet/>
      <dgm:spPr/>
      <dgm:t>
        <a:bodyPr/>
        <a:lstStyle/>
        <a:p>
          <a:endParaRPr lang="en-US"/>
        </a:p>
      </dgm:t>
    </dgm:pt>
    <dgm:pt modelId="{2866ABC2-2AB8-4612-91AB-BFC6B8A3660F}">
      <dgm:prSet phldr="0"/>
      <dgm:spPr/>
      <dgm:t>
        <a:bodyPr/>
        <a:lstStyle/>
        <a:p>
          <a:r>
            <a:rPr lang="en-US">
              <a:solidFill>
                <a:schemeClr val="bg1"/>
              </a:solidFill>
              <a:latin typeface="Elevance Sans"/>
              <a:cs typeface="Calibri"/>
            </a:rPr>
            <a:t>Accepted files (HIPAA Compliant) files are staged for PEGA CIRT process</a:t>
          </a:r>
        </a:p>
      </dgm:t>
    </dgm:pt>
    <dgm:pt modelId="{F7C08D60-489F-41D8-B53E-E0BC280DC233}" type="parTrans" cxnId="{6590DC45-4190-4963-8525-F7BB44E13D97}">
      <dgm:prSet/>
      <dgm:spPr/>
    </dgm:pt>
    <dgm:pt modelId="{BD7F33CC-8707-43DB-9438-CDFA8B9CE8FC}" type="sibTrans" cxnId="{6590DC45-4190-4963-8525-F7BB44E13D97}">
      <dgm:prSet/>
      <dgm:spPr/>
      <dgm:t>
        <a:bodyPr/>
        <a:lstStyle/>
        <a:p>
          <a:endParaRPr lang="en-US"/>
        </a:p>
      </dgm:t>
    </dgm:pt>
    <dgm:pt modelId="{7DC2D57B-C757-4F36-A0A5-4CA799141EAC}">
      <dgm:prSet phldr="0"/>
      <dgm:spPr/>
      <dgm:t>
        <a:bodyPr/>
        <a:lstStyle/>
        <a:p>
          <a:r>
            <a:rPr lang="en-US">
              <a:latin typeface="Elevance Sans"/>
              <a:cs typeface="Calibri"/>
            </a:rPr>
            <a:t>MGFT</a:t>
          </a:r>
        </a:p>
      </dgm:t>
    </dgm:pt>
    <dgm:pt modelId="{1C52A076-6CD9-4CF5-A5ED-811E31EFC5F1}" type="parTrans" cxnId="{7D5DA391-7246-4EE6-9575-30325916D7E7}">
      <dgm:prSet/>
      <dgm:spPr/>
    </dgm:pt>
    <dgm:pt modelId="{C4654862-3A8A-4676-B9B7-73ED1206F424}" type="sibTrans" cxnId="{7D5DA391-7246-4EE6-9575-30325916D7E7}">
      <dgm:prSet/>
      <dgm:spPr/>
      <dgm:t>
        <a:bodyPr/>
        <a:lstStyle/>
        <a:p>
          <a:endParaRPr lang="en-US"/>
        </a:p>
      </dgm:t>
    </dgm:pt>
    <dgm:pt modelId="{662D87AD-4194-43D4-A8ED-B151A9BD4CFF}">
      <dgm:prSet phldr="0"/>
      <dgm:spPr/>
      <dgm:t>
        <a:bodyPr/>
        <a:lstStyle/>
        <a:p>
          <a:r>
            <a:rPr lang="en-US">
              <a:latin typeface="Elevance Sans"/>
              <a:cs typeface="Calibri"/>
            </a:rPr>
            <a:t>CLA303B</a:t>
          </a:r>
        </a:p>
      </dgm:t>
    </dgm:pt>
    <dgm:pt modelId="{44C2454F-9631-47CC-9BAA-00CC09CD39F1}" type="parTrans" cxnId="{48476179-FA90-483A-AB13-7D29CB967581}">
      <dgm:prSet/>
      <dgm:spPr/>
    </dgm:pt>
    <dgm:pt modelId="{3719FA7F-51D5-47EF-96FC-3E3975477499}" type="sibTrans" cxnId="{48476179-FA90-483A-AB13-7D29CB967581}">
      <dgm:prSet/>
      <dgm:spPr/>
      <dgm:t>
        <a:bodyPr/>
        <a:lstStyle/>
        <a:p>
          <a:endParaRPr lang="en-US"/>
        </a:p>
      </dgm:t>
    </dgm:pt>
    <dgm:pt modelId="{C4FF8D77-29AB-44C1-9CE0-FE94EC8D7D7C}">
      <dgm:prSet phldr="0"/>
      <dgm:spPr/>
      <dgm:t>
        <a:bodyPr/>
        <a:lstStyle/>
        <a:p>
          <a:r>
            <a:rPr lang="en-US">
              <a:latin typeface="Elevance Sans"/>
              <a:cs typeface="Calibri"/>
            </a:rPr>
            <a:t>CLA303B</a:t>
          </a:r>
        </a:p>
      </dgm:t>
    </dgm:pt>
    <dgm:pt modelId="{81ED9AAB-D125-4BE5-BCBB-F32E0F9C9450}" type="parTrans" cxnId="{9EB57A6C-46D4-4FCF-82A6-204168117A9F}">
      <dgm:prSet/>
      <dgm:spPr/>
    </dgm:pt>
    <dgm:pt modelId="{7A1EC3F4-C992-4F0F-BB48-954F6E11ECA3}" type="sibTrans" cxnId="{9EB57A6C-46D4-4FCF-82A6-204168117A9F}">
      <dgm:prSet/>
      <dgm:spPr/>
    </dgm:pt>
    <dgm:pt modelId="{0886B372-8DC5-4D8D-945A-986716A831F7}" type="pres">
      <dgm:prSet presAssocID="{D543C19A-BB52-49E5-AC16-4B69B4D84B5B}" presName="linearFlow" presStyleCnt="0">
        <dgm:presLayoutVars>
          <dgm:dir/>
          <dgm:animLvl val="lvl"/>
          <dgm:resizeHandles val="exact"/>
        </dgm:presLayoutVars>
      </dgm:prSet>
      <dgm:spPr/>
    </dgm:pt>
    <dgm:pt modelId="{9E99C466-B077-43F5-8A14-723D1620540D}" type="pres">
      <dgm:prSet presAssocID="{E1E7417C-A7F2-4A78-B900-0E69D4934D74}" presName="composite" presStyleCnt="0"/>
      <dgm:spPr/>
    </dgm:pt>
    <dgm:pt modelId="{D7B25185-5BAC-479E-9CAD-A4251C0AF31E}" type="pres">
      <dgm:prSet presAssocID="{E1E7417C-A7F2-4A78-B900-0E69D4934D74}" presName="parTx" presStyleLbl="node1" presStyleIdx="0" presStyleCnt="4">
        <dgm:presLayoutVars>
          <dgm:chMax val="0"/>
          <dgm:chPref val="0"/>
          <dgm:bulletEnabled val="1"/>
        </dgm:presLayoutVars>
      </dgm:prSet>
      <dgm:spPr/>
    </dgm:pt>
    <dgm:pt modelId="{D9C509E9-DB87-4AD2-B45A-CF0948DDA1B2}" type="pres">
      <dgm:prSet presAssocID="{E1E7417C-A7F2-4A78-B900-0E69D4934D74}" presName="parSh" presStyleLbl="node1" presStyleIdx="0" presStyleCnt="4"/>
      <dgm:spPr/>
    </dgm:pt>
    <dgm:pt modelId="{507F5A28-EEFF-4759-922C-F375515C0568}" type="pres">
      <dgm:prSet presAssocID="{E1E7417C-A7F2-4A78-B900-0E69D4934D74}" presName="desTx" presStyleLbl="fgAcc1" presStyleIdx="0" presStyleCnt="4">
        <dgm:presLayoutVars>
          <dgm:bulletEnabled val="1"/>
        </dgm:presLayoutVars>
      </dgm:prSet>
      <dgm:spPr/>
    </dgm:pt>
    <dgm:pt modelId="{8FB9DF0A-90B0-4A72-A224-CA3628E71164}" type="pres">
      <dgm:prSet presAssocID="{BD8F971F-4C5D-4DBD-86A5-18E6E901BA77}" presName="sibTrans" presStyleLbl="sibTrans2D1" presStyleIdx="0" presStyleCnt="3"/>
      <dgm:spPr/>
    </dgm:pt>
    <dgm:pt modelId="{6F0881B4-3414-4288-97C9-9B4AEEC5FE3D}" type="pres">
      <dgm:prSet presAssocID="{BD8F971F-4C5D-4DBD-86A5-18E6E901BA77}" presName="connTx" presStyleLbl="sibTrans2D1" presStyleIdx="0" presStyleCnt="3"/>
      <dgm:spPr/>
    </dgm:pt>
    <dgm:pt modelId="{E3F4204E-59B0-4823-A0CD-DDF757AE1D3E}" type="pres">
      <dgm:prSet presAssocID="{CB43FC66-2EC2-4331-82E4-63C1C91D7B3F}" presName="composite" presStyleCnt="0"/>
      <dgm:spPr/>
    </dgm:pt>
    <dgm:pt modelId="{28386F3A-3EA1-491B-A3D7-195A4F5FC2F1}" type="pres">
      <dgm:prSet presAssocID="{CB43FC66-2EC2-4331-82E4-63C1C91D7B3F}" presName="parTx" presStyleLbl="node1" presStyleIdx="0" presStyleCnt="4">
        <dgm:presLayoutVars>
          <dgm:chMax val="0"/>
          <dgm:chPref val="0"/>
          <dgm:bulletEnabled val="1"/>
        </dgm:presLayoutVars>
      </dgm:prSet>
      <dgm:spPr/>
    </dgm:pt>
    <dgm:pt modelId="{1ABF2CFB-D5E1-47C0-A958-BA3088E3B7CF}" type="pres">
      <dgm:prSet presAssocID="{CB43FC66-2EC2-4331-82E4-63C1C91D7B3F}" presName="parSh" presStyleLbl="node1" presStyleIdx="1" presStyleCnt="4"/>
      <dgm:spPr/>
    </dgm:pt>
    <dgm:pt modelId="{769CA381-0644-4A31-BDE1-B112C874481B}" type="pres">
      <dgm:prSet presAssocID="{CB43FC66-2EC2-4331-82E4-63C1C91D7B3F}" presName="desTx" presStyleLbl="fgAcc1" presStyleIdx="1" presStyleCnt="4">
        <dgm:presLayoutVars>
          <dgm:bulletEnabled val="1"/>
        </dgm:presLayoutVars>
      </dgm:prSet>
      <dgm:spPr/>
    </dgm:pt>
    <dgm:pt modelId="{31EE4854-65E0-4C37-A858-80AC6B0953C6}" type="pres">
      <dgm:prSet presAssocID="{91050A05-900B-42C4-9EFD-BDCC9117B685}" presName="sibTrans" presStyleLbl="sibTrans2D1" presStyleIdx="1" presStyleCnt="3"/>
      <dgm:spPr/>
    </dgm:pt>
    <dgm:pt modelId="{6EEF1B19-870F-44C8-8CBE-F471B730990A}" type="pres">
      <dgm:prSet presAssocID="{91050A05-900B-42C4-9EFD-BDCC9117B685}" presName="connTx" presStyleLbl="sibTrans2D1" presStyleIdx="1" presStyleCnt="3"/>
      <dgm:spPr/>
    </dgm:pt>
    <dgm:pt modelId="{D73556AB-B74F-45E4-9E95-A0C2F61E3AA8}" type="pres">
      <dgm:prSet presAssocID="{76A4A86D-FEE3-446C-ADE6-8F474B8240CF}" presName="composite" presStyleCnt="0"/>
      <dgm:spPr/>
    </dgm:pt>
    <dgm:pt modelId="{F06DE99F-459F-4BD2-A01D-7023A148AAE0}" type="pres">
      <dgm:prSet presAssocID="{76A4A86D-FEE3-446C-ADE6-8F474B8240CF}" presName="parTx" presStyleLbl="node1" presStyleIdx="1" presStyleCnt="4">
        <dgm:presLayoutVars>
          <dgm:chMax val="0"/>
          <dgm:chPref val="0"/>
          <dgm:bulletEnabled val="1"/>
        </dgm:presLayoutVars>
      </dgm:prSet>
      <dgm:spPr/>
    </dgm:pt>
    <dgm:pt modelId="{2F23ADB0-8DD2-455B-B0FF-38B2EDFFD703}" type="pres">
      <dgm:prSet presAssocID="{76A4A86D-FEE3-446C-ADE6-8F474B8240CF}" presName="parSh" presStyleLbl="node1" presStyleIdx="2" presStyleCnt="4"/>
      <dgm:spPr/>
    </dgm:pt>
    <dgm:pt modelId="{CE8A1D81-E6DE-49CE-9099-1FC24D57FCE0}" type="pres">
      <dgm:prSet presAssocID="{76A4A86D-FEE3-446C-ADE6-8F474B8240CF}" presName="desTx" presStyleLbl="fgAcc1" presStyleIdx="2" presStyleCnt="4">
        <dgm:presLayoutVars>
          <dgm:bulletEnabled val="1"/>
        </dgm:presLayoutVars>
      </dgm:prSet>
      <dgm:spPr/>
    </dgm:pt>
    <dgm:pt modelId="{16A156B9-2964-45F7-8F27-683B08593B37}" type="pres">
      <dgm:prSet presAssocID="{3C165D80-6042-44CF-9C45-59134F7E52D4}" presName="sibTrans" presStyleLbl="sibTrans2D1" presStyleIdx="2" presStyleCnt="3"/>
      <dgm:spPr/>
    </dgm:pt>
    <dgm:pt modelId="{0D8D066F-257D-4ACF-87C9-F7511DD720FD}" type="pres">
      <dgm:prSet presAssocID="{3C165D80-6042-44CF-9C45-59134F7E52D4}" presName="connTx" presStyleLbl="sibTrans2D1" presStyleIdx="2" presStyleCnt="3"/>
      <dgm:spPr/>
    </dgm:pt>
    <dgm:pt modelId="{D14E39CB-4746-4A04-83D1-F396029BC1B5}" type="pres">
      <dgm:prSet presAssocID="{2866ABC2-2AB8-4612-91AB-BFC6B8A3660F}" presName="composite" presStyleCnt="0"/>
      <dgm:spPr/>
    </dgm:pt>
    <dgm:pt modelId="{8019F621-6796-46C8-BBFB-F0E3E1EEEDFD}" type="pres">
      <dgm:prSet presAssocID="{2866ABC2-2AB8-4612-91AB-BFC6B8A3660F}" presName="parTx" presStyleLbl="node1" presStyleIdx="2" presStyleCnt="4">
        <dgm:presLayoutVars>
          <dgm:chMax val="0"/>
          <dgm:chPref val="0"/>
          <dgm:bulletEnabled val="1"/>
        </dgm:presLayoutVars>
      </dgm:prSet>
      <dgm:spPr/>
    </dgm:pt>
    <dgm:pt modelId="{713E94DA-73B8-47FA-84D1-75D4E8AF7266}" type="pres">
      <dgm:prSet presAssocID="{2866ABC2-2AB8-4612-91AB-BFC6B8A3660F}" presName="parSh" presStyleLbl="node1" presStyleIdx="3" presStyleCnt="4"/>
      <dgm:spPr/>
    </dgm:pt>
    <dgm:pt modelId="{B0B630E4-1D64-4BB5-8425-432E427FF418}" type="pres">
      <dgm:prSet presAssocID="{2866ABC2-2AB8-4612-91AB-BFC6B8A3660F}" presName="desTx" presStyleLbl="fgAcc1" presStyleIdx="3" presStyleCnt="4">
        <dgm:presLayoutVars>
          <dgm:bulletEnabled val="1"/>
        </dgm:presLayoutVars>
      </dgm:prSet>
      <dgm:spPr/>
    </dgm:pt>
  </dgm:ptLst>
  <dgm:cxnLst>
    <dgm:cxn modelId="{882C9800-83EB-4582-A82E-088FE6B57F57}" type="presOf" srcId="{2866ABC2-2AB8-4612-91AB-BFC6B8A3660F}" destId="{713E94DA-73B8-47FA-84D1-75D4E8AF7266}" srcOrd="1" destOrd="0" presId="urn:microsoft.com/office/officeart/2005/8/layout/process3"/>
    <dgm:cxn modelId="{71314D15-F9ED-4DE5-8F9D-FFC3CE07C24B}" type="presOf" srcId="{76A4A86D-FEE3-446C-ADE6-8F474B8240CF}" destId="{2F23ADB0-8DD2-455B-B0FF-38B2EDFFD703}" srcOrd="1" destOrd="0" presId="urn:microsoft.com/office/officeart/2005/8/layout/process3"/>
    <dgm:cxn modelId="{210A0E16-DE7A-4B27-AD47-A176356C62A4}" type="presOf" srcId="{BD8F971F-4C5D-4DBD-86A5-18E6E901BA77}" destId="{8FB9DF0A-90B0-4A72-A224-CA3628E71164}" srcOrd="0" destOrd="0" presId="urn:microsoft.com/office/officeart/2005/8/layout/process3"/>
    <dgm:cxn modelId="{AD6DF61E-5390-4F85-BA42-741F6262511C}" type="presOf" srcId="{3C165D80-6042-44CF-9C45-59134F7E52D4}" destId="{16A156B9-2964-45F7-8F27-683B08593B37}" srcOrd="0" destOrd="0" presId="urn:microsoft.com/office/officeart/2005/8/layout/process3"/>
    <dgm:cxn modelId="{1B351521-DFCC-4E9A-8C03-86AD84A0BA58}" type="presOf" srcId="{CB43FC66-2EC2-4331-82E4-63C1C91D7B3F}" destId="{28386F3A-3EA1-491B-A3D7-195A4F5FC2F1}" srcOrd="0" destOrd="0" presId="urn:microsoft.com/office/officeart/2005/8/layout/process3"/>
    <dgm:cxn modelId="{2D083D24-48AC-48A9-B683-C6F42D2A2BAA}" srcId="{D543C19A-BB52-49E5-AC16-4B69B4D84B5B}" destId="{E1E7417C-A7F2-4A78-B900-0E69D4934D74}" srcOrd="0" destOrd="0" parTransId="{BA126110-CB66-4B8F-9D5D-93658739399E}" sibTransId="{BD8F971F-4C5D-4DBD-86A5-18E6E901BA77}"/>
    <dgm:cxn modelId="{3142B334-F88D-47BF-BF75-F3D197DB17E2}" type="presOf" srcId="{76A4A86D-FEE3-446C-ADE6-8F474B8240CF}" destId="{F06DE99F-459F-4BD2-A01D-7023A148AAE0}" srcOrd="0" destOrd="0" presId="urn:microsoft.com/office/officeart/2005/8/layout/process3"/>
    <dgm:cxn modelId="{D12C3737-BE0A-441F-A09C-584B7134AA11}" type="presOf" srcId="{2866ABC2-2AB8-4612-91AB-BFC6B8A3660F}" destId="{8019F621-6796-46C8-BBFB-F0E3E1EEEDFD}" srcOrd="0" destOrd="0" presId="urn:microsoft.com/office/officeart/2005/8/layout/process3"/>
    <dgm:cxn modelId="{EA88F63B-A2D4-483B-B395-5D9001D4B95C}" srcId="{D543C19A-BB52-49E5-AC16-4B69B4D84B5B}" destId="{CB43FC66-2EC2-4331-82E4-63C1C91D7B3F}" srcOrd="1" destOrd="0" parTransId="{8B2AADDF-2A11-4ED8-B295-FCE58B412FB0}" sibTransId="{91050A05-900B-42C4-9EFD-BDCC9117B685}"/>
    <dgm:cxn modelId="{198B685B-745B-4354-8672-E1B2B543BF42}" type="presOf" srcId="{CB43FC66-2EC2-4331-82E4-63C1C91D7B3F}" destId="{1ABF2CFB-D5E1-47C0-A958-BA3088E3B7CF}" srcOrd="1" destOrd="0" presId="urn:microsoft.com/office/officeart/2005/8/layout/process3"/>
    <dgm:cxn modelId="{853E055F-A487-4CDD-90BC-D9C235ACB2B4}" type="presOf" srcId="{91050A05-900B-42C4-9EFD-BDCC9117B685}" destId="{6EEF1B19-870F-44C8-8CBE-F471B730990A}" srcOrd="1" destOrd="0" presId="urn:microsoft.com/office/officeart/2005/8/layout/process3"/>
    <dgm:cxn modelId="{CC0A9061-D1E4-47E9-9EC7-CFF23DB77F67}" type="presOf" srcId="{E1E7417C-A7F2-4A78-B900-0E69D4934D74}" destId="{D9C509E9-DB87-4AD2-B45A-CF0948DDA1B2}" srcOrd="1" destOrd="0" presId="urn:microsoft.com/office/officeart/2005/8/layout/process3"/>
    <dgm:cxn modelId="{6590DC45-4190-4963-8525-F7BB44E13D97}" srcId="{D543C19A-BB52-49E5-AC16-4B69B4D84B5B}" destId="{2866ABC2-2AB8-4612-91AB-BFC6B8A3660F}" srcOrd="3" destOrd="0" parTransId="{F7C08D60-489F-41D8-B53E-E0BC280DC233}" sibTransId="{BD7F33CC-8707-43DB-9438-CDFA8B9CE8FC}"/>
    <dgm:cxn modelId="{FC935D4B-C941-4703-833C-4C6B2A408DAF}" type="presOf" srcId="{BD8F971F-4C5D-4DBD-86A5-18E6E901BA77}" destId="{6F0881B4-3414-4288-97C9-9B4AEEC5FE3D}" srcOrd="1" destOrd="0" presId="urn:microsoft.com/office/officeart/2005/8/layout/process3"/>
    <dgm:cxn modelId="{9EB57A6C-46D4-4FCF-82A6-204168117A9F}" srcId="{2866ABC2-2AB8-4612-91AB-BFC6B8A3660F}" destId="{C4FF8D77-29AB-44C1-9CE0-FE94EC8D7D7C}" srcOrd="0" destOrd="0" parTransId="{81ED9AAB-D125-4BE5-BCBB-F32E0F9C9450}" sibTransId="{7A1EC3F4-C992-4F0F-BB48-954F6E11ECA3}"/>
    <dgm:cxn modelId="{48476179-FA90-483A-AB13-7D29CB967581}" srcId="{76A4A86D-FEE3-446C-ADE6-8F474B8240CF}" destId="{662D87AD-4194-43D4-A8ED-B151A9BD4CFF}" srcOrd="0" destOrd="0" parTransId="{44C2454F-9631-47CC-9BAA-00CC09CD39F1}" sibTransId="{3719FA7F-51D5-47EF-96FC-3E3975477499}"/>
    <dgm:cxn modelId="{7D5DA391-7246-4EE6-9575-30325916D7E7}" srcId="{E1E7417C-A7F2-4A78-B900-0E69D4934D74}" destId="{7DC2D57B-C757-4F36-A0A5-4CA799141EAC}" srcOrd="0" destOrd="0" parTransId="{1C52A076-6CD9-4CF5-A5ED-811E31EFC5F1}" sibTransId="{C4654862-3A8A-4676-B9B7-73ED1206F424}"/>
    <dgm:cxn modelId="{C8E5E8A4-CC7B-4FF1-9131-14A61E5E9BF6}" type="presOf" srcId="{91050A05-900B-42C4-9EFD-BDCC9117B685}" destId="{31EE4854-65E0-4C37-A858-80AC6B0953C6}" srcOrd="0" destOrd="0" presId="urn:microsoft.com/office/officeart/2005/8/layout/process3"/>
    <dgm:cxn modelId="{92AAD0AD-C506-40D6-991C-1C7560F6008B}" type="presOf" srcId="{C4FF8D77-29AB-44C1-9CE0-FE94EC8D7D7C}" destId="{B0B630E4-1D64-4BB5-8425-432E427FF418}" srcOrd="0" destOrd="0" presId="urn:microsoft.com/office/officeart/2005/8/layout/process3"/>
    <dgm:cxn modelId="{B9BDE2B1-BCD2-4859-8153-58074A441E73}" type="presOf" srcId="{662D87AD-4194-43D4-A8ED-B151A9BD4CFF}" destId="{CE8A1D81-E6DE-49CE-9099-1FC24D57FCE0}" srcOrd="0" destOrd="0" presId="urn:microsoft.com/office/officeart/2005/8/layout/process3"/>
    <dgm:cxn modelId="{AC083AB3-B9EF-4D58-912F-4246F125A726}" type="presOf" srcId="{D543C19A-BB52-49E5-AC16-4B69B4D84B5B}" destId="{0886B372-8DC5-4D8D-945A-986716A831F7}" srcOrd="0" destOrd="0" presId="urn:microsoft.com/office/officeart/2005/8/layout/process3"/>
    <dgm:cxn modelId="{635835BD-2C77-4923-BC12-EE63640D6E89}" type="presOf" srcId="{7DC2D57B-C757-4F36-A0A5-4CA799141EAC}" destId="{507F5A28-EEFF-4759-922C-F375515C0568}" srcOrd="0" destOrd="0" presId="urn:microsoft.com/office/officeart/2005/8/layout/process3"/>
    <dgm:cxn modelId="{1DAE61D7-0868-47AB-B0F8-E434D1C0B164}" type="presOf" srcId="{3C165D80-6042-44CF-9C45-59134F7E52D4}" destId="{0D8D066F-257D-4ACF-87C9-F7511DD720FD}" srcOrd="1" destOrd="0" presId="urn:microsoft.com/office/officeart/2005/8/layout/process3"/>
    <dgm:cxn modelId="{1F8B95FB-2A1B-4D62-B423-D96E98CB0D78}" srcId="{D543C19A-BB52-49E5-AC16-4B69B4D84B5B}" destId="{76A4A86D-FEE3-446C-ADE6-8F474B8240CF}" srcOrd="2" destOrd="0" parTransId="{678110BA-A7C9-4176-86E0-BC9E4BC42374}" sibTransId="{3C165D80-6042-44CF-9C45-59134F7E52D4}"/>
    <dgm:cxn modelId="{EB0A4AFE-2781-45A0-B9ED-97C5D5A31DF6}" type="presOf" srcId="{E1E7417C-A7F2-4A78-B900-0E69D4934D74}" destId="{D7B25185-5BAC-479E-9CAD-A4251C0AF31E}" srcOrd="0" destOrd="0" presId="urn:microsoft.com/office/officeart/2005/8/layout/process3"/>
    <dgm:cxn modelId="{70D2A03C-AF3C-4B23-B65B-65078C2D9DBD}" type="presParOf" srcId="{0886B372-8DC5-4D8D-945A-986716A831F7}" destId="{9E99C466-B077-43F5-8A14-723D1620540D}" srcOrd="0" destOrd="0" presId="urn:microsoft.com/office/officeart/2005/8/layout/process3"/>
    <dgm:cxn modelId="{809E6BAB-7B94-4CF4-B5A3-4185C6264E1B}" type="presParOf" srcId="{9E99C466-B077-43F5-8A14-723D1620540D}" destId="{D7B25185-5BAC-479E-9CAD-A4251C0AF31E}" srcOrd="0" destOrd="0" presId="urn:microsoft.com/office/officeart/2005/8/layout/process3"/>
    <dgm:cxn modelId="{17997433-D206-46A1-8EA5-F1616085CCB7}" type="presParOf" srcId="{9E99C466-B077-43F5-8A14-723D1620540D}" destId="{D9C509E9-DB87-4AD2-B45A-CF0948DDA1B2}" srcOrd="1" destOrd="0" presId="urn:microsoft.com/office/officeart/2005/8/layout/process3"/>
    <dgm:cxn modelId="{88D4DF79-1EB5-4A9C-8DC7-BFE60D841D63}" type="presParOf" srcId="{9E99C466-B077-43F5-8A14-723D1620540D}" destId="{507F5A28-EEFF-4759-922C-F375515C0568}" srcOrd="2" destOrd="0" presId="urn:microsoft.com/office/officeart/2005/8/layout/process3"/>
    <dgm:cxn modelId="{0517AB46-1D23-4C49-AD32-453A737F169F}" type="presParOf" srcId="{0886B372-8DC5-4D8D-945A-986716A831F7}" destId="{8FB9DF0A-90B0-4A72-A224-CA3628E71164}" srcOrd="1" destOrd="0" presId="urn:microsoft.com/office/officeart/2005/8/layout/process3"/>
    <dgm:cxn modelId="{2CE62BFC-4628-4B7C-B430-EEEA0EDB622B}" type="presParOf" srcId="{8FB9DF0A-90B0-4A72-A224-CA3628E71164}" destId="{6F0881B4-3414-4288-97C9-9B4AEEC5FE3D}" srcOrd="0" destOrd="0" presId="urn:microsoft.com/office/officeart/2005/8/layout/process3"/>
    <dgm:cxn modelId="{FC8CEAA2-BA16-4DAF-BE03-7CA39E6A3064}" type="presParOf" srcId="{0886B372-8DC5-4D8D-945A-986716A831F7}" destId="{E3F4204E-59B0-4823-A0CD-DDF757AE1D3E}" srcOrd="2" destOrd="0" presId="urn:microsoft.com/office/officeart/2005/8/layout/process3"/>
    <dgm:cxn modelId="{49D50548-795F-4756-AC1C-44AE2FC9FC13}" type="presParOf" srcId="{E3F4204E-59B0-4823-A0CD-DDF757AE1D3E}" destId="{28386F3A-3EA1-491B-A3D7-195A4F5FC2F1}" srcOrd="0" destOrd="0" presId="urn:microsoft.com/office/officeart/2005/8/layout/process3"/>
    <dgm:cxn modelId="{73F98441-5684-46A2-938E-C0BC0B2B3666}" type="presParOf" srcId="{E3F4204E-59B0-4823-A0CD-DDF757AE1D3E}" destId="{1ABF2CFB-D5E1-47C0-A958-BA3088E3B7CF}" srcOrd="1" destOrd="0" presId="urn:microsoft.com/office/officeart/2005/8/layout/process3"/>
    <dgm:cxn modelId="{03205234-C317-4996-8EC9-D079C54E9C0A}" type="presParOf" srcId="{E3F4204E-59B0-4823-A0CD-DDF757AE1D3E}" destId="{769CA381-0644-4A31-BDE1-B112C874481B}" srcOrd="2" destOrd="0" presId="urn:microsoft.com/office/officeart/2005/8/layout/process3"/>
    <dgm:cxn modelId="{87A65A92-53C2-469E-B984-5A667C349861}" type="presParOf" srcId="{0886B372-8DC5-4D8D-945A-986716A831F7}" destId="{31EE4854-65E0-4C37-A858-80AC6B0953C6}" srcOrd="3" destOrd="0" presId="urn:microsoft.com/office/officeart/2005/8/layout/process3"/>
    <dgm:cxn modelId="{3EF23E3C-0B13-4F76-9E24-4C9CF5679EEA}" type="presParOf" srcId="{31EE4854-65E0-4C37-A858-80AC6B0953C6}" destId="{6EEF1B19-870F-44C8-8CBE-F471B730990A}" srcOrd="0" destOrd="0" presId="urn:microsoft.com/office/officeart/2005/8/layout/process3"/>
    <dgm:cxn modelId="{3B4FC49A-CA81-4F50-86B2-778D509788B6}" type="presParOf" srcId="{0886B372-8DC5-4D8D-945A-986716A831F7}" destId="{D73556AB-B74F-45E4-9E95-A0C2F61E3AA8}" srcOrd="4" destOrd="0" presId="urn:microsoft.com/office/officeart/2005/8/layout/process3"/>
    <dgm:cxn modelId="{6286BB95-8C79-4631-A9C0-7999D43FB1B2}" type="presParOf" srcId="{D73556AB-B74F-45E4-9E95-A0C2F61E3AA8}" destId="{F06DE99F-459F-4BD2-A01D-7023A148AAE0}" srcOrd="0" destOrd="0" presId="urn:microsoft.com/office/officeart/2005/8/layout/process3"/>
    <dgm:cxn modelId="{49569E58-3674-4C6D-9414-0F4AA7B31E4A}" type="presParOf" srcId="{D73556AB-B74F-45E4-9E95-A0C2F61E3AA8}" destId="{2F23ADB0-8DD2-455B-B0FF-38B2EDFFD703}" srcOrd="1" destOrd="0" presId="urn:microsoft.com/office/officeart/2005/8/layout/process3"/>
    <dgm:cxn modelId="{40E0D402-3084-420F-9121-B1C1F5B7AD63}" type="presParOf" srcId="{D73556AB-B74F-45E4-9E95-A0C2F61E3AA8}" destId="{CE8A1D81-E6DE-49CE-9099-1FC24D57FCE0}" srcOrd="2" destOrd="0" presId="urn:microsoft.com/office/officeart/2005/8/layout/process3"/>
    <dgm:cxn modelId="{4F3DDA6F-3649-4E67-BACB-82709BE586C4}" type="presParOf" srcId="{0886B372-8DC5-4D8D-945A-986716A831F7}" destId="{16A156B9-2964-45F7-8F27-683B08593B37}" srcOrd="5" destOrd="0" presId="urn:microsoft.com/office/officeart/2005/8/layout/process3"/>
    <dgm:cxn modelId="{BAFB399E-5106-41E8-99CD-C2CBC13048F5}" type="presParOf" srcId="{16A156B9-2964-45F7-8F27-683B08593B37}" destId="{0D8D066F-257D-4ACF-87C9-F7511DD720FD}" srcOrd="0" destOrd="0" presId="urn:microsoft.com/office/officeart/2005/8/layout/process3"/>
    <dgm:cxn modelId="{DA20B298-9C87-4359-81F4-A4F9E11E7FBB}" type="presParOf" srcId="{0886B372-8DC5-4D8D-945A-986716A831F7}" destId="{D14E39CB-4746-4A04-83D1-F396029BC1B5}" srcOrd="6" destOrd="0" presId="urn:microsoft.com/office/officeart/2005/8/layout/process3"/>
    <dgm:cxn modelId="{94F4A698-1D0F-4C37-B473-6989B3EBEF91}" type="presParOf" srcId="{D14E39CB-4746-4A04-83D1-F396029BC1B5}" destId="{8019F621-6796-46C8-BBFB-F0E3E1EEEDFD}" srcOrd="0" destOrd="0" presId="urn:microsoft.com/office/officeart/2005/8/layout/process3"/>
    <dgm:cxn modelId="{2F331816-33B9-46C8-93CE-B7FB69D5E085}" type="presParOf" srcId="{D14E39CB-4746-4A04-83D1-F396029BC1B5}" destId="{713E94DA-73B8-47FA-84D1-75D4E8AF7266}" srcOrd="1" destOrd="0" presId="urn:microsoft.com/office/officeart/2005/8/layout/process3"/>
    <dgm:cxn modelId="{0BF36D74-4469-4140-BA1D-CFEF7C0337AB}" type="presParOf" srcId="{D14E39CB-4746-4A04-83D1-F396029BC1B5}" destId="{B0B630E4-1D64-4BB5-8425-432E427FF418}"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3B68917-D6B3-43C5-B422-86FC9E77744D}"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US"/>
        </a:p>
      </dgm:t>
    </dgm:pt>
    <dgm:pt modelId="{52619EF9-B4F4-4099-A9A3-7FB9F9D51108}">
      <dgm:prSet phldr="0"/>
      <dgm:spPr/>
      <dgm:t>
        <a:bodyPr/>
        <a:lstStyle/>
        <a:p>
          <a:pPr rtl="0"/>
          <a:r>
            <a:rPr lang="en-US">
              <a:solidFill>
                <a:schemeClr val="bg1"/>
              </a:solidFill>
              <a:latin typeface="Elevance Sans"/>
              <a:cs typeface="Calibri"/>
            </a:rPr>
            <a:t>Claims are loaded into EDINET1P database. CIRT and Business Rules (ICP) are applied here.</a:t>
          </a:r>
        </a:p>
      </dgm:t>
    </dgm:pt>
    <dgm:pt modelId="{5EC21A4C-55F6-4127-BFA5-B18D4D9A8818}" type="parTrans" cxnId="{991C27DC-6A40-4B60-91B7-B5AD92E895BA}">
      <dgm:prSet/>
      <dgm:spPr/>
    </dgm:pt>
    <dgm:pt modelId="{5D322CB5-286E-4B8A-AF3E-F30CA6030E59}" type="sibTrans" cxnId="{991C27DC-6A40-4B60-91B7-B5AD92E895BA}">
      <dgm:prSet/>
      <dgm:spPr/>
      <dgm:t>
        <a:bodyPr/>
        <a:lstStyle/>
        <a:p>
          <a:endParaRPr lang="en-US"/>
        </a:p>
      </dgm:t>
    </dgm:pt>
    <dgm:pt modelId="{F38F0281-0261-433F-ACFA-5F199653A924}">
      <dgm:prSet phldr="0"/>
      <dgm:spPr/>
      <dgm:t>
        <a:bodyPr/>
        <a:lstStyle/>
        <a:p>
          <a:r>
            <a:rPr lang="en-US">
              <a:solidFill>
                <a:schemeClr val="bg1"/>
              </a:solidFill>
              <a:latin typeface="Elevance Sans"/>
              <a:cs typeface="Calibri"/>
            </a:rPr>
            <a:t>Keywords are generated for the new day claims</a:t>
          </a:r>
        </a:p>
      </dgm:t>
    </dgm:pt>
    <dgm:pt modelId="{CEA56200-EC22-45F3-A10A-20A5F5EF0F5D}" type="parTrans" cxnId="{3E0A29D1-2977-40F4-89D8-994962CBAF2E}">
      <dgm:prSet/>
      <dgm:spPr/>
    </dgm:pt>
    <dgm:pt modelId="{D6BA6DF2-F428-47C1-8430-E3AD25A20AE9}" type="sibTrans" cxnId="{3E0A29D1-2977-40F4-89D8-994962CBAF2E}">
      <dgm:prSet/>
      <dgm:spPr/>
      <dgm:t>
        <a:bodyPr/>
        <a:lstStyle/>
        <a:p>
          <a:endParaRPr lang="en-US"/>
        </a:p>
      </dgm:t>
    </dgm:pt>
    <dgm:pt modelId="{42ED2372-18FC-4FE9-8E4F-A870BF47C8AA}">
      <dgm:prSet phldr="0"/>
      <dgm:spPr/>
      <dgm:t>
        <a:bodyPr/>
        <a:lstStyle/>
        <a:p>
          <a:r>
            <a:rPr lang="en-US">
              <a:solidFill>
                <a:schemeClr val="bg1"/>
              </a:solidFill>
              <a:latin typeface="Elevance Sans"/>
              <a:cs typeface="Calibri"/>
            </a:rPr>
            <a:t>Claims are loaded into FACETS_XC</a:t>
          </a:r>
        </a:p>
      </dgm:t>
    </dgm:pt>
    <dgm:pt modelId="{63CA1018-F9CF-454B-9C65-8883D97795B3}" type="parTrans" cxnId="{D5113F1D-FD39-41C5-A1FE-EB2B30D9073A}">
      <dgm:prSet/>
      <dgm:spPr/>
    </dgm:pt>
    <dgm:pt modelId="{B83AF28A-610D-4679-B534-5CFA45E615F7}" type="sibTrans" cxnId="{D5113F1D-FD39-41C5-A1FE-EB2B30D9073A}">
      <dgm:prSet/>
      <dgm:spPr/>
      <dgm:t>
        <a:bodyPr/>
        <a:lstStyle/>
        <a:p>
          <a:endParaRPr lang="en-US"/>
        </a:p>
      </dgm:t>
    </dgm:pt>
    <dgm:pt modelId="{32D6190F-4767-4649-BE5A-0F9C11B3A69A}">
      <dgm:prSet phldr="0"/>
      <dgm:spPr/>
      <dgm:t>
        <a:bodyPr/>
        <a:lstStyle/>
        <a:p>
          <a:r>
            <a:rPr lang="en-US">
              <a:solidFill>
                <a:schemeClr val="bg1"/>
              </a:solidFill>
              <a:latin typeface="Elevance Sans"/>
              <a:cs typeface="Calibri"/>
            </a:rPr>
            <a:t>Claims are loaded into GBD FACETS</a:t>
          </a:r>
        </a:p>
      </dgm:t>
    </dgm:pt>
    <dgm:pt modelId="{8CBF3058-EFAA-4F01-8421-78C35E4364E7}" type="parTrans" cxnId="{BADE1978-BF37-4E93-B654-E8936DE6353E}">
      <dgm:prSet/>
      <dgm:spPr/>
    </dgm:pt>
    <dgm:pt modelId="{63E93536-3C1A-4FFA-90BE-5EF2B458D3BF}" type="sibTrans" cxnId="{BADE1978-BF37-4E93-B654-E8936DE6353E}">
      <dgm:prSet/>
      <dgm:spPr/>
      <dgm:t>
        <a:bodyPr/>
        <a:lstStyle/>
        <a:p>
          <a:endParaRPr lang="en-US"/>
        </a:p>
      </dgm:t>
    </dgm:pt>
    <dgm:pt modelId="{AE1694BB-7A59-4858-BA43-580FE4943C2F}">
      <dgm:prSet phldr="0"/>
      <dgm:spPr/>
      <dgm:t>
        <a:bodyPr/>
        <a:lstStyle/>
        <a:p>
          <a:r>
            <a:rPr lang="en-US">
              <a:latin typeface="Elevance Sans"/>
              <a:cs typeface="Calibri"/>
            </a:rPr>
            <a:t>CLA303D</a:t>
          </a:r>
        </a:p>
      </dgm:t>
    </dgm:pt>
    <dgm:pt modelId="{B94646BF-2A06-41D4-AFBE-24C1986561CD}" type="parTrans" cxnId="{73F9B948-9056-4E50-B730-0EFBD8D219F5}">
      <dgm:prSet/>
      <dgm:spPr/>
    </dgm:pt>
    <dgm:pt modelId="{93D23F78-2FA0-49EF-9F1A-5246CCDDE872}" type="sibTrans" cxnId="{73F9B948-9056-4E50-B730-0EFBD8D219F5}">
      <dgm:prSet/>
      <dgm:spPr/>
      <dgm:t>
        <a:bodyPr/>
        <a:lstStyle/>
        <a:p>
          <a:endParaRPr lang="en-US"/>
        </a:p>
      </dgm:t>
    </dgm:pt>
    <dgm:pt modelId="{D83B5135-ECB6-4445-A60B-1A4F1C85AEE5}">
      <dgm:prSet phldr="0"/>
      <dgm:spPr/>
      <dgm:t>
        <a:bodyPr/>
        <a:lstStyle/>
        <a:p>
          <a:r>
            <a:rPr lang="en-US">
              <a:latin typeface="Elevance Sans"/>
              <a:cs typeface="Calibri"/>
            </a:rPr>
            <a:t>CLA303E</a:t>
          </a:r>
        </a:p>
      </dgm:t>
    </dgm:pt>
    <dgm:pt modelId="{ED9B3B5F-7ED2-409F-B3CA-11C296B79C2E}" type="parTrans" cxnId="{665F6DB1-6467-4CA0-847A-167101619A3C}">
      <dgm:prSet/>
      <dgm:spPr/>
    </dgm:pt>
    <dgm:pt modelId="{63DB7683-E372-4EE6-8B41-60B59C9C51CA}" type="sibTrans" cxnId="{665F6DB1-6467-4CA0-847A-167101619A3C}">
      <dgm:prSet/>
      <dgm:spPr/>
    </dgm:pt>
    <dgm:pt modelId="{4418DC54-D20E-4FC1-9986-AD156EB1D6C2}">
      <dgm:prSet phldr="0"/>
      <dgm:spPr/>
      <dgm:t>
        <a:bodyPr/>
        <a:lstStyle/>
        <a:p>
          <a:pPr rtl="0"/>
          <a:r>
            <a:rPr lang="en-US">
              <a:latin typeface="Elevance Sans"/>
              <a:cs typeface="Calibri"/>
            </a:rPr>
            <a:t>New Day: CLA305C, CLA305A</a:t>
          </a:r>
        </a:p>
      </dgm:t>
    </dgm:pt>
    <dgm:pt modelId="{D3C5A6AB-BC25-4E1B-B0EF-72C0DD6DE7B9}" type="parTrans" cxnId="{EDEFB963-1D75-4208-BC28-BC11FD4378CC}">
      <dgm:prSet/>
      <dgm:spPr/>
    </dgm:pt>
    <dgm:pt modelId="{360DF49B-E2D6-477D-B63E-5E7EDD21464C}" type="sibTrans" cxnId="{EDEFB963-1D75-4208-BC28-BC11FD4378CC}">
      <dgm:prSet/>
      <dgm:spPr/>
      <dgm:t>
        <a:bodyPr/>
        <a:lstStyle/>
        <a:p>
          <a:endParaRPr lang="en-US"/>
        </a:p>
      </dgm:t>
    </dgm:pt>
    <dgm:pt modelId="{2723F57E-15EE-4CE7-9C11-85A1FEB862C2}">
      <dgm:prSet phldr="0"/>
      <dgm:spPr/>
      <dgm:t>
        <a:bodyPr/>
        <a:lstStyle/>
        <a:p>
          <a:pPr rtl="0"/>
          <a:r>
            <a:rPr lang="en-US">
              <a:latin typeface="Elevance Sans"/>
              <a:cs typeface="Calibri"/>
            </a:rPr>
            <a:t>Recycle: CLA305B</a:t>
          </a:r>
        </a:p>
      </dgm:t>
    </dgm:pt>
    <dgm:pt modelId="{B9901BE4-4E23-4276-8B07-2E5F16730CFC}" type="parTrans" cxnId="{F86D7C0A-D36F-4471-810A-BAFE78239D00}">
      <dgm:prSet/>
      <dgm:spPr/>
    </dgm:pt>
    <dgm:pt modelId="{D8FB5DD0-67D1-477F-A8DE-FE5CCDC6DE02}" type="sibTrans" cxnId="{F86D7C0A-D36F-4471-810A-BAFE78239D00}">
      <dgm:prSet/>
      <dgm:spPr/>
    </dgm:pt>
    <dgm:pt modelId="{9C792575-E15B-4A75-A482-EBD6C59E975C}">
      <dgm:prSet phldr="0"/>
      <dgm:spPr/>
      <dgm:t>
        <a:bodyPr/>
        <a:lstStyle/>
        <a:p>
          <a:r>
            <a:rPr lang="en-US">
              <a:latin typeface="Elevance Sans"/>
              <a:cs typeface="Calibri"/>
            </a:rPr>
            <a:t>CLA002</a:t>
          </a:r>
        </a:p>
      </dgm:t>
    </dgm:pt>
    <dgm:pt modelId="{C932FF44-811D-4E16-BED9-2A30BA8BE2AA}" type="parTrans" cxnId="{92FAF1E4-15ED-470D-8F61-C77A2744F6B8}">
      <dgm:prSet/>
      <dgm:spPr/>
    </dgm:pt>
    <dgm:pt modelId="{A71B9979-92D6-4605-8768-30DE500C9C45}" type="sibTrans" cxnId="{92FAF1E4-15ED-470D-8F61-C77A2744F6B8}">
      <dgm:prSet/>
      <dgm:spPr/>
    </dgm:pt>
    <dgm:pt modelId="{4950A843-B21A-4D71-A638-D332D5A5F659}">
      <dgm:prSet phldr="0"/>
      <dgm:spPr/>
      <dgm:t>
        <a:bodyPr/>
        <a:lstStyle/>
        <a:p>
          <a:r>
            <a:rPr lang="en-US">
              <a:latin typeface="Elevance Sans"/>
              <a:cs typeface="Calibri"/>
            </a:rPr>
            <a:t>CLA004A</a:t>
          </a:r>
        </a:p>
      </dgm:t>
    </dgm:pt>
    <dgm:pt modelId="{CB3C8C05-6875-4F9B-BADB-5B02B4E0DC15}" type="parTrans" cxnId="{EEA332E0-3CF3-4CC8-B99D-2428B3A55EA4}">
      <dgm:prSet/>
      <dgm:spPr/>
    </dgm:pt>
    <dgm:pt modelId="{6BB80B4A-B4E7-47D2-8DFD-4605338CC794}" type="sibTrans" cxnId="{EEA332E0-3CF3-4CC8-B99D-2428B3A55EA4}">
      <dgm:prSet/>
      <dgm:spPr/>
    </dgm:pt>
    <dgm:pt modelId="{0C7651FC-5D47-44AD-A117-9C9DE90DFE99}">
      <dgm:prSet phldr="0"/>
      <dgm:spPr/>
      <dgm:t>
        <a:bodyPr/>
        <a:lstStyle/>
        <a:p>
          <a:pPr rtl="0"/>
          <a:r>
            <a:rPr lang="en-US">
              <a:latin typeface="Elevance Sans"/>
              <a:cs typeface="Calibri"/>
            </a:rPr>
            <a:t>CLA002B</a:t>
          </a:r>
        </a:p>
      </dgm:t>
    </dgm:pt>
    <dgm:pt modelId="{0A91FFF2-F576-4A71-9271-DF85DDDA0FAB}" type="parTrans" cxnId="{F0812D9F-F4C9-44AE-B8CB-C47F4355D798}">
      <dgm:prSet/>
      <dgm:spPr/>
    </dgm:pt>
    <dgm:pt modelId="{CA0ECA37-4EB5-4A9D-88A3-3895DA04E5CF}" type="sibTrans" cxnId="{F0812D9F-F4C9-44AE-B8CB-C47F4355D798}">
      <dgm:prSet/>
      <dgm:spPr/>
    </dgm:pt>
    <dgm:pt modelId="{1DD60988-74B5-4819-A358-81E017CE0EAD}">
      <dgm:prSet phldr="0"/>
      <dgm:spPr/>
      <dgm:t>
        <a:bodyPr/>
        <a:lstStyle/>
        <a:p>
          <a:r>
            <a:rPr lang="en-US">
              <a:latin typeface="Elevance Sans"/>
              <a:cs typeface="Calibri"/>
            </a:rPr>
            <a:t>CLA002B_0020</a:t>
          </a:r>
        </a:p>
      </dgm:t>
    </dgm:pt>
    <dgm:pt modelId="{D69C219A-5884-47B6-AEA4-49568551B2B5}" type="parTrans" cxnId="{973163C3-17DF-4E62-B46F-43276B7006E1}">
      <dgm:prSet/>
      <dgm:spPr/>
    </dgm:pt>
    <dgm:pt modelId="{BBE8B57F-F13A-4E62-BF94-9BF2ACE89820}" type="sibTrans" cxnId="{973163C3-17DF-4E62-B46F-43276B7006E1}">
      <dgm:prSet/>
      <dgm:spPr/>
    </dgm:pt>
    <dgm:pt modelId="{2287BB99-35E9-4D9A-875E-5CCE11EB2F3F}">
      <dgm:prSet phldr="0"/>
      <dgm:spPr/>
      <dgm:t>
        <a:bodyPr/>
        <a:lstStyle/>
        <a:p>
          <a:r>
            <a:rPr lang="en-US">
              <a:latin typeface="Elevance Sans"/>
              <a:cs typeface="Calibri"/>
            </a:rPr>
            <a:t>CLA005_0010</a:t>
          </a:r>
        </a:p>
      </dgm:t>
    </dgm:pt>
    <dgm:pt modelId="{4578ABE4-A490-456F-A479-8E8CA678CBB7}" type="parTrans" cxnId="{56996AB3-C861-4C19-986C-5B3363103965}">
      <dgm:prSet/>
      <dgm:spPr/>
    </dgm:pt>
    <dgm:pt modelId="{3CAFC711-8097-404F-AC88-AF076A6700DD}" type="sibTrans" cxnId="{56996AB3-C861-4C19-986C-5B3363103965}">
      <dgm:prSet/>
      <dgm:spPr/>
    </dgm:pt>
    <dgm:pt modelId="{1FA34AEA-605A-4EAD-A28E-C10B32941EF6}">
      <dgm:prSet phldr="0"/>
      <dgm:spPr/>
      <dgm:t>
        <a:bodyPr/>
        <a:lstStyle/>
        <a:p>
          <a:r>
            <a:rPr lang="en-US">
              <a:latin typeface="Elevance Sans"/>
              <a:cs typeface="Calibri"/>
            </a:rPr>
            <a:t>CLA015_0010</a:t>
          </a:r>
        </a:p>
      </dgm:t>
    </dgm:pt>
    <dgm:pt modelId="{8C91FA00-2AAC-4B27-A876-269E627FE89C}" type="parTrans" cxnId="{1C845879-8F2A-4A7B-BA19-A0A6B83D353B}">
      <dgm:prSet/>
      <dgm:spPr/>
    </dgm:pt>
    <dgm:pt modelId="{B4B88BE5-1C19-4D97-914C-DFB8CAA5BBDF}" type="sibTrans" cxnId="{1C845879-8F2A-4A7B-BA19-A0A6B83D353B}">
      <dgm:prSet/>
      <dgm:spPr/>
    </dgm:pt>
    <dgm:pt modelId="{97CFE2E0-1E7E-42CC-B1D4-C005FF35A99F}" type="pres">
      <dgm:prSet presAssocID="{F3B68917-D6B3-43C5-B422-86FC9E77744D}" presName="linearFlow" presStyleCnt="0">
        <dgm:presLayoutVars>
          <dgm:dir/>
          <dgm:animLvl val="lvl"/>
          <dgm:resizeHandles val="exact"/>
        </dgm:presLayoutVars>
      </dgm:prSet>
      <dgm:spPr/>
    </dgm:pt>
    <dgm:pt modelId="{59651D9D-97A3-4E84-B0AD-152DE4C302F7}" type="pres">
      <dgm:prSet presAssocID="{52619EF9-B4F4-4099-A9A3-7FB9F9D51108}" presName="composite" presStyleCnt="0"/>
      <dgm:spPr/>
    </dgm:pt>
    <dgm:pt modelId="{2BB62BFA-9587-41A2-99C6-AF4A87846925}" type="pres">
      <dgm:prSet presAssocID="{52619EF9-B4F4-4099-A9A3-7FB9F9D51108}" presName="parTx" presStyleLbl="node1" presStyleIdx="0" presStyleCnt="4">
        <dgm:presLayoutVars>
          <dgm:chMax val="0"/>
          <dgm:chPref val="0"/>
          <dgm:bulletEnabled val="1"/>
        </dgm:presLayoutVars>
      </dgm:prSet>
      <dgm:spPr/>
    </dgm:pt>
    <dgm:pt modelId="{A9304731-8AAD-43AB-BE94-CBFA256267E2}" type="pres">
      <dgm:prSet presAssocID="{52619EF9-B4F4-4099-A9A3-7FB9F9D51108}" presName="parSh" presStyleLbl="node1" presStyleIdx="0" presStyleCnt="4"/>
      <dgm:spPr/>
    </dgm:pt>
    <dgm:pt modelId="{A976B848-F259-4F60-BFF6-9BFA5D8CBB82}" type="pres">
      <dgm:prSet presAssocID="{52619EF9-B4F4-4099-A9A3-7FB9F9D51108}" presName="desTx" presStyleLbl="fgAcc1" presStyleIdx="0" presStyleCnt="4">
        <dgm:presLayoutVars>
          <dgm:bulletEnabled val="1"/>
        </dgm:presLayoutVars>
      </dgm:prSet>
      <dgm:spPr/>
    </dgm:pt>
    <dgm:pt modelId="{ED13F3C7-C6BB-4899-BCA0-806E4049C3A4}" type="pres">
      <dgm:prSet presAssocID="{5D322CB5-286E-4B8A-AF3E-F30CA6030E59}" presName="sibTrans" presStyleLbl="sibTrans2D1" presStyleIdx="0" presStyleCnt="3"/>
      <dgm:spPr/>
    </dgm:pt>
    <dgm:pt modelId="{84AE378D-614A-4343-8FF1-8DCB1A345347}" type="pres">
      <dgm:prSet presAssocID="{5D322CB5-286E-4B8A-AF3E-F30CA6030E59}" presName="connTx" presStyleLbl="sibTrans2D1" presStyleIdx="0" presStyleCnt="3"/>
      <dgm:spPr/>
    </dgm:pt>
    <dgm:pt modelId="{6F262EDA-2B4C-4946-A514-927DB1B5B8C9}" type="pres">
      <dgm:prSet presAssocID="{F38F0281-0261-433F-ACFA-5F199653A924}" presName="composite" presStyleCnt="0"/>
      <dgm:spPr/>
    </dgm:pt>
    <dgm:pt modelId="{C727E541-64AC-4055-8C4E-1213E542F950}" type="pres">
      <dgm:prSet presAssocID="{F38F0281-0261-433F-ACFA-5F199653A924}" presName="parTx" presStyleLbl="node1" presStyleIdx="0" presStyleCnt="4">
        <dgm:presLayoutVars>
          <dgm:chMax val="0"/>
          <dgm:chPref val="0"/>
          <dgm:bulletEnabled val="1"/>
        </dgm:presLayoutVars>
      </dgm:prSet>
      <dgm:spPr/>
    </dgm:pt>
    <dgm:pt modelId="{CEE1CB9A-F3C9-4F17-B125-522FD5B157FB}" type="pres">
      <dgm:prSet presAssocID="{F38F0281-0261-433F-ACFA-5F199653A924}" presName="parSh" presStyleLbl="node1" presStyleIdx="1" presStyleCnt="4"/>
      <dgm:spPr/>
    </dgm:pt>
    <dgm:pt modelId="{BD863B3C-8C8F-45F3-8BD5-2A0DA56BBD38}" type="pres">
      <dgm:prSet presAssocID="{F38F0281-0261-433F-ACFA-5F199653A924}" presName="desTx" presStyleLbl="fgAcc1" presStyleIdx="1" presStyleCnt="4">
        <dgm:presLayoutVars>
          <dgm:bulletEnabled val="1"/>
        </dgm:presLayoutVars>
      </dgm:prSet>
      <dgm:spPr/>
    </dgm:pt>
    <dgm:pt modelId="{2BEBB837-A90D-436C-AFFB-AE6594961A31}" type="pres">
      <dgm:prSet presAssocID="{D6BA6DF2-F428-47C1-8430-E3AD25A20AE9}" presName="sibTrans" presStyleLbl="sibTrans2D1" presStyleIdx="1" presStyleCnt="3"/>
      <dgm:spPr/>
    </dgm:pt>
    <dgm:pt modelId="{2DF53310-AFF0-4340-940F-31B33F240C93}" type="pres">
      <dgm:prSet presAssocID="{D6BA6DF2-F428-47C1-8430-E3AD25A20AE9}" presName="connTx" presStyleLbl="sibTrans2D1" presStyleIdx="1" presStyleCnt="3"/>
      <dgm:spPr/>
    </dgm:pt>
    <dgm:pt modelId="{43B451B4-2E2C-4D0E-99D4-FCBAC197D00F}" type="pres">
      <dgm:prSet presAssocID="{42ED2372-18FC-4FE9-8E4F-A870BF47C8AA}" presName="composite" presStyleCnt="0"/>
      <dgm:spPr/>
    </dgm:pt>
    <dgm:pt modelId="{61E2D030-3964-43CA-8D11-BE5886C59F22}" type="pres">
      <dgm:prSet presAssocID="{42ED2372-18FC-4FE9-8E4F-A870BF47C8AA}" presName="parTx" presStyleLbl="node1" presStyleIdx="1" presStyleCnt="4">
        <dgm:presLayoutVars>
          <dgm:chMax val="0"/>
          <dgm:chPref val="0"/>
          <dgm:bulletEnabled val="1"/>
        </dgm:presLayoutVars>
      </dgm:prSet>
      <dgm:spPr/>
    </dgm:pt>
    <dgm:pt modelId="{1CDEFFE7-2534-4AEE-B693-414FBFC9BB07}" type="pres">
      <dgm:prSet presAssocID="{42ED2372-18FC-4FE9-8E4F-A870BF47C8AA}" presName="parSh" presStyleLbl="node1" presStyleIdx="2" presStyleCnt="4"/>
      <dgm:spPr/>
    </dgm:pt>
    <dgm:pt modelId="{CFED2A21-FF24-4036-B6A4-9FC2E67E03F9}" type="pres">
      <dgm:prSet presAssocID="{42ED2372-18FC-4FE9-8E4F-A870BF47C8AA}" presName="desTx" presStyleLbl="fgAcc1" presStyleIdx="2" presStyleCnt="4">
        <dgm:presLayoutVars>
          <dgm:bulletEnabled val="1"/>
        </dgm:presLayoutVars>
      </dgm:prSet>
      <dgm:spPr/>
    </dgm:pt>
    <dgm:pt modelId="{3CD8ECC3-548D-4EC3-8829-B09865CFCC6E}" type="pres">
      <dgm:prSet presAssocID="{B83AF28A-610D-4679-B534-5CFA45E615F7}" presName="sibTrans" presStyleLbl="sibTrans2D1" presStyleIdx="2" presStyleCnt="3"/>
      <dgm:spPr/>
    </dgm:pt>
    <dgm:pt modelId="{5B1961B6-6CCD-42EE-B686-5086C0F19AC2}" type="pres">
      <dgm:prSet presAssocID="{B83AF28A-610D-4679-B534-5CFA45E615F7}" presName="connTx" presStyleLbl="sibTrans2D1" presStyleIdx="2" presStyleCnt="3"/>
      <dgm:spPr/>
    </dgm:pt>
    <dgm:pt modelId="{7CACAC30-F5E6-40FF-B18A-46CA03E89373}" type="pres">
      <dgm:prSet presAssocID="{32D6190F-4767-4649-BE5A-0F9C11B3A69A}" presName="composite" presStyleCnt="0"/>
      <dgm:spPr/>
    </dgm:pt>
    <dgm:pt modelId="{B8B68C7A-814D-447F-8C41-86602DC876DF}" type="pres">
      <dgm:prSet presAssocID="{32D6190F-4767-4649-BE5A-0F9C11B3A69A}" presName="parTx" presStyleLbl="node1" presStyleIdx="2" presStyleCnt="4">
        <dgm:presLayoutVars>
          <dgm:chMax val="0"/>
          <dgm:chPref val="0"/>
          <dgm:bulletEnabled val="1"/>
        </dgm:presLayoutVars>
      </dgm:prSet>
      <dgm:spPr/>
    </dgm:pt>
    <dgm:pt modelId="{B1A4AE96-0FE4-4928-9592-EF5BA923F66B}" type="pres">
      <dgm:prSet presAssocID="{32D6190F-4767-4649-BE5A-0F9C11B3A69A}" presName="parSh" presStyleLbl="node1" presStyleIdx="3" presStyleCnt="4"/>
      <dgm:spPr/>
    </dgm:pt>
    <dgm:pt modelId="{8192E92B-4820-4CA2-9E2B-A295983C2B73}" type="pres">
      <dgm:prSet presAssocID="{32D6190F-4767-4649-BE5A-0F9C11B3A69A}" presName="desTx" presStyleLbl="fgAcc1" presStyleIdx="3" presStyleCnt="4">
        <dgm:presLayoutVars>
          <dgm:bulletEnabled val="1"/>
        </dgm:presLayoutVars>
      </dgm:prSet>
      <dgm:spPr/>
    </dgm:pt>
  </dgm:ptLst>
  <dgm:cxnLst>
    <dgm:cxn modelId="{924EE708-0376-446C-8308-A53A0531FB65}" type="presOf" srcId="{42ED2372-18FC-4FE9-8E4F-A870BF47C8AA}" destId="{61E2D030-3964-43CA-8D11-BE5886C59F22}" srcOrd="0" destOrd="0" presId="urn:microsoft.com/office/officeart/2005/8/layout/process3"/>
    <dgm:cxn modelId="{F86D7C0A-D36F-4471-810A-BAFE78239D00}" srcId="{F38F0281-0261-433F-ACFA-5F199653A924}" destId="{2723F57E-15EE-4CE7-9C11-85A1FEB862C2}" srcOrd="1" destOrd="0" parTransId="{B9901BE4-4E23-4276-8B07-2E5F16730CFC}" sibTransId="{D8FB5DD0-67D1-477F-A8DE-FE5CCDC6DE02}"/>
    <dgm:cxn modelId="{B6AE4F12-6783-4C92-A46A-F3BAA0B8BE1F}" type="presOf" srcId="{1FA34AEA-605A-4EAD-A28E-C10B32941EF6}" destId="{8192E92B-4820-4CA2-9E2B-A295983C2B73}" srcOrd="0" destOrd="2" presId="urn:microsoft.com/office/officeart/2005/8/layout/process3"/>
    <dgm:cxn modelId="{F2D6001B-028C-4E01-81CB-135B9261574B}" type="presOf" srcId="{5D322CB5-286E-4B8A-AF3E-F30CA6030E59}" destId="{ED13F3C7-C6BB-4899-BCA0-806E4049C3A4}" srcOrd="0" destOrd="0" presId="urn:microsoft.com/office/officeart/2005/8/layout/process3"/>
    <dgm:cxn modelId="{D5113F1D-FD39-41C5-A1FE-EB2B30D9073A}" srcId="{F3B68917-D6B3-43C5-B422-86FC9E77744D}" destId="{42ED2372-18FC-4FE9-8E4F-A870BF47C8AA}" srcOrd="2" destOrd="0" parTransId="{63CA1018-F9CF-454B-9C65-8883D97795B3}" sibTransId="{B83AF28A-610D-4679-B534-5CFA45E615F7}"/>
    <dgm:cxn modelId="{AB0B451F-1967-47CC-BD18-0E9EC9A60740}" type="presOf" srcId="{F38F0281-0261-433F-ACFA-5F199653A924}" destId="{CEE1CB9A-F3C9-4F17-B125-522FD5B157FB}" srcOrd="1" destOrd="0" presId="urn:microsoft.com/office/officeart/2005/8/layout/process3"/>
    <dgm:cxn modelId="{33ADDE24-4B61-4D8B-8508-48DCC2467EC6}" type="presOf" srcId="{42ED2372-18FC-4FE9-8E4F-A870BF47C8AA}" destId="{1CDEFFE7-2534-4AEE-B693-414FBFC9BB07}" srcOrd="1" destOrd="0" presId="urn:microsoft.com/office/officeart/2005/8/layout/process3"/>
    <dgm:cxn modelId="{2D05AD28-73A5-48C7-AEA3-7E02D367C56B}" type="presOf" srcId="{4418DC54-D20E-4FC1-9986-AD156EB1D6C2}" destId="{BD863B3C-8C8F-45F3-8BD5-2A0DA56BBD38}" srcOrd="0" destOrd="0" presId="urn:microsoft.com/office/officeart/2005/8/layout/process3"/>
    <dgm:cxn modelId="{181AF65F-1824-4A91-9B73-AB4391483AAD}" type="presOf" srcId="{B83AF28A-610D-4679-B534-5CFA45E615F7}" destId="{3CD8ECC3-548D-4EC3-8829-B09865CFCC6E}" srcOrd="0" destOrd="0" presId="urn:microsoft.com/office/officeart/2005/8/layout/process3"/>
    <dgm:cxn modelId="{8126C360-9E60-4CE4-96D8-93948704F557}" type="presOf" srcId="{52619EF9-B4F4-4099-A9A3-7FB9F9D51108}" destId="{A9304731-8AAD-43AB-BE94-CBFA256267E2}" srcOrd="1" destOrd="0" presId="urn:microsoft.com/office/officeart/2005/8/layout/process3"/>
    <dgm:cxn modelId="{EDEFB963-1D75-4208-BC28-BC11FD4378CC}" srcId="{F38F0281-0261-433F-ACFA-5F199653A924}" destId="{4418DC54-D20E-4FC1-9986-AD156EB1D6C2}" srcOrd="0" destOrd="0" parTransId="{D3C5A6AB-BC25-4E1B-B0EF-72C0DD6DE7B9}" sibTransId="{360DF49B-E2D6-477D-B63E-5E7EDD21464C}"/>
    <dgm:cxn modelId="{73F9B948-9056-4E50-B730-0EFBD8D219F5}" srcId="{52619EF9-B4F4-4099-A9A3-7FB9F9D51108}" destId="{AE1694BB-7A59-4858-BA43-580FE4943C2F}" srcOrd="0" destOrd="0" parTransId="{B94646BF-2A06-41D4-AFBE-24C1986561CD}" sibTransId="{93D23F78-2FA0-49EF-9F1A-5246CCDDE872}"/>
    <dgm:cxn modelId="{08C8034B-62A2-4744-8E6C-8FFED80968BE}" type="presOf" srcId="{D83B5135-ECB6-4445-A60B-1A4F1C85AEE5}" destId="{A976B848-F259-4F60-BFF6-9BFA5D8CBB82}" srcOrd="0" destOrd="1" presId="urn:microsoft.com/office/officeart/2005/8/layout/process3"/>
    <dgm:cxn modelId="{9F71D46B-10E9-44D1-884A-6117DF5FD507}" type="presOf" srcId="{9C792575-E15B-4A75-A482-EBD6C59E975C}" destId="{CFED2A21-FF24-4036-B6A4-9FC2E67E03F9}" srcOrd="0" destOrd="0" presId="urn:microsoft.com/office/officeart/2005/8/layout/process3"/>
    <dgm:cxn modelId="{46DB3553-D007-4711-8D06-CE966CC2492E}" type="presOf" srcId="{52619EF9-B4F4-4099-A9A3-7FB9F9D51108}" destId="{2BB62BFA-9587-41A2-99C6-AF4A87846925}" srcOrd="0" destOrd="0" presId="urn:microsoft.com/office/officeart/2005/8/layout/process3"/>
    <dgm:cxn modelId="{27635A57-DD11-4232-8E9A-5313A92C74A9}" type="presOf" srcId="{0C7651FC-5D47-44AD-A117-9C9DE90DFE99}" destId="{CFED2A21-FF24-4036-B6A4-9FC2E67E03F9}" srcOrd="0" destOrd="1" presId="urn:microsoft.com/office/officeart/2005/8/layout/process3"/>
    <dgm:cxn modelId="{BADE1978-BF37-4E93-B654-E8936DE6353E}" srcId="{F3B68917-D6B3-43C5-B422-86FC9E77744D}" destId="{32D6190F-4767-4649-BE5A-0F9C11B3A69A}" srcOrd="3" destOrd="0" parTransId="{8CBF3058-EFAA-4F01-8421-78C35E4364E7}" sibTransId="{63E93536-3C1A-4FFA-90BE-5EF2B458D3BF}"/>
    <dgm:cxn modelId="{1C845879-8F2A-4A7B-BA19-A0A6B83D353B}" srcId="{32D6190F-4767-4649-BE5A-0F9C11B3A69A}" destId="{1FA34AEA-605A-4EAD-A28E-C10B32941EF6}" srcOrd="2" destOrd="0" parTransId="{8C91FA00-2AAC-4B27-A876-269E627FE89C}" sibTransId="{B4B88BE5-1C19-4D97-914C-DFB8CAA5BBDF}"/>
    <dgm:cxn modelId="{B40A188E-2E48-4FB0-AFF7-9C376BFEF438}" type="presOf" srcId="{D6BA6DF2-F428-47C1-8430-E3AD25A20AE9}" destId="{2DF53310-AFF0-4340-940F-31B33F240C93}" srcOrd="1" destOrd="0" presId="urn:microsoft.com/office/officeart/2005/8/layout/process3"/>
    <dgm:cxn modelId="{AD93AB9B-361B-439A-A399-F1EE35124E4F}" type="presOf" srcId="{2287BB99-35E9-4D9A-875E-5CCE11EB2F3F}" destId="{8192E92B-4820-4CA2-9E2B-A295983C2B73}" srcOrd="0" destOrd="1" presId="urn:microsoft.com/office/officeart/2005/8/layout/process3"/>
    <dgm:cxn modelId="{F0812D9F-F4C9-44AE-B8CB-C47F4355D798}" srcId="{42ED2372-18FC-4FE9-8E4F-A870BF47C8AA}" destId="{0C7651FC-5D47-44AD-A117-9C9DE90DFE99}" srcOrd="1" destOrd="0" parTransId="{0A91FFF2-F576-4A71-9271-DF85DDDA0FAB}" sibTransId="{CA0ECA37-4EB5-4A9D-88A3-3895DA04E5CF}"/>
    <dgm:cxn modelId="{167962A3-F579-478F-B8CD-52B85A66811F}" type="presOf" srcId="{32D6190F-4767-4649-BE5A-0F9C11B3A69A}" destId="{B8B68C7A-814D-447F-8C41-86602DC876DF}" srcOrd="0" destOrd="0" presId="urn:microsoft.com/office/officeart/2005/8/layout/process3"/>
    <dgm:cxn modelId="{904456A4-639B-4805-BED4-5F3C3156D28D}" type="presOf" srcId="{1DD60988-74B5-4819-A358-81E017CE0EAD}" destId="{8192E92B-4820-4CA2-9E2B-A295983C2B73}" srcOrd="0" destOrd="0" presId="urn:microsoft.com/office/officeart/2005/8/layout/process3"/>
    <dgm:cxn modelId="{4900B2A4-752D-4E20-89FC-10CDA15114D5}" type="presOf" srcId="{B83AF28A-610D-4679-B534-5CFA45E615F7}" destId="{5B1961B6-6CCD-42EE-B686-5086C0F19AC2}" srcOrd="1" destOrd="0" presId="urn:microsoft.com/office/officeart/2005/8/layout/process3"/>
    <dgm:cxn modelId="{EC2E44AC-A13F-4C4B-8590-AB398D6259F1}" type="presOf" srcId="{F38F0281-0261-433F-ACFA-5F199653A924}" destId="{C727E541-64AC-4055-8C4E-1213E542F950}" srcOrd="0" destOrd="0" presId="urn:microsoft.com/office/officeart/2005/8/layout/process3"/>
    <dgm:cxn modelId="{665F6DB1-6467-4CA0-847A-167101619A3C}" srcId="{52619EF9-B4F4-4099-A9A3-7FB9F9D51108}" destId="{D83B5135-ECB6-4445-A60B-1A4F1C85AEE5}" srcOrd="1" destOrd="0" parTransId="{ED9B3B5F-7ED2-409F-B3CA-11C296B79C2E}" sibTransId="{63DB7683-E372-4EE6-8B41-60B59C9C51CA}"/>
    <dgm:cxn modelId="{5A17E2B1-2602-45C0-83DA-83FE3F64EE73}" type="presOf" srcId="{32D6190F-4767-4649-BE5A-0F9C11B3A69A}" destId="{B1A4AE96-0FE4-4928-9592-EF5BA923F66B}" srcOrd="1" destOrd="0" presId="urn:microsoft.com/office/officeart/2005/8/layout/process3"/>
    <dgm:cxn modelId="{56996AB3-C861-4C19-986C-5B3363103965}" srcId="{32D6190F-4767-4649-BE5A-0F9C11B3A69A}" destId="{2287BB99-35E9-4D9A-875E-5CCE11EB2F3F}" srcOrd="1" destOrd="0" parTransId="{4578ABE4-A490-456F-A479-8E8CA678CBB7}" sibTransId="{3CAFC711-8097-404F-AC88-AF076A6700DD}"/>
    <dgm:cxn modelId="{973163C3-17DF-4E62-B46F-43276B7006E1}" srcId="{32D6190F-4767-4649-BE5A-0F9C11B3A69A}" destId="{1DD60988-74B5-4819-A358-81E017CE0EAD}" srcOrd="0" destOrd="0" parTransId="{D69C219A-5884-47B6-AEA4-49568551B2B5}" sibTransId="{BBE8B57F-F13A-4E62-BF94-9BF2ACE89820}"/>
    <dgm:cxn modelId="{E15047CC-278A-4E57-A187-DBC8472B5668}" type="presOf" srcId="{4950A843-B21A-4D71-A638-D332D5A5F659}" destId="{CFED2A21-FF24-4036-B6A4-9FC2E67E03F9}" srcOrd="0" destOrd="2" presId="urn:microsoft.com/office/officeart/2005/8/layout/process3"/>
    <dgm:cxn modelId="{717C58D0-CB73-4105-B8EE-F15E6D007B10}" type="presOf" srcId="{5D322CB5-286E-4B8A-AF3E-F30CA6030E59}" destId="{84AE378D-614A-4343-8FF1-8DCB1A345347}" srcOrd="1" destOrd="0" presId="urn:microsoft.com/office/officeart/2005/8/layout/process3"/>
    <dgm:cxn modelId="{3E0A29D1-2977-40F4-89D8-994962CBAF2E}" srcId="{F3B68917-D6B3-43C5-B422-86FC9E77744D}" destId="{F38F0281-0261-433F-ACFA-5F199653A924}" srcOrd="1" destOrd="0" parTransId="{CEA56200-EC22-45F3-A10A-20A5F5EF0F5D}" sibTransId="{D6BA6DF2-F428-47C1-8430-E3AD25A20AE9}"/>
    <dgm:cxn modelId="{4F9069D8-FFE9-4A7A-BD9F-2E545D936235}" type="presOf" srcId="{AE1694BB-7A59-4858-BA43-580FE4943C2F}" destId="{A976B848-F259-4F60-BFF6-9BFA5D8CBB82}" srcOrd="0" destOrd="0" presId="urn:microsoft.com/office/officeart/2005/8/layout/process3"/>
    <dgm:cxn modelId="{991C27DC-6A40-4B60-91B7-B5AD92E895BA}" srcId="{F3B68917-D6B3-43C5-B422-86FC9E77744D}" destId="{52619EF9-B4F4-4099-A9A3-7FB9F9D51108}" srcOrd="0" destOrd="0" parTransId="{5EC21A4C-55F6-4127-BFA5-B18D4D9A8818}" sibTransId="{5D322CB5-286E-4B8A-AF3E-F30CA6030E59}"/>
    <dgm:cxn modelId="{58B26EDE-875C-44F1-9185-54FB93242FCC}" type="presOf" srcId="{F3B68917-D6B3-43C5-B422-86FC9E77744D}" destId="{97CFE2E0-1E7E-42CC-B1D4-C005FF35A99F}" srcOrd="0" destOrd="0" presId="urn:microsoft.com/office/officeart/2005/8/layout/process3"/>
    <dgm:cxn modelId="{EEA332E0-3CF3-4CC8-B99D-2428B3A55EA4}" srcId="{42ED2372-18FC-4FE9-8E4F-A870BF47C8AA}" destId="{4950A843-B21A-4D71-A638-D332D5A5F659}" srcOrd="2" destOrd="0" parTransId="{CB3C8C05-6875-4F9B-BADB-5B02B4E0DC15}" sibTransId="{6BB80B4A-B4E7-47D2-8DFD-4605338CC794}"/>
    <dgm:cxn modelId="{D300F5E1-99D1-4E77-AD90-160531AAF184}" type="presOf" srcId="{2723F57E-15EE-4CE7-9C11-85A1FEB862C2}" destId="{BD863B3C-8C8F-45F3-8BD5-2A0DA56BBD38}" srcOrd="0" destOrd="1" presId="urn:microsoft.com/office/officeart/2005/8/layout/process3"/>
    <dgm:cxn modelId="{92FAF1E4-15ED-470D-8F61-C77A2744F6B8}" srcId="{42ED2372-18FC-4FE9-8E4F-A870BF47C8AA}" destId="{9C792575-E15B-4A75-A482-EBD6C59E975C}" srcOrd="0" destOrd="0" parTransId="{C932FF44-811D-4E16-BED9-2A30BA8BE2AA}" sibTransId="{A71B9979-92D6-4605-8768-30DE500C9C45}"/>
    <dgm:cxn modelId="{30DA4AF4-A48D-46AA-8750-5C0816BECFB1}" type="presOf" srcId="{D6BA6DF2-F428-47C1-8430-E3AD25A20AE9}" destId="{2BEBB837-A90D-436C-AFFB-AE6594961A31}" srcOrd="0" destOrd="0" presId="urn:microsoft.com/office/officeart/2005/8/layout/process3"/>
    <dgm:cxn modelId="{091B7EB8-08C2-42FA-B582-C686E1928B54}" type="presParOf" srcId="{97CFE2E0-1E7E-42CC-B1D4-C005FF35A99F}" destId="{59651D9D-97A3-4E84-B0AD-152DE4C302F7}" srcOrd="0" destOrd="0" presId="urn:microsoft.com/office/officeart/2005/8/layout/process3"/>
    <dgm:cxn modelId="{98D56675-6CD8-4778-A920-A8A9C175106B}" type="presParOf" srcId="{59651D9D-97A3-4E84-B0AD-152DE4C302F7}" destId="{2BB62BFA-9587-41A2-99C6-AF4A87846925}" srcOrd="0" destOrd="0" presId="urn:microsoft.com/office/officeart/2005/8/layout/process3"/>
    <dgm:cxn modelId="{58267514-1E94-42BE-8DF0-054F745D8210}" type="presParOf" srcId="{59651D9D-97A3-4E84-B0AD-152DE4C302F7}" destId="{A9304731-8AAD-43AB-BE94-CBFA256267E2}" srcOrd="1" destOrd="0" presId="urn:microsoft.com/office/officeart/2005/8/layout/process3"/>
    <dgm:cxn modelId="{FD58CF7F-2BD9-4447-9C7F-85C7C6055753}" type="presParOf" srcId="{59651D9D-97A3-4E84-B0AD-152DE4C302F7}" destId="{A976B848-F259-4F60-BFF6-9BFA5D8CBB82}" srcOrd="2" destOrd="0" presId="urn:microsoft.com/office/officeart/2005/8/layout/process3"/>
    <dgm:cxn modelId="{5D65590B-3600-4438-BCF1-090C5D257EC4}" type="presParOf" srcId="{97CFE2E0-1E7E-42CC-B1D4-C005FF35A99F}" destId="{ED13F3C7-C6BB-4899-BCA0-806E4049C3A4}" srcOrd="1" destOrd="0" presId="urn:microsoft.com/office/officeart/2005/8/layout/process3"/>
    <dgm:cxn modelId="{FB661644-6DC4-4CBA-AD7B-B5C750052D5E}" type="presParOf" srcId="{ED13F3C7-C6BB-4899-BCA0-806E4049C3A4}" destId="{84AE378D-614A-4343-8FF1-8DCB1A345347}" srcOrd="0" destOrd="0" presId="urn:microsoft.com/office/officeart/2005/8/layout/process3"/>
    <dgm:cxn modelId="{D7160A81-CA80-4EE3-8D92-8E3E5120CD38}" type="presParOf" srcId="{97CFE2E0-1E7E-42CC-B1D4-C005FF35A99F}" destId="{6F262EDA-2B4C-4946-A514-927DB1B5B8C9}" srcOrd="2" destOrd="0" presId="urn:microsoft.com/office/officeart/2005/8/layout/process3"/>
    <dgm:cxn modelId="{476F9CB6-8150-401B-B3E3-37B6A02C35B6}" type="presParOf" srcId="{6F262EDA-2B4C-4946-A514-927DB1B5B8C9}" destId="{C727E541-64AC-4055-8C4E-1213E542F950}" srcOrd="0" destOrd="0" presId="urn:microsoft.com/office/officeart/2005/8/layout/process3"/>
    <dgm:cxn modelId="{F8F19246-C92E-46BC-9E01-94E7A368884C}" type="presParOf" srcId="{6F262EDA-2B4C-4946-A514-927DB1B5B8C9}" destId="{CEE1CB9A-F3C9-4F17-B125-522FD5B157FB}" srcOrd="1" destOrd="0" presId="urn:microsoft.com/office/officeart/2005/8/layout/process3"/>
    <dgm:cxn modelId="{5D438D3D-7BB7-4B1E-A718-7A5F96BF0C62}" type="presParOf" srcId="{6F262EDA-2B4C-4946-A514-927DB1B5B8C9}" destId="{BD863B3C-8C8F-45F3-8BD5-2A0DA56BBD38}" srcOrd="2" destOrd="0" presId="urn:microsoft.com/office/officeart/2005/8/layout/process3"/>
    <dgm:cxn modelId="{CD4BD146-9A8C-42FD-B8B3-F954CBC2D103}" type="presParOf" srcId="{97CFE2E0-1E7E-42CC-B1D4-C005FF35A99F}" destId="{2BEBB837-A90D-436C-AFFB-AE6594961A31}" srcOrd="3" destOrd="0" presId="urn:microsoft.com/office/officeart/2005/8/layout/process3"/>
    <dgm:cxn modelId="{187BD159-A946-4EEE-9F43-207098B0FC62}" type="presParOf" srcId="{2BEBB837-A90D-436C-AFFB-AE6594961A31}" destId="{2DF53310-AFF0-4340-940F-31B33F240C93}" srcOrd="0" destOrd="0" presId="urn:microsoft.com/office/officeart/2005/8/layout/process3"/>
    <dgm:cxn modelId="{533F3316-A6A0-404B-B077-4B579B8EB69B}" type="presParOf" srcId="{97CFE2E0-1E7E-42CC-B1D4-C005FF35A99F}" destId="{43B451B4-2E2C-4D0E-99D4-FCBAC197D00F}" srcOrd="4" destOrd="0" presId="urn:microsoft.com/office/officeart/2005/8/layout/process3"/>
    <dgm:cxn modelId="{150C7D66-25D6-485E-9133-B94A6EBA113D}" type="presParOf" srcId="{43B451B4-2E2C-4D0E-99D4-FCBAC197D00F}" destId="{61E2D030-3964-43CA-8D11-BE5886C59F22}" srcOrd="0" destOrd="0" presId="urn:microsoft.com/office/officeart/2005/8/layout/process3"/>
    <dgm:cxn modelId="{66541D60-2894-406A-8971-2EE85C8C7095}" type="presParOf" srcId="{43B451B4-2E2C-4D0E-99D4-FCBAC197D00F}" destId="{1CDEFFE7-2534-4AEE-B693-414FBFC9BB07}" srcOrd="1" destOrd="0" presId="urn:microsoft.com/office/officeart/2005/8/layout/process3"/>
    <dgm:cxn modelId="{621F5512-7357-4BC6-8ECD-F9AEE637C3E0}" type="presParOf" srcId="{43B451B4-2E2C-4D0E-99D4-FCBAC197D00F}" destId="{CFED2A21-FF24-4036-B6A4-9FC2E67E03F9}" srcOrd="2" destOrd="0" presId="urn:microsoft.com/office/officeart/2005/8/layout/process3"/>
    <dgm:cxn modelId="{3A308152-E3E1-494D-8D62-0BF8C2B24CC1}" type="presParOf" srcId="{97CFE2E0-1E7E-42CC-B1D4-C005FF35A99F}" destId="{3CD8ECC3-548D-4EC3-8829-B09865CFCC6E}" srcOrd="5" destOrd="0" presId="urn:microsoft.com/office/officeart/2005/8/layout/process3"/>
    <dgm:cxn modelId="{37A8100D-70CE-4C39-BB4D-7F322D170177}" type="presParOf" srcId="{3CD8ECC3-548D-4EC3-8829-B09865CFCC6E}" destId="{5B1961B6-6CCD-42EE-B686-5086C0F19AC2}" srcOrd="0" destOrd="0" presId="urn:microsoft.com/office/officeart/2005/8/layout/process3"/>
    <dgm:cxn modelId="{EFED7108-7A3F-4F71-9363-32E8CFAB5DB1}" type="presParOf" srcId="{97CFE2E0-1E7E-42CC-B1D4-C005FF35A99F}" destId="{7CACAC30-F5E6-40FF-B18A-46CA03E89373}" srcOrd="6" destOrd="0" presId="urn:microsoft.com/office/officeart/2005/8/layout/process3"/>
    <dgm:cxn modelId="{2C2D6283-B702-4A8A-BA15-CF8707BD311E}" type="presParOf" srcId="{7CACAC30-F5E6-40FF-B18A-46CA03E89373}" destId="{B8B68C7A-814D-447F-8C41-86602DC876DF}" srcOrd="0" destOrd="0" presId="urn:microsoft.com/office/officeart/2005/8/layout/process3"/>
    <dgm:cxn modelId="{10DFEDFA-E14A-498B-A39B-F220970AC51E}" type="presParOf" srcId="{7CACAC30-F5E6-40FF-B18A-46CA03E89373}" destId="{B1A4AE96-0FE4-4928-9592-EF5BA923F66B}" srcOrd="1" destOrd="0" presId="urn:microsoft.com/office/officeart/2005/8/layout/process3"/>
    <dgm:cxn modelId="{9167B8A9-E2A3-42B3-BE24-493AE67B0D6D}" type="presParOf" srcId="{7CACAC30-F5E6-40FF-B18A-46CA03E89373}" destId="{8192E92B-4820-4CA2-9E2B-A295983C2B73}" srcOrd="2" destOrd="0" presId="urn:microsoft.com/office/officeart/2005/8/layout/process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A84142-7017-464F-85AA-2602EF9A423C}">
      <dsp:nvSpPr>
        <dsp:cNvPr id="0" name=""/>
        <dsp:cNvSpPr/>
      </dsp:nvSpPr>
      <dsp:spPr>
        <a:xfrm rot="5400000">
          <a:off x="-374328" y="1438591"/>
          <a:ext cx="1654072" cy="199667"/>
        </a:xfrm>
        <a:prstGeom prst="rect">
          <a:avLst/>
        </a:prstGeom>
        <a:solidFill>
          <a:schemeClr val="accent3"/>
        </a:solidFill>
        <a:ln>
          <a:noFill/>
        </a:ln>
        <a:effectLst/>
      </dsp:spPr>
      <dsp:style>
        <a:lnRef idx="0">
          <a:scrgbClr r="0" g="0" b="0"/>
        </a:lnRef>
        <a:fillRef idx="1">
          <a:scrgbClr r="0" g="0" b="0"/>
        </a:fillRef>
        <a:effectRef idx="0">
          <a:scrgbClr r="0" g="0" b="0"/>
        </a:effectRef>
        <a:fontRef idx="minor">
          <a:schemeClr val="lt1"/>
        </a:fontRef>
      </dsp:style>
    </dsp:sp>
    <dsp:sp modelId="{6589A403-C0A8-4423-BFDD-807E44A9A8A2}">
      <dsp:nvSpPr>
        <dsp:cNvPr id="0" name=""/>
        <dsp:cNvSpPr/>
      </dsp:nvSpPr>
      <dsp:spPr>
        <a:xfrm>
          <a:off x="4087" y="379875"/>
          <a:ext cx="2218531" cy="1331118"/>
        </a:xfrm>
        <a:prstGeom prst="roundRect">
          <a:avLst>
            <a:gd name="adj" fmla="val 10000"/>
          </a:avLst>
        </a:prstGeom>
        <a:solidFill>
          <a:schemeClr val="accent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Clearinghouses and 3</a:t>
          </a:r>
          <a:r>
            <a:rPr lang="en-US" sz="1500" kern="1200" baseline="30000"/>
            <a:t>rd</a:t>
          </a:r>
          <a:r>
            <a:rPr lang="en-US" sz="1500" kern="1200"/>
            <a:t> party Vendors/Partners send 837 files containing claims to SFTP</a:t>
          </a:r>
        </a:p>
      </dsp:txBody>
      <dsp:txXfrm>
        <a:off x="43074" y="418862"/>
        <a:ext cx="2140557" cy="1253144"/>
      </dsp:txXfrm>
    </dsp:sp>
    <dsp:sp modelId="{9781C254-A093-45BF-A170-2CD84F5534B8}">
      <dsp:nvSpPr>
        <dsp:cNvPr id="0" name=""/>
        <dsp:cNvSpPr/>
      </dsp:nvSpPr>
      <dsp:spPr>
        <a:xfrm rot="5400000">
          <a:off x="-374328" y="3102489"/>
          <a:ext cx="1654072" cy="199667"/>
        </a:xfrm>
        <a:prstGeom prst="rect">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B15FF5B-C2C9-4980-862E-2C6D27760CB7}">
      <dsp:nvSpPr>
        <dsp:cNvPr id="0" name=""/>
        <dsp:cNvSpPr/>
      </dsp:nvSpPr>
      <dsp:spPr>
        <a:xfrm>
          <a:off x="4087" y="2043774"/>
          <a:ext cx="2218531" cy="1331118"/>
        </a:xfrm>
        <a:prstGeom prst="roundRect">
          <a:avLst>
            <a:gd name="adj" fmla="val 10000"/>
          </a:avLst>
        </a:prstGeom>
        <a:solidFill>
          <a:schemeClr val="accent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Axway picks those files up and delivers them to their respective Production Location</a:t>
          </a:r>
        </a:p>
      </dsp:txBody>
      <dsp:txXfrm>
        <a:off x="43074" y="2082761"/>
        <a:ext cx="2140557" cy="1253144"/>
      </dsp:txXfrm>
    </dsp:sp>
    <dsp:sp modelId="{CFF38CEB-9A4A-4434-9DD0-C532C8262991}">
      <dsp:nvSpPr>
        <dsp:cNvPr id="0" name=""/>
        <dsp:cNvSpPr/>
      </dsp:nvSpPr>
      <dsp:spPr>
        <a:xfrm>
          <a:off x="457620" y="3934438"/>
          <a:ext cx="2940820" cy="199667"/>
        </a:xfrm>
        <a:prstGeom prst="rect">
          <a:avLst/>
        </a:prstGeom>
        <a:solidFill>
          <a:schemeClr val="accent2"/>
        </a:solidFill>
        <a:ln>
          <a:noFill/>
        </a:ln>
        <a:effectLst/>
      </dsp:spPr>
      <dsp:style>
        <a:lnRef idx="0">
          <a:scrgbClr r="0" g="0" b="0"/>
        </a:lnRef>
        <a:fillRef idx="0">
          <a:scrgbClr r="0" g="0" b="0"/>
        </a:fillRef>
        <a:effectRef idx="0">
          <a:scrgbClr r="0" g="0" b="0"/>
        </a:effectRef>
        <a:fontRef idx="minor">
          <a:schemeClr val="lt1"/>
        </a:fontRef>
      </dsp:style>
    </dsp:sp>
    <dsp:sp modelId="{E0CFDF7F-D1F1-4E5B-9464-2C3BFA362973}">
      <dsp:nvSpPr>
        <dsp:cNvPr id="0" name=""/>
        <dsp:cNvSpPr/>
      </dsp:nvSpPr>
      <dsp:spPr>
        <a:xfrm>
          <a:off x="4087" y="3707672"/>
          <a:ext cx="2218531" cy="1331118"/>
        </a:xfrm>
        <a:prstGeom prst="roundRect">
          <a:avLst>
            <a:gd name="adj" fmla="val 10000"/>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837 files go through OTVM</a:t>
          </a:r>
        </a:p>
      </dsp:txBody>
      <dsp:txXfrm>
        <a:off x="43074" y="3746659"/>
        <a:ext cx="2140557" cy="1253144"/>
      </dsp:txXfrm>
    </dsp:sp>
    <dsp:sp modelId="{7F52758A-B41F-4D31-8263-5AC27178E40B}">
      <dsp:nvSpPr>
        <dsp:cNvPr id="0" name=""/>
        <dsp:cNvSpPr/>
      </dsp:nvSpPr>
      <dsp:spPr>
        <a:xfrm rot="16200000">
          <a:off x="2576317" y="3102489"/>
          <a:ext cx="1654072" cy="199667"/>
        </a:xfrm>
        <a:prstGeom prst="rect">
          <a:avLst/>
        </a:prstGeom>
        <a:solidFill>
          <a:schemeClr val="accent2"/>
        </a:solidFill>
        <a:ln>
          <a:noFill/>
        </a:ln>
        <a:effectLst/>
      </dsp:spPr>
      <dsp:style>
        <a:lnRef idx="0">
          <a:scrgbClr r="0" g="0" b="0"/>
        </a:lnRef>
        <a:fillRef idx="0">
          <a:scrgbClr r="0" g="0" b="0"/>
        </a:fillRef>
        <a:effectRef idx="0">
          <a:scrgbClr r="0" g="0" b="0"/>
        </a:effectRef>
        <a:fontRef idx="minor">
          <a:schemeClr val="lt1"/>
        </a:fontRef>
      </dsp:style>
    </dsp:sp>
    <dsp:sp modelId="{05623CA9-E4FA-42C8-88BE-C381B6094368}">
      <dsp:nvSpPr>
        <dsp:cNvPr id="0" name=""/>
        <dsp:cNvSpPr/>
      </dsp:nvSpPr>
      <dsp:spPr>
        <a:xfrm>
          <a:off x="2954734" y="3707672"/>
          <a:ext cx="2218531" cy="1331118"/>
        </a:xfrm>
        <a:prstGeom prst="roundRect">
          <a:avLst>
            <a:gd name="adj" fmla="val 10000"/>
          </a:avLst>
        </a:prstGeom>
        <a:solidFill>
          <a:schemeClr val="accent2"/>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Accepted files (HIPAA Compliant) files are staged for PEGA CIRT process</a:t>
          </a:r>
        </a:p>
      </dsp:txBody>
      <dsp:txXfrm>
        <a:off x="2993721" y="3746659"/>
        <a:ext cx="2140557" cy="1253144"/>
      </dsp:txXfrm>
    </dsp:sp>
    <dsp:sp modelId="{D6CD4B62-DBB6-46B2-988D-63E476D367F4}">
      <dsp:nvSpPr>
        <dsp:cNvPr id="0" name=""/>
        <dsp:cNvSpPr/>
      </dsp:nvSpPr>
      <dsp:spPr>
        <a:xfrm rot="16200000">
          <a:off x="2576317" y="1438591"/>
          <a:ext cx="1654072" cy="199667"/>
        </a:xfrm>
        <a:prstGeom prst="rect">
          <a:avLst/>
        </a:prstGeom>
        <a:solidFill>
          <a:schemeClr val="accent6"/>
        </a:solidFill>
        <a:ln>
          <a:noFill/>
        </a:ln>
        <a:effectLst/>
      </dsp:spPr>
      <dsp:style>
        <a:lnRef idx="0">
          <a:scrgbClr r="0" g="0" b="0"/>
        </a:lnRef>
        <a:fillRef idx="0">
          <a:scrgbClr r="0" g="0" b="0"/>
        </a:fillRef>
        <a:effectRef idx="0">
          <a:scrgbClr r="0" g="0" b="0"/>
        </a:effectRef>
        <a:fontRef idx="minor">
          <a:schemeClr val="lt1"/>
        </a:fontRef>
      </dsp:style>
    </dsp:sp>
    <dsp:sp modelId="{A612F9A5-9B2D-4490-919C-AD24C708A1EA}">
      <dsp:nvSpPr>
        <dsp:cNvPr id="0" name=""/>
        <dsp:cNvSpPr/>
      </dsp:nvSpPr>
      <dsp:spPr>
        <a:xfrm>
          <a:off x="2954734" y="2043774"/>
          <a:ext cx="2218531" cy="1331118"/>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Claims are loaded into EDINET1P database. CIRT and Business Rules (ICP) are applied here.</a:t>
          </a:r>
        </a:p>
      </dsp:txBody>
      <dsp:txXfrm>
        <a:off x="2993721" y="2082761"/>
        <a:ext cx="2140557" cy="1253144"/>
      </dsp:txXfrm>
    </dsp:sp>
    <dsp:sp modelId="{E22F19DE-D6A4-475A-9720-2173C4FE7D3A}">
      <dsp:nvSpPr>
        <dsp:cNvPr id="0" name=""/>
        <dsp:cNvSpPr/>
      </dsp:nvSpPr>
      <dsp:spPr>
        <a:xfrm>
          <a:off x="3408266" y="606641"/>
          <a:ext cx="2940820" cy="199667"/>
        </a:xfrm>
        <a:prstGeom prst="rect">
          <a:avLst/>
        </a:prstGeom>
        <a:solidFill>
          <a:schemeClr val="accent5"/>
        </a:solidFill>
        <a:ln>
          <a:noFill/>
        </a:ln>
        <a:effectLst/>
      </dsp:spPr>
      <dsp:style>
        <a:lnRef idx="0">
          <a:scrgbClr r="0" g="0" b="0"/>
        </a:lnRef>
        <a:fillRef idx="0">
          <a:scrgbClr r="0" g="0" b="0"/>
        </a:fillRef>
        <a:effectRef idx="0">
          <a:scrgbClr r="0" g="0" b="0"/>
        </a:effectRef>
        <a:fontRef idx="minor">
          <a:schemeClr val="lt1"/>
        </a:fontRef>
      </dsp:style>
    </dsp:sp>
    <dsp:sp modelId="{376686BB-A3B6-4B13-9FDB-E4013A6915D3}">
      <dsp:nvSpPr>
        <dsp:cNvPr id="0" name=""/>
        <dsp:cNvSpPr/>
      </dsp:nvSpPr>
      <dsp:spPr>
        <a:xfrm>
          <a:off x="2954734" y="379875"/>
          <a:ext cx="2218531" cy="1331118"/>
        </a:xfrm>
        <a:prstGeom prst="roundRect">
          <a:avLst>
            <a:gd name="adj" fmla="val 10000"/>
          </a:avLst>
        </a:prstGeom>
        <a:solidFill>
          <a:schemeClr val="accent5"/>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Keywords are generated for the new day claims</a:t>
          </a:r>
        </a:p>
      </dsp:txBody>
      <dsp:txXfrm>
        <a:off x="2993721" y="418862"/>
        <a:ext cx="2140557" cy="1253144"/>
      </dsp:txXfrm>
    </dsp:sp>
    <dsp:sp modelId="{1699D6C9-0F2E-4F6B-8657-3AE70522CCAF}">
      <dsp:nvSpPr>
        <dsp:cNvPr id="0" name=""/>
        <dsp:cNvSpPr/>
      </dsp:nvSpPr>
      <dsp:spPr>
        <a:xfrm rot="5400000">
          <a:off x="5526964" y="1438591"/>
          <a:ext cx="1654072" cy="199667"/>
        </a:xfrm>
        <a:prstGeom prst="rect">
          <a:avLst/>
        </a:prstGeom>
        <a:solidFill>
          <a:schemeClr val="accent4"/>
        </a:solidFill>
        <a:ln>
          <a:noFill/>
        </a:ln>
        <a:effectLst/>
      </dsp:spPr>
      <dsp:style>
        <a:lnRef idx="0">
          <a:scrgbClr r="0" g="0" b="0"/>
        </a:lnRef>
        <a:fillRef idx="0">
          <a:scrgbClr r="0" g="0" b="0"/>
        </a:fillRef>
        <a:effectRef idx="0">
          <a:scrgbClr r="0" g="0" b="0"/>
        </a:effectRef>
        <a:fontRef idx="minor">
          <a:schemeClr val="lt1"/>
        </a:fontRef>
      </dsp:style>
    </dsp:sp>
    <dsp:sp modelId="{A4F1EF63-FBEB-4492-A7EC-742BFC4611C6}">
      <dsp:nvSpPr>
        <dsp:cNvPr id="0" name=""/>
        <dsp:cNvSpPr/>
      </dsp:nvSpPr>
      <dsp:spPr>
        <a:xfrm>
          <a:off x="5905380" y="379875"/>
          <a:ext cx="2218531" cy="1331118"/>
        </a:xfrm>
        <a:prstGeom prst="roundRect">
          <a:avLst>
            <a:gd name="adj" fmla="val 10000"/>
          </a:avLst>
        </a:prstGeom>
        <a:solidFill>
          <a:schemeClr val="accent4"/>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Claims are loaded into FACETS_XC</a:t>
          </a:r>
        </a:p>
      </dsp:txBody>
      <dsp:txXfrm>
        <a:off x="5944367" y="418862"/>
        <a:ext cx="2140557" cy="1253144"/>
      </dsp:txXfrm>
    </dsp:sp>
    <dsp:sp modelId="{9F3DB35F-9D40-48AC-B33B-AA4CD60C4F55}">
      <dsp:nvSpPr>
        <dsp:cNvPr id="0" name=""/>
        <dsp:cNvSpPr/>
      </dsp:nvSpPr>
      <dsp:spPr>
        <a:xfrm>
          <a:off x="5905380" y="2043774"/>
          <a:ext cx="2218531" cy="1331118"/>
        </a:xfrm>
        <a:prstGeom prst="roundRect">
          <a:avLst>
            <a:gd name="adj" fmla="val 10000"/>
          </a:avLst>
        </a:prstGeom>
        <a:solidFill>
          <a:schemeClr val="accent1"/>
        </a:solidFill>
        <a:ln>
          <a:noFill/>
        </a:ln>
        <a:effectLst/>
      </dsp:spPr>
      <dsp:style>
        <a:lnRef idx="0">
          <a:scrgbClr r="0" g="0" b="0"/>
        </a:lnRef>
        <a:fillRef idx="0">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Claims are loaded into GBD FACETS</a:t>
          </a:r>
        </a:p>
      </dsp:txBody>
      <dsp:txXfrm>
        <a:off x="5944367" y="2082761"/>
        <a:ext cx="2140557" cy="12531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A84142-7017-464F-85AA-2602EF9A423C}">
      <dsp:nvSpPr>
        <dsp:cNvPr id="0" name=""/>
        <dsp:cNvSpPr/>
      </dsp:nvSpPr>
      <dsp:spPr>
        <a:xfrm rot="5400000">
          <a:off x="-374328" y="1438591"/>
          <a:ext cx="1654072" cy="19966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589A403-C0A8-4423-BFDD-807E44A9A8A2}">
      <dsp:nvSpPr>
        <dsp:cNvPr id="0" name=""/>
        <dsp:cNvSpPr/>
      </dsp:nvSpPr>
      <dsp:spPr>
        <a:xfrm>
          <a:off x="4087" y="379875"/>
          <a:ext cx="2218531" cy="13311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Clearinghouses and 3</a:t>
          </a:r>
          <a:r>
            <a:rPr lang="en-US" sz="1500" kern="1200" baseline="30000"/>
            <a:t>rd</a:t>
          </a:r>
          <a:r>
            <a:rPr lang="en-US" sz="1500" kern="1200"/>
            <a:t> party Vendors/Partners send 837 files containing claims to SFTP</a:t>
          </a:r>
        </a:p>
      </dsp:txBody>
      <dsp:txXfrm>
        <a:off x="43074" y="418862"/>
        <a:ext cx="2140557" cy="1253144"/>
      </dsp:txXfrm>
    </dsp:sp>
    <dsp:sp modelId="{9781C254-A093-45BF-A170-2CD84F5534B8}">
      <dsp:nvSpPr>
        <dsp:cNvPr id="0" name=""/>
        <dsp:cNvSpPr/>
      </dsp:nvSpPr>
      <dsp:spPr>
        <a:xfrm rot="5400000">
          <a:off x="-374328" y="3102489"/>
          <a:ext cx="1654072" cy="19966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B15FF5B-C2C9-4980-862E-2C6D27760CB7}">
      <dsp:nvSpPr>
        <dsp:cNvPr id="0" name=""/>
        <dsp:cNvSpPr/>
      </dsp:nvSpPr>
      <dsp:spPr>
        <a:xfrm>
          <a:off x="4087" y="2043774"/>
          <a:ext cx="2218531" cy="13311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Axway picks those files up and delivers them to their respective Production Location</a:t>
          </a:r>
        </a:p>
      </dsp:txBody>
      <dsp:txXfrm>
        <a:off x="43074" y="2082761"/>
        <a:ext cx="2140557" cy="1253144"/>
      </dsp:txXfrm>
    </dsp:sp>
    <dsp:sp modelId="{CFF38CEB-9A4A-4434-9DD0-C532C8262991}">
      <dsp:nvSpPr>
        <dsp:cNvPr id="0" name=""/>
        <dsp:cNvSpPr/>
      </dsp:nvSpPr>
      <dsp:spPr>
        <a:xfrm>
          <a:off x="457620" y="3934438"/>
          <a:ext cx="2940820" cy="19966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0CFDF7F-D1F1-4E5B-9464-2C3BFA362973}">
      <dsp:nvSpPr>
        <dsp:cNvPr id="0" name=""/>
        <dsp:cNvSpPr/>
      </dsp:nvSpPr>
      <dsp:spPr>
        <a:xfrm>
          <a:off x="4087" y="3707672"/>
          <a:ext cx="2218531" cy="13311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837 files go through OTVM</a:t>
          </a:r>
        </a:p>
      </dsp:txBody>
      <dsp:txXfrm>
        <a:off x="43074" y="3746659"/>
        <a:ext cx="2140557" cy="1253144"/>
      </dsp:txXfrm>
    </dsp:sp>
    <dsp:sp modelId="{7F52758A-B41F-4D31-8263-5AC27178E40B}">
      <dsp:nvSpPr>
        <dsp:cNvPr id="0" name=""/>
        <dsp:cNvSpPr/>
      </dsp:nvSpPr>
      <dsp:spPr>
        <a:xfrm rot="16200000">
          <a:off x="2576317" y="3102489"/>
          <a:ext cx="1654072" cy="19966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5623CA9-E4FA-42C8-88BE-C381B6094368}">
      <dsp:nvSpPr>
        <dsp:cNvPr id="0" name=""/>
        <dsp:cNvSpPr/>
      </dsp:nvSpPr>
      <dsp:spPr>
        <a:xfrm>
          <a:off x="2954734" y="3707672"/>
          <a:ext cx="2218531" cy="13311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Accepted files (HIPAA Compliant) files are staged for PEGA CIRT process</a:t>
          </a:r>
        </a:p>
      </dsp:txBody>
      <dsp:txXfrm>
        <a:off x="2993721" y="3746659"/>
        <a:ext cx="2140557" cy="1253144"/>
      </dsp:txXfrm>
    </dsp:sp>
    <dsp:sp modelId="{D6CD4B62-DBB6-46B2-988D-63E476D367F4}">
      <dsp:nvSpPr>
        <dsp:cNvPr id="0" name=""/>
        <dsp:cNvSpPr/>
      </dsp:nvSpPr>
      <dsp:spPr>
        <a:xfrm rot="16200000">
          <a:off x="2576317" y="1438591"/>
          <a:ext cx="1654072" cy="19966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612F9A5-9B2D-4490-919C-AD24C708A1EA}">
      <dsp:nvSpPr>
        <dsp:cNvPr id="0" name=""/>
        <dsp:cNvSpPr/>
      </dsp:nvSpPr>
      <dsp:spPr>
        <a:xfrm>
          <a:off x="2954734" y="2043774"/>
          <a:ext cx="2218531" cy="13311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Claims are loaded into EDINET1P database. CIRT and Business Rules (ICP) are applied here.</a:t>
          </a:r>
        </a:p>
      </dsp:txBody>
      <dsp:txXfrm>
        <a:off x="2993721" y="2082761"/>
        <a:ext cx="2140557" cy="1253144"/>
      </dsp:txXfrm>
    </dsp:sp>
    <dsp:sp modelId="{E22F19DE-D6A4-475A-9720-2173C4FE7D3A}">
      <dsp:nvSpPr>
        <dsp:cNvPr id="0" name=""/>
        <dsp:cNvSpPr/>
      </dsp:nvSpPr>
      <dsp:spPr>
        <a:xfrm>
          <a:off x="3408266" y="606641"/>
          <a:ext cx="2940820" cy="19966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76686BB-A3B6-4B13-9FDB-E4013A6915D3}">
      <dsp:nvSpPr>
        <dsp:cNvPr id="0" name=""/>
        <dsp:cNvSpPr/>
      </dsp:nvSpPr>
      <dsp:spPr>
        <a:xfrm>
          <a:off x="2954734" y="379875"/>
          <a:ext cx="2218531" cy="13311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Keywords are generated for the new day claims</a:t>
          </a:r>
        </a:p>
      </dsp:txBody>
      <dsp:txXfrm>
        <a:off x="2993721" y="418862"/>
        <a:ext cx="2140557" cy="1253144"/>
      </dsp:txXfrm>
    </dsp:sp>
    <dsp:sp modelId="{1699D6C9-0F2E-4F6B-8657-3AE70522CCAF}">
      <dsp:nvSpPr>
        <dsp:cNvPr id="0" name=""/>
        <dsp:cNvSpPr/>
      </dsp:nvSpPr>
      <dsp:spPr>
        <a:xfrm rot="5400000">
          <a:off x="5526964" y="1438591"/>
          <a:ext cx="1654072" cy="19966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4F1EF63-FBEB-4492-A7EC-742BFC4611C6}">
      <dsp:nvSpPr>
        <dsp:cNvPr id="0" name=""/>
        <dsp:cNvSpPr/>
      </dsp:nvSpPr>
      <dsp:spPr>
        <a:xfrm>
          <a:off x="5905380" y="379875"/>
          <a:ext cx="2218531" cy="13311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Claims are loaded into FACETS_XC</a:t>
          </a:r>
        </a:p>
      </dsp:txBody>
      <dsp:txXfrm>
        <a:off x="5944367" y="418862"/>
        <a:ext cx="2140557" cy="1253144"/>
      </dsp:txXfrm>
    </dsp:sp>
    <dsp:sp modelId="{9F3DB35F-9D40-48AC-B33B-AA4CD60C4F55}">
      <dsp:nvSpPr>
        <dsp:cNvPr id="0" name=""/>
        <dsp:cNvSpPr/>
      </dsp:nvSpPr>
      <dsp:spPr>
        <a:xfrm>
          <a:off x="5905380" y="2043774"/>
          <a:ext cx="2218531" cy="133111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Claims are loaded into GBD FACETS</a:t>
          </a:r>
        </a:p>
      </dsp:txBody>
      <dsp:txXfrm>
        <a:off x="5944367" y="2082761"/>
        <a:ext cx="2140557" cy="12531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C509E9-DB87-4AD2-B45A-CF0948DDA1B2}">
      <dsp:nvSpPr>
        <dsp:cNvPr id="0" name=""/>
        <dsp:cNvSpPr/>
      </dsp:nvSpPr>
      <dsp:spPr>
        <a:xfrm>
          <a:off x="1448" y="2465513"/>
          <a:ext cx="1820693" cy="10538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rtl="0">
            <a:lnSpc>
              <a:spcPct val="90000"/>
            </a:lnSpc>
            <a:spcBef>
              <a:spcPct val="0"/>
            </a:spcBef>
            <a:spcAft>
              <a:spcPct val="35000"/>
            </a:spcAft>
            <a:buNone/>
          </a:pPr>
          <a:r>
            <a:rPr lang="en-US" sz="1100" kern="1200">
              <a:solidFill>
                <a:schemeClr val="bg1"/>
              </a:solidFill>
              <a:latin typeface="Elevance Sans"/>
              <a:cs typeface="Calibri"/>
            </a:rPr>
            <a:t>Clearinghouses and </a:t>
          </a:r>
          <a:r>
            <a:rPr lang="en-US" sz="1100" kern="1200" baseline="30000">
              <a:solidFill>
                <a:schemeClr val="bg1"/>
              </a:solidFill>
              <a:latin typeface="Elevance Sans"/>
              <a:cs typeface="Calibri"/>
            </a:rPr>
            <a:t>3rd</a:t>
          </a:r>
          <a:r>
            <a:rPr lang="en-US" sz="1100" kern="1200">
              <a:solidFill>
                <a:schemeClr val="bg1"/>
              </a:solidFill>
              <a:latin typeface="Elevance Sans"/>
              <a:cs typeface="Calibri"/>
            </a:rPr>
            <a:t> party Vendors/Partners send 837 files containing claims to SFTP</a:t>
          </a:r>
          <a:endParaRPr lang="en-US" sz="1100" kern="1200">
            <a:latin typeface="Elevance Sans"/>
            <a:cs typeface="Calibri"/>
          </a:endParaRPr>
        </a:p>
      </dsp:txBody>
      <dsp:txXfrm>
        <a:off x="1448" y="2465513"/>
        <a:ext cx="1820693" cy="702559"/>
      </dsp:txXfrm>
    </dsp:sp>
    <dsp:sp modelId="{507F5A28-EEFF-4759-922C-F375515C0568}">
      <dsp:nvSpPr>
        <dsp:cNvPr id="0" name=""/>
        <dsp:cNvSpPr/>
      </dsp:nvSpPr>
      <dsp:spPr>
        <a:xfrm>
          <a:off x="374361" y="3168072"/>
          <a:ext cx="1820693" cy="6336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57150" lvl="1" indent="-57150" algn="l" defTabSz="488950">
            <a:lnSpc>
              <a:spcPct val="90000"/>
            </a:lnSpc>
            <a:spcBef>
              <a:spcPct val="0"/>
            </a:spcBef>
            <a:spcAft>
              <a:spcPct val="15000"/>
            </a:spcAft>
            <a:buChar char="•"/>
          </a:pPr>
          <a:r>
            <a:rPr lang="en-US" sz="1100" kern="1200">
              <a:latin typeface="Elevance Sans"/>
              <a:cs typeface="Calibri"/>
            </a:rPr>
            <a:t>MGFT</a:t>
          </a:r>
        </a:p>
      </dsp:txBody>
      <dsp:txXfrm>
        <a:off x="392919" y="3186630"/>
        <a:ext cx="1783577" cy="596484"/>
      </dsp:txXfrm>
    </dsp:sp>
    <dsp:sp modelId="{8FB9DF0A-90B0-4A72-A224-CA3628E71164}">
      <dsp:nvSpPr>
        <dsp:cNvPr id="0" name=""/>
        <dsp:cNvSpPr/>
      </dsp:nvSpPr>
      <dsp:spPr>
        <a:xfrm>
          <a:off x="2098152" y="2590143"/>
          <a:ext cx="585142" cy="45329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2098152" y="2680803"/>
        <a:ext cx="449152" cy="271979"/>
      </dsp:txXfrm>
    </dsp:sp>
    <dsp:sp modelId="{1ABF2CFB-D5E1-47C0-A958-BA3088E3B7CF}">
      <dsp:nvSpPr>
        <dsp:cNvPr id="0" name=""/>
        <dsp:cNvSpPr/>
      </dsp:nvSpPr>
      <dsp:spPr>
        <a:xfrm>
          <a:off x="2926184" y="2465513"/>
          <a:ext cx="1820693" cy="10538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kern="1200">
              <a:solidFill>
                <a:schemeClr val="bg1"/>
              </a:solidFill>
              <a:latin typeface="Elevance Sans"/>
              <a:cs typeface="Calibri"/>
            </a:rPr>
            <a:t>Axway picks those files up and delivers them to their respective Production Location</a:t>
          </a:r>
        </a:p>
      </dsp:txBody>
      <dsp:txXfrm>
        <a:off x="2926184" y="2465513"/>
        <a:ext cx="1820693" cy="702559"/>
      </dsp:txXfrm>
    </dsp:sp>
    <dsp:sp modelId="{769CA381-0644-4A31-BDE1-B112C874481B}">
      <dsp:nvSpPr>
        <dsp:cNvPr id="0" name=""/>
        <dsp:cNvSpPr/>
      </dsp:nvSpPr>
      <dsp:spPr>
        <a:xfrm>
          <a:off x="3299097" y="3168072"/>
          <a:ext cx="1820693" cy="6336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1EE4854-65E0-4C37-A858-80AC6B0953C6}">
      <dsp:nvSpPr>
        <dsp:cNvPr id="0" name=""/>
        <dsp:cNvSpPr/>
      </dsp:nvSpPr>
      <dsp:spPr>
        <a:xfrm>
          <a:off x="5022887" y="2590143"/>
          <a:ext cx="585142" cy="45329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5022887" y="2680803"/>
        <a:ext cx="449152" cy="271979"/>
      </dsp:txXfrm>
    </dsp:sp>
    <dsp:sp modelId="{2F23ADB0-8DD2-455B-B0FF-38B2EDFFD703}">
      <dsp:nvSpPr>
        <dsp:cNvPr id="0" name=""/>
        <dsp:cNvSpPr/>
      </dsp:nvSpPr>
      <dsp:spPr>
        <a:xfrm>
          <a:off x="5850919" y="2465513"/>
          <a:ext cx="1820693" cy="10538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kern="1200">
              <a:solidFill>
                <a:schemeClr val="bg1"/>
              </a:solidFill>
              <a:latin typeface="Elevance Sans"/>
              <a:cs typeface="Calibri"/>
            </a:rPr>
            <a:t>837 files go through OTVM</a:t>
          </a:r>
        </a:p>
      </dsp:txBody>
      <dsp:txXfrm>
        <a:off x="5850919" y="2465513"/>
        <a:ext cx="1820693" cy="702559"/>
      </dsp:txXfrm>
    </dsp:sp>
    <dsp:sp modelId="{CE8A1D81-E6DE-49CE-9099-1FC24D57FCE0}">
      <dsp:nvSpPr>
        <dsp:cNvPr id="0" name=""/>
        <dsp:cNvSpPr/>
      </dsp:nvSpPr>
      <dsp:spPr>
        <a:xfrm>
          <a:off x="6223832" y="3168072"/>
          <a:ext cx="1820693" cy="6336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57150" lvl="1" indent="-57150" algn="l" defTabSz="488950">
            <a:lnSpc>
              <a:spcPct val="90000"/>
            </a:lnSpc>
            <a:spcBef>
              <a:spcPct val="0"/>
            </a:spcBef>
            <a:spcAft>
              <a:spcPct val="15000"/>
            </a:spcAft>
            <a:buChar char="•"/>
          </a:pPr>
          <a:r>
            <a:rPr lang="en-US" sz="1100" kern="1200">
              <a:latin typeface="Elevance Sans"/>
              <a:cs typeface="Calibri"/>
            </a:rPr>
            <a:t>CLA303B</a:t>
          </a:r>
        </a:p>
      </dsp:txBody>
      <dsp:txXfrm>
        <a:off x="6242390" y="3186630"/>
        <a:ext cx="1783577" cy="596484"/>
      </dsp:txXfrm>
    </dsp:sp>
    <dsp:sp modelId="{16A156B9-2964-45F7-8F27-683B08593B37}">
      <dsp:nvSpPr>
        <dsp:cNvPr id="0" name=""/>
        <dsp:cNvSpPr/>
      </dsp:nvSpPr>
      <dsp:spPr>
        <a:xfrm>
          <a:off x="7947623" y="2590143"/>
          <a:ext cx="585142" cy="45329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US" sz="900" kern="1200"/>
        </a:p>
      </dsp:txBody>
      <dsp:txXfrm>
        <a:off x="7947623" y="2680803"/>
        <a:ext cx="449152" cy="271979"/>
      </dsp:txXfrm>
    </dsp:sp>
    <dsp:sp modelId="{713E94DA-73B8-47FA-84D1-75D4E8AF7266}">
      <dsp:nvSpPr>
        <dsp:cNvPr id="0" name=""/>
        <dsp:cNvSpPr/>
      </dsp:nvSpPr>
      <dsp:spPr>
        <a:xfrm>
          <a:off x="8775654" y="2465513"/>
          <a:ext cx="1820693" cy="105383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8232" tIns="78232" rIns="78232" bIns="41910" numCol="1" spcCol="1270" anchor="t" anchorCtr="0">
          <a:noAutofit/>
        </a:bodyPr>
        <a:lstStyle/>
        <a:p>
          <a:pPr marL="0" lvl="0" indent="0" algn="l" defTabSz="488950">
            <a:lnSpc>
              <a:spcPct val="90000"/>
            </a:lnSpc>
            <a:spcBef>
              <a:spcPct val="0"/>
            </a:spcBef>
            <a:spcAft>
              <a:spcPct val="35000"/>
            </a:spcAft>
            <a:buNone/>
          </a:pPr>
          <a:r>
            <a:rPr lang="en-US" sz="1100" kern="1200">
              <a:solidFill>
                <a:schemeClr val="bg1"/>
              </a:solidFill>
              <a:latin typeface="Elevance Sans"/>
              <a:cs typeface="Calibri"/>
            </a:rPr>
            <a:t>Accepted files (HIPAA Compliant) files are staged for PEGA CIRT process</a:t>
          </a:r>
        </a:p>
      </dsp:txBody>
      <dsp:txXfrm>
        <a:off x="8775654" y="2465513"/>
        <a:ext cx="1820693" cy="702559"/>
      </dsp:txXfrm>
    </dsp:sp>
    <dsp:sp modelId="{B0B630E4-1D64-4BB5-8425-432E427FF418}">
      <dsp:nvSpPr>
        <dsp:cNvPr id="0" name=""/>
        <dsp:cNvSpPr/>
      </dsp:nvSpPr>
      <dsp:spPr>
        <a:xfrm>
          <a:off x="9148567" y="3168072"/>
          <a:ext cx="1820693" cy="6336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t" anchorCtr="0">
          <a:noAutofit/>
        </a:bodyPr>
        <a:lstStyle/>
        <a:p>
          <a:pPr marL="57150" lvl="1" indent="-57150" algn="l" defTabSz="488950">
            <a:lnSpc>
              <a:spcPct val="90000"/>
            </a:lnSpc>
            <a:spcBef>
              <a:spcPct val="0"/>
            </a:spcBef>
            <a:spcAft>
              <a:spcPct val="15000"/>
            </a:spcAft>
            <a:buChar char="•"/>
          </a:pPr>
          <a:r>
            <a:rPr lang="en-US" sz="1100" kern="1200">
              <a:latin typeface="Elevance Sans"/>
              <a:cs typeface="Calibri"/>
            </a:rPr>
            <a:t>CLA303B</a:t>
          </a:r>
        </a:p>
      </dsp:txBody>
      <dsp:txXfrm>
        <a:off x="9167125" y="3186630"/>
        <a:ext cx="1783577" cy="59648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304731-8AAD-43AB-BE94-CBFA256267E2}">
      <dsp:nvSpPr>
        <dsp:cNvPr id="0" name=""/>
        <dsp:cNvSpPr/>
      </dsp:nvSpPr>
      <dsp:spPr>
        <a:xfrm>
          <a:off x="1512" y="1952788"/>
          <a:ext cx="1900381" cy="114022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45720" numCol="1" spcCol="1270" anchor="t" anchorCtr="0">
          <a:noAutofit/>
        </a:bodyPr>
        <a:lstStyle/>
        <a:p>
          <a:pPr marL="0" lvl="0" indent="0" algn="l" defTabSz="533400" rtl="0">
            <a:lnSpc>
              <a:spcPct val="90000"/>
            </a:lnSpc>
            <a:spcBef>
              <a:spcPct val="0"/>
            </a:spcBef>
            <a:spcAft>
              <a:spcPct val="35000"/>
            </a:spcAft>
            <a:buNone/>
          </a:pPr>
          <a:r>
            <a:rPr lang="en-US" sz="1200" kern="1200">
              <a:solidFill>
                <a:schemeClr val="bg1"/>
              </a:solidFill>
              <a:latin typeface="Elevance Sans"/>
              <a:cs typeface="Calibri"/>
            </a:rPr>
            <a:t>Claims are loaded into EDINET1P database. CIRT and Business Rules (ICP) are applied here.</a:t>
          </a:r>
        </a:p>
      </dsp:txBody>
      <dsp:txXfrm>
        <a:off x="1512" y="1952788"/>
        <a:ext cx="1900381" cy="760152"/>
      </dsp:txXfrm>
    </dsp:sp>
    <dsp:sp modelId="{A976B848-F259-4F60-BFF6-9BFA5D8CBB82}">
      <dsp:nvSpPr>
        <dsp:cNvPr id="0" name=""/>
        <dsp:cNvSpPr/>
      </dsp:nvSpPr>
      <dsp:spPr>
        <a:xfrm>
          <a:off x="390746" y="2712941"/>
          <a:ext cx="1900381" cy="73507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a:latin typeface="Elevance Sans"/>
              <a:cs typeface="Calibri"/>
            </a:rPr>
            <a:t>CLA303D</a:t>
          </a:r>
        </a:p>
        <a:p>
          <a:pPr marL="114300" lvl="1" indent="-114300" algn="l" defTabSz="533400">
            <a:lnSpc>
              <a:spcPct val="90000"/>
            </a:lnSpc>
            <a:spcBef>
              <a:spcPct val="0"/>
            </a:spcBef>
            <a:spcAft>
              <a:spcPct val="15000"/>
            </a:spcAft>
            <a:buChar char="•"/>
          </a:pPr>
          <a:r>
            <a:rPr lang="en-US" sz="1200" kern="1200">
              <a:latin typeface="Elevance Sans"/>
              <a:cs typeface="Calibri"/>
            </a:rPr>
            <a:t>CLA303E</a:t>
          </a:r>
        </a:p>
      </dsp:txBody>
      <dsp:txXfrm>
        <a:off x="412276" y="2734471"/>
        <a:ext cx="1857321" cy="692015"/>
      </dsp:txXfrm>
    </dsp:sp>
    <dsp:sp modelId="{ED13F3C7-C6BB-4899-BCA0-806E4049C3A4}">
      <dsp:nvSpPr>
        <dsp:cNvPr id="0" name=""/>
        <dsp:cNvSpPr/>
      </dsp:nvSpPr>
      <dsp:spPr>
        <a:xfrm>
          <a:off x="2189984" y="2096295"/>
          <a:ext cx="610752" cy="47313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2189984" y="2190923"/>
        <a:ext cx="468810" cy="283883"/>
      </dsp:txXfrm>
    </dsp:sp>
    <dsp:sp modelId="{CEE1CB9A-F3C9-4F17-B125-522FD5B157FB}">
      <dsp:nvSpPr>
        <dsp:cNvPr id="0" name=""/>
        <dsp:cNvSpPr/>
      </dsp:nvSpPr>
      <dsp:spPr>
        <a:xfrm>
          <a:off x="3054257" y="1952788"/>
          <a:ext cx="1900381" cy="114022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45720" numCol="1" spcCol="1270" anchor="t" anchorCtr="0">
          <a:noAutofit/>
        </a:bodyPr>
        <a:lstStyle/>
        <a:p>
          <a:pPr marL="0" lvl="0" indent="0" algn="l" defTabSz="533400">
            <a:lnSpc>
              <a:spcPct val="90000"/>
            </a:lnSpc>
            <a:spcBef>
              <a:spcPct val="0"/>
            </a:spcBef>
            <a:spcAft>
              <a:spcPct val="35000"/>
            </a:spcAft>
            <a:buNone/>
          </a:pPr>
          <a:r>
            <a:rPr lang="en-US" sz="1200" kern="1200">
              <a:solidFill>
                <a:schemeClr val="bg1"/>
              </a:solidFill>
              <a:latin typeface="Elevance Sans"/>
              <a:cs typeface="Calibri"/>
            </a:rPr>
            <a:t>Keywords are generated for the new day claims</a:t>
          </a:r>
        </a:p>
      </dsp:txBody>
      <dsp:txXfrm>
        <a:off x="3054257" y="1952788"/>
        <a:ext cx="1900381" cy="760152"/>
      </dsp:txXfrm>
    </dsp:sp>
    <dsp:sp modelId="{BD863B3C-8C8F-45F3-8BD5-2A0DA56BBD38}">
      <dsp:nvSpPr>
        <dsp:cNvPr id="0" name=""/>
        <dsp:cNvSpPr/>
      </dsp:nvSpPr>
      <dsp:spPr>
        <a:xfrm>
          <a:off x="3443491" y="2712941"/>
          <a:ext cx="1900381" cy="73507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rtl="0">
            <a:lnSpc>
              <a:spcPct val="90000"/>
            </a:lnSpc>
            <a:spcBef>
              <a:spcPct val="0"/>
            </a:spcBef>
            <a:spcAft>
              <a:spcPct val="15000"/>
            </a:spcAft>
            <a:buChar char="•"/>
          </a:pPr>
          <a:r>
            <a:rPr lang="en-US" sz="1200" kern="1200">
              <a:latin typeface="Elevance Sans"/>
              <a:cs typeface="Calibri"/>
            </a:rPr>
            <a:t>New Day: CLA305C, CLA305A</a:t>
          </a:r>
        </a:p>
        <a:p>
          <a:pPr marL="114300" lvl="1" indent="-114300" algn="l" defTabSz="533400" rtl="0">
            <a:lnSpc>
              <a:spcPct val="90000"/>
            </a:lnSpc>
            <a:spcBef>
              <a:spcPct val="0"/>
            </a:spcBef>
            <a:spcAft>
              <a:spcPct val="15000"/>
            </a:spcAft>
            <a:buChar char="•"/>
          </a:pPr>
          <a:r>
            <a:rPr lang="en-US" sz="1200" kern="1200">
              <a:latin typeface="Elevance Sans"/>
              <a:cs typeface="Calibri"/>
            </a:rPr>
            <a:t>Recycle: CLA305B</a:t>
          </a:r>
        </a:p>
      </dsp:txBody>
      <dsp:txXfrm>
        <a:off x="3465021" y="2734471"/>
        <a:ext cx="1857321" cy="692015"/>
      </dsp:txXfrm>
    </dsp:sp>
    <dsp:sp modelId="{2BEBB837-A90D-436C-AFFB-AE6594961A31}">
      <dsp:nvSpPr>
        <dsp:cNvPr id="0" name=""/>
        <dsp:cNvSpPr/>
      </dsp:nvSpPr>
      <dsp:spPr>
        <a:xfrm>
          <a:off x="5242729" y="2096295"/>
          <a:ext cx="610752" cy="47313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5242729" y="2190923"/>
        <a:ext cx="468810" cy="283883"/>
      </dsp:txXfrm>
    </dsp:sp>
    <dsp:sp modelId="{1CDEFFE7-2534-4AEE-B693-414FBFC9BB07}">
      <dsp:nvSpPr>
        <dsp:cNvPr id="0" name=""/>
        <dsp:cNvSpPr/>
      </dsp:nvSpPr>
      <dsp:spPr>
        <a:xfrm>
          <a:off x="6107001" y="1952788"/>
          <a:ext cx="1900381" cy="114022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45720" numCol="1" spcCol="1270" anchor="t" anchorCtr="0">
          <a:noAutofit/>
        </a:bodyPr>
        <a:lstStyle/>
        <a:p>
          <a:pPr marL="0" lvl="0" indent="0" algn="l" defTabSz="533400">
            <a:lnSpc>
              <a:spcPct val="90000"/>
            </a:lnSpc>
            <a:spcBef>
              <a:spcPct val="0"/>
            </a:spcBef>
            <a:spcAft>
              <a:spcPct val="35000"/>
            </a:spcAft>
            <a:buNone/>
          </a:pPr>
          <a:r>
            <a:rPr lang="en-US" sz="1200" kern="1200">
              <a:solidFill>
                <a:schemeClr val="bg1"/>
              </a:solidFill>
              <a:latin typeface="Elevance Sans"/>
              <a:cs typeface="Calibri"/>
            </a:rPr>
            <a:t>Claims are loaded into FACETS_XC</a:t>
          </a:r>
        </a:p>
      </dsp:txBody>
      <dsp:txXfrm>
        <a:off x="6107001" y="1952788"/>
        <a:ext cx="1900381" cy="760152"/>
      </dsp:txXfrm>
    </dsp:sp>
    <dsp:sp modelId="{CFED2A21-FF24-4036-B6A4-9FC2E67E03F9}">
      <dsp:nvSpPr>
        <dsp:cNvPr id="0" name=""/>
        <dsp:cNvSpPr/>
      </dsp:nvSpPr>
      <dsp:spPr>
        <a:xfrm>
          <a:off x="6496236" y="2712941"/>
          <a:ext cx="1900381" cy="73507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a:latin typeface="Elevance Sans"/>
              <a:cs typeface="Calibri"/>
            </a:rPr>
            <a:t>CLA002</a:t>
          </a:r>
        </a:p>
        <a:p>
          <a:pPr marL="114300" lvl="1" indent="-114300" algn="l" defTabSz="533400" rtl="0">
            <a:lnSpc>
              <a:spcPct val="90000"/>
            </a:lnSpc>
            <a:spcBef>
              <a:spcPct val="0"/>
            </a:spcBef>
            <a:spcAft>
              <a:spcPct val="15000"/>
            </a:spcAft>
            <a:buChar char="•"/>
          </a:pPr>
          <a:r>
            <a:rPr lang="en-US" sz="1200" kern="1200">
              <a:latin typeface="Elevance Sans"/>
              <a:cs typeface="Calibri"/>
            </a:rPr>
            <a:t>CLA002B</a:t>
          </a:r>
        </a:p>
        <a:p>
          <a:pPr marL="114300" lvl="1" indent="-114300" algn="l" defTabSz="533400">
            <a:lnSpc>
              <a:spcPct val="90000"/>
            </a:lnSpc>
            <a:spcBef>
              <a:spcPct val="0"/>
            </a:spcBef>
            <a:spcAft>
              <a:spcPct val="15000"/>
            </a:spcAft>
            <a:buChar char="•"/>
          </a:pPr>
          <a:r>
            <a:rPr lang="en-US" sz="1200" kern="1200">
              <a:latin typeface="Elevance Sans"/>
              <a:cs typeface="Calibri"/>
            </a:rPr>
            <a:t>CLA004A</a:t>
          </a:r>
        </a:p>
      </dsp:txBody>
      <dsp:txXfrm>
        <a:off x="6517766" y="2734471"/>
        <a:ext cx="1857321" cy="692015"/>
      </dsp:txXfrm>
    </dsp:sp>
    <dsp:sp modelId="{3CD8ECC3-548D-4EC3-8829-B09865CFCC6E}">
      <dsp:nvSpPr>
        <dsp:cNvPr id="0" name=""/>
        <dsp:cNvSpPr/>
      </dsp:nvSpPr>
      <dsp:spPr>
        <a:xfrm>
          <a:off x="8295474" y="2096295"/>
          <a:ext cx="610752" cy="47313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8295474" y="2190923"/>
        <a:ext cx="468810" cy="283883"/>
      </dsp:txXfrm>
    </dsp:sp>
    <dsp:sp modelId="{B1A4AE96-0FE4-4928-9592-EF5BA923F66B}">
      <dsp:nvSpPr>
        <dsp:cNvPr id="0" name=""/>
        <dsp:cNvSpPr/>
      </dsp:nvSpPr>
      <dsp:spPr>
        <a:xfrm>
          <a:off x="9159746" y="1952788"/>
          <a:ext cx="1900381" cy="114022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45720" numCol="1" spcCol="1270" anchor="t" anchorCtr="0">
          <a:noAutofit/>
        </a:bodyPr>
        <a:lstStyle/>
        <a:p>
          <a:pPr marL="0" lvl="0" indent="0" algn="l" defTabSz="533400">
            <a:lnSpc>
              <a:spcPct val="90000"/>
            </a:lnSpc>
            <a:spcBef>
              <a:spcPct val="0"/>
            </a:spcBef>
            <a:spcAft>
              <a:spcPct val="35000"/>
            </a:spcAft>
            <a:buNone/>
          </a:pPr>
          <a:r>
            <a:rPr lang="en-US" sz="1200" kern="1200">
              <a:solidFill>
                <a:schemeClr val="bg1"/>
              </a:solidFill>
              <a:latin typeface="Elevance Sans"/>
              <a:cs typeface="Calibri"/>
            </a:rPr>
            <a:t>Claims are loaded into GBD FACETS</a:t>
          </a:r>
        </a:p>
      </dsp:txBody>
      <dsp:txXfrm>
        <a:off x="9159746" y="1952788"/>
        <a:ext cx="1900381" cy="760152"/>
      </dsp:txXfrm>
    </dsp:sp>
    <dsp:sp modelId="{8192E92B-4820-4CA2-9E2B-A295983C2B73}">
      <dsp:nvSpPr>
        <dsp:cNvPr id="0" name=""/>
        <dsp:cNvSpPr/>
      </dsp:nvSpPr>
      <dsp:spPr>
        <a:xfrm>
          <a:off x="9548981" y="2712941"/>
          <a:ext cx="1900381" cy="73507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a:latin typeface="Elevance Sans"/>
              <a:cs typeface="Calibri"/>
            </a:rPr>
            <a:t>CLA002B_0020</a:t>
          </a:r>
        </a:p>
        <a:p>
          <a:pPr marL="114300" lvl="1" indent="-114300" algn="l" defTabSz="533400">
            <a:lnSpc>
              <a:spcPct val="90000"/>
            </a:lnSpc>
            <a:spcBef>
              <a:spcPct val="0"/>
            </a:spcBef>
            <a:spcAft>
              <a:spcPct val="15000"/>
            </a:spcAft>
            <a:buChar char="•"/>
          </a:pPr>
          <a:r>
            <a:rPr lang="en-US" sz="1200" kern="1200">
              <a:latin typeface="Elevance Sans"/>
              <a:cs typeface="Calibri"/>
            </a:rPr>
            <a:t>CLA005_0010</a:t>
          </a:r>
        </a:p>
        <a:p>
          <a:pPr marL="114300" lvl="1" indent="-114300" algn="l" defTabSz="533400">
            <a:lnSpc>
              <a:spcPct val="90000"/>
            </a:lnSpc>
            <a:spcBef>
              <a:spcPct val="0"/>
            </a:spcBef>
            <a:spcAft>
              <a:spcPct val="15000"/>
            </a:spcAft>
            <a:buChar char="•"/>
          </a:pPr>
          <a:r>
            <a:rPr lang="en-US" sz="1200" kern="1200">
              <a:latin typeface="Elevance Sans"/>
              <a:cs typeface="Calibri"/>
            </a:rPr>
            <a:t>CLA015_0010</a:t>
          </a:r>
        </a:p>
      </dsp:txBody>
      <dsp:txXfrm>
        <a:off x="9570511" y="2734471"/>
        <a:ext cx="1857321" cy="692015"/>
      </dsp:txXfrm>
    </dsp:sp>
  </dsp:spTree>
</dsp:drawing>
</file>

<file path=ppt/diagrams/layout1.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101F217-69AE-0247-B26D-2B54DE765771}"/>
              </a:ext>
            </a:extLst>
          </p:cNvPr>
          <p:cNvSpPr>
            <a:spLocks noGrp="1"/>
          </p:cNvSpPr>
          <p:nvPr>
            <p:ph type="sldNum" sz="quarter" idx="3"/>
          </p:nvPr>
        </p:nvSpPr>
        <p:spPr>
          <a:xfrm>
            <a:off x="6121651" y="8669171"/>
            <a:ext cx="608013" cy="458787"/>
          </a:xfrm>
          <a:prstGeom prst="rect">
            <a:avLst/>
          </a:prstGeom>
        </p:spPr>
        <p:txBody>
          <a:bodyPr vert="horz" lIns="91440" tIns="45720" rIns="91440" bIns="45720" rtlCol="0" anchor="b"/>
          <a:lstStyle>
            <a:lvl1pPr algn="r">
              <a:defRPr sz="1200"/>
            </a:lvl1pPr>
          </a:lstStyle>
          <a:p>
            <a:fld id="{75C619AE-D0BE-2C4D-8668-6FFD92BD8731}" type="slidenum">
              <a:rPr lang="en-US" sz="1000" smtClean="0">
                <a:latin typeface="Elevance Sans" pitchFamily="2" charset="0"/>
              </a:rPr>
              <a:t>‹#›</a:t>
            </a:fld>
            <a:endParaRPr lang="en-US" sz="1000">
              <a:latin typeface="Elevance Sans" pitchFamily="2" charset="0"/>
            </a:endParaRPr>
          </a:p>
        </p:txBody>
      </p:sp>
      <p:pic>
        <p:nvPicPr>
          <p:cNvPr id="8" name="Graphic 7">
            <a:extLst>
              <a:ext uri="{FF2B5EF4-FFF2-40B4-BE49-F238E27FC236}">
                <a16:creationId xmlns:a16="http://schemas.microsoft.com/office/drawing/2014/main" id="{5EB2EB2B-6EFD-894E-BF30-59CF3BDF0DD7}"/>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838908" y="193776"/>
            <a:ext cx="822158" cy="349516"/>
          </a:xfrm>
          <a:prstGeom prst="rect">
            <a:avLst/>
          </a:prstGeom>
        </p:spPr>
      </p:pic>
    </p:spTree>
    <p:extLst>
      <p:ext uri="{BB962C8B-B14F-4D97-AF65-F5344CB8AC3E}">
        <p14:creationId xmlns:p14="http://schemas.microsoft.com/office/powerpoint/2010/main" val="316708968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788068"/>
            <a:ext cx="5486400" cy="3086100"/>
          </a:xfrm>
          <a:prstGeom prst="rect">
            <a:avLst/>
          </a:prstGeom>
          <a:noFill/>
          <a:ln w="635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799" y="4118944"/>
            <a:ext cx="5486401" cy="4236988"/>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4">
            <a:extLst>
              <a:ext uri="{FF2B5EF4-FFF2-40B4-BE49-F238E27FC236}">
                <a16:creationId xmlns:a16="http://schemas.microsoft.com/office/drawing/2014/main" id="{7D854997-C3E0-AF45-9092-600C73DBE8A0}"/>
              </a:ext>
            </a:extLst>
          </p:cNvPr>
          <p:cNvSpPr>
            <a:spLocks noGrp="1"/>
          </p:cNvSpPr>
          <p:nvPr>
            <p:ph type="sldNum" sz="quarter" idx="5"/>
          </p:nvPr>
        </p:nvSpPr>
        <p:spPr>
          <a:xfrm>
            <a:off x="6121651" y="8669171"/>
            <a:ext cx="608013" cy="458787"/>
          </a:xfrm>
          <a:prstGeom prst="rect">
            <a:avLst/>
          </a:prstGeom>
        </p:spPr>
        <p:txBody>
          <a:bodyPr vert="horz" lIns="91440" tIns="45720" rIns="91440" bIns="45720" rtlCol="0" anchor="b"/>
          <a:lstStyle>
            <a:lvl1pPr algn="r">
              <a:defRPr sz="1200"/>
            </a:lvl1pPr>
          </a:lstStyle>
          <a:p>
            <a:fld id="{75C619AE-D0BE-2C4D-8668-6FFD92BD8731}" type="slidenum">
              <a:rPr lang="en-US" sz="1000" smtClean="0">
                <a:latin typeface="Elevance Sans" pitchFamily="2" charset="0"/>
              </a:rPr>
              <a:t>‹#›</a:t>
            </a:fld>
            <a:endParaRPr lang="en-US" sz="1000">
              <a:latin typeface="Elevance Sans" pitchFamily="2" charset="0"/>
            </a:endParaRPr>
          </a:p>
        </p:txBody>
      </p:sp>
      <p:pic>
        <p:nvPicPr>
          <p:cNvPr id="6" name="Graphic 5">
            <a:extLst>
              <a:ext uri="{FF2B5EF4-FFF2-40B4-BE49-F238E27FC236}">
                <a16:creationId xmlns:a16="http://schemas.microsoft.com/office/drawing/2014/main" id="{98F76B35-A041-ED4C-B5B7-51D082AA6914}"/>
              </a:ext>
            </a:extLst>
          </p:cNvPr>
          <p:cNvPicPr>
            <a:picLocks noChangeAspect="1"/>
          </p:cNvPicPr>
          <p:nvPr/>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838908" y="193776"/>
            <a:ext cx="822158" cy="349516"/>
          </a:xfrm>
          <a:prstGeom prst="rect">
            <a:avLst/>
          </a:prstGeom>
        </p:spPr>
      </p:pic>
    </p:spTree>
    <p:extLst>
      <p:ext uri="{BB962C8B-B14F-4D97-AF65-F5344CB8AC3E}">
        <p14:creationId xmlns:p14="http://schemas.microsoft.com/office/powerpoint/2010/main" val="595720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Elevance Sans" panose="00000800000000000000" pitchFamily="50" charset="0"/>
        <a:ea typeface="+mn-ea"/>
        <a:cs typeface="+mn-cs"/>
      </a:defRPr>
    </a:lvl1pPr>
    <a:lvl2pPr marL="230188" indent="-222250" algn="l" defTabSz="914400" rtl="0" eaLnBrk="1" latinLnBrk="0" hangingPunct="1">
      <a:buFont typeface="Elevance Sans" pitchFamily="2" charset="0"/>
      <a:buChar char="•"/>
      <a:tabLst/>
      <a:defRPr sz="1200" kern="1200">
        <a:solidFill>
          <a:schemeClr val="tx1"/>
        </a:solidFill>
        <a:latin typeface="Elevance Sans" panose="00000800000000000000" pitchFamily="50" charset="0"/>
        <a:ea typeface="+mn-ea"/>
        <a:cs typeface="+mn-cs"/>
      </a:defRPr>
    </a:lvl2pPr>
    <a:lvl3pPr marL="461963" indent="-223838" algn="l" defTabSz="914400" rtl="0" eaLnBrk="1" latinLnBrk="0" hangingPunct="1">
      <a:buFont typeface="Elevance Sans" pitchFamily="2" charset="0"/>
      <a:buChar char="‒"/>
      <a:tabLst/>
      <a:defRPr sz="1200" kern="1200">
        <a:solidFill>
          <a:schemeClr val="tx1"/>
        </a:solidFill>
        <a:latin typeface="Elevance Sans" panose="00000800000000000000" pitchFamily="50" charset="0"/>
        <a:ea typeface="+mn-ea"/>
        <a:cs typeface="+mn-cs"/>
      </a:defRPr>
    </a:lvl3pPr>
    <a:lvl4pPr marL="685800" indent="-231775" algn="l" defTabSz="914400" rtl="0" eaLnBrk="1" latinLnBrk="0" hangingPunct="1">
      <a:buFont typeface="Elevance Sans" pitchFamily="2" charset="0"/>
      <a:buChar char="•"/>
      <a:tabLst/>
      <a:defRPr sz="1200" kern="1200">
        <a:solidFill>
          <a:schemeClr val="tx1"/>
        </a:solidFill>
        <a:latin typeface="Elevance Sans" panose="00000800000000000000" pitchFamily="50" charset="0"/>
        <a:ea typeface="+mn-ea"/>
        <a:cs typeface="+mn-cs"/>
      </a:defRPr>
    </a:lvl4pPr>
    <a:lvl5pPr marL="917575" indent="-231775" algn="l" defTabSz="914400" rtl="0" eaLnBrk="1" latinLnBrk="0" hangingPunct="1">
      <a:buFont typeface="Elevance Sans" pitchFamily="2" charset="0"/>
      <a:buChar char="‒"/>
      <a:tabLst/>
      <a:defRPr sz="1200" kern="1200">
        <a:solidFill>
          <a:schemeClr val="tx1"/>
        </a:solidFill>
        <a:latin typeface="Elevance Sans" panose="00000800000000000000" pitchFamily="50"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9.png"/><Relationship Id="rId7"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4.emf"/><Relationship Id="rId5" Type="http://schemas.openxmlformats.org/officeDocument/2006/relationships/oleObject" Target="../embeddings/oleObject5.bin"/><Relationship Id="rId4" Type="http://schemas.openxmlformats.org/officeDocument/2006/relationships/image" Target="../media/image10.svg"/></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2.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2.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2.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2.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2.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2.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2.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2.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12.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5.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19.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5.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20.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5.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21.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5.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1.xml"/><Relationship Id="rId1" Type="http://schemas.openxmlformats.org/officeDocument/2006/relationships/tags" Target="../tags/tag22.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5.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6.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1.xml"/><Relationship Id="rId1" Type="http://schemas.openxmlformats.org/officeDocument/2006/relationships/tags" Target="../tags/tag24.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6.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1.xml"/><Relationship Id="rId1" Type="http://schemas.openxmlformats.org/officeDocument/2006/relationships/tags" Target="../tags/tag25.xml"/><Relationship Id="rId4" Type="http://schemas.openxmlformats.org/officeDocument/2006/relationships/image" Target="../media/image11.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12.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12.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12.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1.xml"/><Relationship Id="rId1" Type="http://schemas.openxmlformats.org/officeDocument/2006/relationships/tags" Target="../tags/tag29.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7.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CD06166-C3DA-C64B-AFD4-AAF287376D21}"/>
              </a:ext>
            </a:extLst>
          </p:cNvPr>
          <p:cNvGraphicFramePr>
            <a:graphicFrameLocks noChangeAspect="1"/>
          </p:cNvGraphicFramePr>
          <p:nvPr>
            <p:custDataLst>
              <p:tags r:id="rId1"/>
            </p:custDataLst>
            <p:extLst>
              <p:ext uri="{D42A27DB-BD31-4B8C-83A1-F6EECF244321}">
                <p14:modId xmlns:p14="http://schemas.microsoft.com/office/powerpoint/2010/main" val="186958049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Object 5" hidden="1">
                        <a:extLst>
                          <a:ext uri="{FF2B5EF4-FFF2-40B4-BE49-F238E27FC236}">
                            <a16:creationId xmlns:a16="http://schemas.microsoft.com/office/drawing/2014/main" id="{ECD06166-C3DA-C64B-AFD4-AAF287376D2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2C05AC6-9FBA-434E-BB3D-C7EE786774D4}"/>
              </a:ext>
            </a:extLst>
          </p:cNvPr>
          <p:cNvSpPr>
            <a:spLocks noGrp="1"/>
          </p:cNvSpPr>
          <p:nvPr>
            <p:ph type="ctrTitle" hasCustomPrompt="1"/>
          </p:nvPr>
        </p:nvSpPr>
        <p:spPr>
          <a:xfrm>
            <a:off x="457200" y="2724911"/>
            <a:ext cx="8307388" cy="1567689"/>
          </a:xfrm>
        </p:spPr>
        <p:txBody>
          <a:bodyPr vert="horz" anchor="b" anchorCtr="0"/>
          <a:lstStyle>
            <a:lvl1pPr algn="l">
              <a:defRPr sz="5200"/>
            </a:lvl1pPr>
          </a:lstStyle>
          <a:p>
            <a:r>
              <a:rPr lang="en-US"/>
              <a:t>Click to Add  </a:t>
            </a:r>
            <a:br>
              <a:rPr lang="en-US"/>
            </a:br>
            <a:r>
              <a:rPr lang="en-US"/>
              <a:t>Presentation Title</a:t>
            </a:r>
          </a:p>
        </p:txBody>
      </p:sp>
      <p:sp>
        <p:nvSpPr>
          <p:cNvPr id="3" name="Subtitle 2">
            <a:extLst>
              <a:ext uri="{FF2B5EF4-FFF2-40B4-BE49-F238E27FC236}">
                <a16:creationId xmlns:a16="http://schemas.microsoft.com/office/drawing/2014/main" id="{E4F9BAEB-A94F-439F-B9CE-0030334E19DE}"/>
              </a:ext>
            </a:extLst>
          </p:cNvPr>
          <p:cNvSpPr>
            <a:spLocks noGrp="1"/>
          </p:cNvSpPr>
          <p:nvPr>
            <p:ph type="subTitle" idx="1" hasCustomPrompt="1"/>
          </p:nvPr>
        </p:nvSpPr>
        <p:spPr>
          <a:xfrm>
            <a:off x="457200" y="4517136"/>
            <a:ext cx="5638800" cy="626364"/>
          </a:xfrm>
        </p:spPr>
        <p:txBody>
          <a:bodyPr/>
          <a:lstStyle>
            <a:lvl1pPr marL="0" indent="0" algn="l">
              <a:spcBef>
                <a:spcPts val="600"/>
              </a:spcBef>
              <a:buNone/>
              <a:defRPr sz="1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pic>
        <p:nvPicPr>
          <p:cNvPr id="7" name="Graphic 6">
            <a:extLst>
              <a:ext uri="{FF2B5EF4-FFF2-40B4-BE49-F238E27FC236}">
                <a16:creationId xmlns:a16="http://schemas.microsoft.com/office/drawing/2014/main" id="{ED00891B-4161-994A-94C1-B843E7375D7C}"/>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306964" y="458470"/>
            <a:ext cx="1471952" cy="625757"/>
          </a:xfrm>
          <a:prstGeom prst="rect">
            <a:avLst/>
          </a:prstGeom>
        </p:spPr>
      </p:pic>
    </p:spTree>
    <p:extLst>
      <p:ext uri="{BB962C8B-B14F-4D97-AF65-F5344CB8AC3E}">
        <p14:creationId xmlns:p14="http://schemas.microsoft.com/office/powerpoint/2010/main" val="1384258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Line Graphic">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CD06166-C3DA-C64B-AFD4-AAF287376D21}"/>
              </a:ext>
            </a:extLst>
          </p:cNvPr>
          <p:cNvGraphicFramePr>
            <a:graphicFrameLocks noChangeAspect="1"/>
          </p:cNvGraphicFramePr>
          <p:nvPr>
            <p:custDataLst>
              <p:tags r:id="rId1"/>
            </p:custDataLst>
            <p:extLst>
              <p:ext uri="{D42A27DB-BD31-4B8C-83A1-F6EECF244321}">
                <p14:modId xmlns:p14="http://schemas.microsoft.com/office/powerpoint/2010/main" val="545333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Object 5" hidden="1">
                        <a:extLst>
                          <a:ext uri="{FF2B5EF4-FFF2-40B4-BE49-F238E27FC236}">
                            <a16:creationId xmlns:a16="http://schemas.microsoft.com/office/drawing/2014/main" id="{ECD06166-C3DA-C64B-AFD4-AAF287376D2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2C05AC6-9FBA-434E-BB3D-C7EE786774D4}"/>
              </a:ext>
            </a:extLst>
          </p:cNvPr>
          <p:cNvSpPr>
            <a:spLocks noGrp="1"/>
          </p:cNvSpPr>
          <p:nvPr>
            <p:ph type="ctrTitle" hasCustomPrompt="1"/>
          </p:nvPr>
        </p:nvSpPr>
        <p:spPr>
          <a:xfrm>
            <a:off x="457200" y="2724911"/>
            <a:ext cx="8307388" cy="1567689"/>
          </a:xfrm>
        </p:spPr>
        <p:txBody>
          <a:bodyPr vert="horz" anchor="b" anchorCtr="0"/>
          <a:lstStyle>
            <a:lvl1pPr algn="l">
              <a:defRPr sz="5200"/>
            </a:lvl1pPr>
          </a:lstStyle>
          <a:p>
            <a:r>
              <a:rPr lang="en-US"/>
              <a:t>Click to Add  </a:t>
            </a:r>
            <a:br>
              <a:rPr lang="en-US"/>
            </a:br>
            <a:r>
              <a:rPr lang="en-US"/>
              <a:t>Presentation Title</a:t>
            </a:r>
          </a:p>
        </p:txBody>
      </p:sp>
      <p:sp>
        <p:nvSpPr>
          <p:cNvPr id="3" name="Subtitle 2">
            <a:extLst>
              <a:ext uri="{FF2B5EF4-FFF2-40B4-BE49-F238E27FC236}">
                <a16:creationId xmlns:a16="http://schemas.microsoft.com/office/drawing/2014/main" id="{E4F9BAEB-A94F-439F-B9CE-0030334E19DE}"/>
              </a:ext>
            </a:extLst>
          </p:cNvPr>
          <p:cNvSpPr>
            <a:spLocks noGrp="1"/>
          </p:cNvSpPr>
          <p:nvPr>
            <p:ph type="subTitle" idx="1" hasCustomPrompt="1"/>
          </p:nvPr>
        </p:nvSpPr>
        <p:spPr>
          <a:xfrm>
            <a:off x="457200" y="4517136"/>
            <a:ext cx="5638800" cy="626364"/>
          </a:xfrm>
        </p:spPr>
        <p:txBody>
          <a:bodyPr/>
          <a:lstStyle>
            <a:lvl1pPr marL="0" indent="0" algn="l">
              <a:spcBef>
                <a:spcPts val="0"/>
              </a:spcBef>
              <a:buNone/>
              <a:defRPr sz="1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pic>
        <p:nvPicPr>
          <p:cNvPr id="13" name="Graphic 12">
            <a:extLst>
              <a:ext uri="{FF2B5EF4-FFF2-40B4-BE49-F238E27FC236}">
                <a16:creationId xmlns:a16="http://schemas.microsoft.com/office/drawing/2014/main" id="{4B825CF9-377D-A243-BE2E-4476B785DA39}"/>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306964" y="458470"/>
            <a:ext cx="1471952" cy="625757"/>
          </a:xfrm>
          <a:prstGeom prst="rect">
            <a:avLst/>
          </a:prstGeom>
        </p:spPr>
      </p:pic>
      <p:grpSp>
        <p:nvGrpSpPr>
          <p:cNvPr id="14" name="Group 13">
            <a:extLst>
              <a:ext uri="{FF2B5EF4-FFF2-40B4-BE49-F238E27FC236}">
                <a16:creationId xmlns:a16="http://schemas.microsoft.com/office/drawing/2014/main" id="{79DE40F9-1B7E-974B-9A71-AF8A34180E2F}"/>
              </a:ext>
            </a:extLst>
          </p:cNvPr>
          <p:cNvGrpSpPr/>
          <p:nvPr/>
        </p:nvGrpSpPr>
        <p:grpSpPr>
          <a:xfrm>
            <a:off x="3618230" y="2076450"/>
            <a:ext cx="9624165" cy="4826000"/>
            <a:chOff x="3618230" y="2076450"/>
            <a:chExt cx="9624165" cy="4826000"/>
          </a:xfrm>
        </p:grpSpPr>
        <p:sp>
          <p:nvSpPr>
            <p:cNvPr id="15" name="Triangle 14">
              <a:extLst>
                <a:ext uri="{FF2B5EF4-FFF2-40B4-BE49-F238E27FC236}">
                  <a16:creationId xmlns:a16="http://schemas.microsoft.com/office/drawing/2014/main" id="{A9808DF7-4F61-A147-8D8F-F1FC76409290}"/>
                </a:ext>
              </a:extLst>
            </p:cNvPr>
            <p:cNvSpPr/>
            <p:nvPr/>
          </p:nvSpPr>
          <p:spPr>
            <a:xfrm>
              <a:off x="3618230" y="2076450"/>
              <a:ext cx="9624165" cy="4826000"/>
            </a:xfrm>
            <a:prstGeom prst="triangle">
              <a:avLst/>
            </a:prstGeom>
            <a:no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riangle 15">
              <a:extLst>
                <a:ext uri="{FF2B5EF4-FFF2-40B4-BE49-F238E27FC236}">
                  <a16:creationId xmlns:a16="http://schemas.microsoft.com/office/drawing/2014/main" id="{CC86078C-8CAB-D541-B393-60DF7351232C}"/>
                </a:ext>
              </a:extLst>
            </p:cNvPr>
            <p:cNvSpPr/>
            <p:nvPr/>
          </p:nvSpPr>
          <p:spPr>
            <a:xfrm>
              <a:off x="4348481" y="2816506"/>
              <a:ext cx="8148320" cy="4085943"/>
            </a:xfrm>
            <a:prstGeom prst="triangle">
              <a:avLst/>
            </a:prstGeom>
            <a:no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riangle 16">
              <a:extLst>
                <a:ext uri="{FF2B5EF4-FFF2-40B4-BE49-F238E27FC236}">
                  <a16:creationId xmlns:a16="http://schemas.microsoft.com/office/drawing/2014/main" id="{55719CD0-641D-0545-BC29-62B9234606DA}"/>
                </a:ext>
              </a:extLst>
            </p:cNvPr>
            <p:cNvSpPr/>
            <p:nvPr/>
          </p:nvSpPr>
          <p:spPr>
            <a:xfrm>
              <a:off x="5085081" y="3549650"/>
              <a:ext cx="6686260" cy="3352799"/>
            </a:xfrm>
            <a:prstGeom prst="triangle">
              <a:avLst/>
            </a:prstGeom>
            <a:no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angle 17">
              <a:extLst>
                <a:ext uri="{FF2B5EF4-FFF2-40B4-BE49-F238E27FC236}">
                  <a16:creationId xmlns:a16="http://schemas.microsoft.com/office/drawing/2014/main" id="{76016E93-5B00-0341-B6D3-84B0953A1F15}"/>
                </a:ext>
              </a:extLst>
            </p:cNvPr>
            <p:cNvSpPr/>
            <p:nvPr/>
          </p:nvSpPr>
          <p:spPr>
            <a:xfrm>
              <a:off x="6920231" y="5391150"/>
              <a:ext cx="3013881" cy="1511299"/>
            </a:xfrm>
            <a:prstGeom prst="triangle">
              <a:avLst/>
            </a:prstGeom>
            <a:no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riangle 18">
              <a:extLst>
                <a:ext uri="{FF2B5EF4-FFF2-40B4-BE49-F238E27FC236}">
                  <a16:creationId xmlns:a16="http://schemas.microsoft.com/office/drawing/2014/main" id="{642B2E51-B6B1-0F49-BCBC-7ADDFD0EC1C9}"/>
                </a:ext>
              </a:extLst>
            </p:cNvPr>
            <p:cNvSpPr/>
            <p:nvPr/>
          </p:nvSpPr>
          <p:spPr>
            <a:xfrm>
              <a:off x="7650481" y="6121400"/>
              <a:ext cx="1557593" cy="781049"/>
            </a:xfrm>
            <a:prstGeom prst="triangle">
              <a:avLst/>
            </a:prstGeom>
            <a:no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68585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Navy">
    <p:bg>
      <p:bgPr>
        <a:solidFill>
          <a:srgbClr val="1A3673"/>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CD06166-C3DA-C64B-AFD4-AAF287376D21}"/>
              </a:ext>
            </a:extLst>
          </p:cNvPr>
          <p:cNvGraphicFramePr>
            <a:graphicFrameLocks noChangeAspect="1"/>
          </p:cNvGraphicFramePr>
          <p:nvPr>
            <p:custDataLst>
              <p:tags r:id="rId1"/>
            </p:custDataLst>
            <p:extLst>
              <p:ext uri="{D42A27DB-BD31-4B8C-83A1-F6EECF244321}">
                <p14:modId xmlns:p14="http://schemas.microsoft.com/office/powerpoint/2010/main" val="42408143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Object 5" hidden="1">
                        <a:extLst>
                          <a:ext uri="{FF2B5EF4-FFF2-40B4-BE49-F238E27FC236}">
                            <a16:creationId xmlns:a16="http://schemas.microsoft.com/office/drawing/2014/main" id="{ECD06166-C3DA-C64B-AFD4-AAF287376D2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2C05AC6-9FBA-434E-BB3D-C7EE786774D4}"/>
              </a:ext>
            </a:extLst>
          </p:cNvPr>
          <p:cNvSpPr>
            <a:spLocks noGrp="1"/>
          </p:cNvSpPr>
          <p:nvPr>
            <p:ph type="ctrTitle" hasCustomPrompt="1"/>
          </p:nvPr>
        </p:nvSpPr>
        <p:spPr>
          <a:xfrm>
            <a:off x="457200" y="2724911"/>
            <a:ext cx="8307388" cy="1567689"/>
          </a:xfrm>
        </p:spPr>
        <p:txBody>
          <a:bodyPr vert="horz" anchor="b" anchorCtr="0"/>
          <a:lstStyle>
            <a:lvl1pPr algn="l">
              <a:defRPr sz="5200">
                <a:solidFill>
                  <a:schemeClr val="bg1"/>
                </a:solidFill>
              </a:defRPr>
            </a:lvl1pPr>
          </a:lstStyle>
          <a:p>
            <a:r>
              <a:rPr lang="en-US"/>
              <a:t>Click to Add  </a:t>
            </a:r>
            <a:br>
              <a:rPr lang="en-US"/>
            </a:br>
            <a:r>
              <a:rPr lang="en-US"/>
              <a:t>Presentation Title</a:t>
            </a:r>
          </a:p>
        </p:txBody>
      </p:sp>
      <p:sp>
        <p:nvSpPr>
          <p:cNvPr id="3" name="Subtitle 2">
            <a:extLst>
              <a:ext uri="{FF2B5EF4-FFF2-40B4-BE49-F238E27FC236}">
                <a16:creationId xmlns:a16="http://schemas.microsoft.com/office/drawing/2014/main" id="{E4F9BAEB-A94F-439F-B9CE-0030334E19DE}"/>
              </a:ext>
            </a:extLst>
          </p:cNvPr>
          <p:cNvSpPr>
            <a:spLocks noGrp="1"/>
          </p:cNvSpPr>
          <p:nvPr>
            <p:ph type="subTitle" idx="1" hasCustomPrompt="1"/>
          </p:nvPr>
        </p:nvSpPr>
        <p:spPr>
          <a:xfrm>
            <a:off x="457200" y="4517136"/>
            <a:ext cx="5638800" cy="626364"/>
          </a:xfrm>
        </p:spPr>
        <p:txBody>
          <a:bodyPr/>
          <a:lstStyle>
            <a:lvl1pPr marL="0" indent="0" algn="l">
              <a:spcBef>
                <a:spcPts val="0"/>
              </a:spcBef>
              <a:buNone/>
              <a:defRPr sz="18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pic>
        <p:nvPicPr>
          <p:cNvPr id="7" name="Graphic 6">
            <a:extLst>
              <a:ext uri="{FF2B5EF4-FFF2-40B4-BE49-F238E27FC236}">
                <a16:creationId xmlns:a16="http://schemas.microsoft.com/office/drawing/2014/main" id="{BA4C8289-9210-0043-BD2C-473B2C2FB1A2}"/>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10306964" y="458470"/>
            <a:ext cx="1471951" cy="625757"/>
          </a:xfrm>
          <a:prstGeom prst="rect">
            <a:avLst/>
          </a:prstGeom>
        </p:spPr>
      </p:pic>
    </p:spTree>
    <p:extLst>
      <p:ext uri="{BB962C8B-B14F-4D97-AF65-F5344CB8AC3E}">
        <p14:creationId xmlns:p14="http://schemas.microsoft.com/office/powerpoint/2010/main" val="1775519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Title Slide Supergraphic">
    <p:bg>
      <p:bgPr>
        <a:solidFill>
          <a:srgbClr val="1A3673"/>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7A9E4D20-5053-B147-9F76-7F89DC409FBE}"/>
              </a:ext>
            </a:extLst>
          </p:cNvPr>
          <p:cNvPicPr>
            <a:picLocks noChangeAspect="1"/>
          </p:cNvPicPr>
          <p:nvPr/>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5854" t="9548" r="5854" b="13699"/>
          <a:stretch/>
        </p:blipFill>
        <p:spPr>
          <a:xfrm>
            <a:off x="-1" y="-1"/>
            <a:ext cx="12192001" cy="6858001"/>
          </a:xfrm>
          <a:prstGeom prst="rect">
            <a:avLst/>
          </a:prstGeom>
        </p:spPr>
      </p:pic>
      <p:graphicFrame>
        <p:nvGraphicFramePr>
          <p:cNvPr id="6" name="Object 5" hidden="1">
            <a:extLst>
              <a:ext uri="{FF2B5EF4-FFF2-40B4-BE49-F238E27FC236}">
                <a16:creationId xmlns:a16="http://schemas.microsoft.com/office/drawing/2014/main" id="{ECD06166-C3DA-C64B-AFD4-AAF287376D21}"/>
              </a:ext>
            </a:extLst>
          </p:cNvPr>
          <p:cNvGraphicFramePr>
            <a:graphicFrameLocks noChangeAspect="1"/>
          </p:cNvGraphicFramePr>
          <p:nvPr>
            <p:custDataLst>
              <p:tags r:id="rId1"/>
            </p:custDataLst>
            <p:extLst>
              <p:ext uri="{D42A27DB-BD31-4B8C-83A1-F6EECF244321}">
                <p14:modId xmlns:p14="http://schemas.microsoft.com/office/powerpoint/2010/main" val="68417863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 imgW="7772400" imgH="10058400" progId="TCLayout.ActiveDocument.1">
                  <p:embed/>
                </p:oleObj>
              </mc:Choice>
              <mc:Fallback>
                <p:oleObj name="think-cell Slide" r:id="rId5" imgW="7772400" imgH="10058400" progId="TCLayout.ActiveDocument.1">
                  <p:embed/>
                  <p:pic>
                    <p:nvPicPr>
                      <p:cNvPr id="6" name="Object 5" hidden="1">
                        <a:extLst>
                          <a:ext uri="{FF2B5EF4-FFF2-40B4-BE49-F238E27FC236}">
                            <a16:creationId xmlns:a16="http://schemas.microsoft.com/office/drawing/2014/main" id="{ECD06166-C3DA-C64B-AFD4-AAF287376D2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2C05AC6-9FBA-434E-BB3D-C7EE786774D4}"/>
              </a:ext>
            </a:extLst>
          </p:cNvPr>
          <p:cNvSpPr>
            <a:spLocks noGrp="1"/>
          </p:cNvSpPr>
          <p:nvPr>
            <p:ph type="ctrTitle" hasCustomPrompt="1"/>
          </p:nvPr>
        </p:nvSpPr>
        <p:spPr>
          <a:xfrm>
            <a:off x="457199" y="564910"/>
            <a:ext cx="3338763" cy="1283769"/>
          </a:xfrm>
        </p:spPr>
        <p:txBody>
          <a:bodyPr vert="horz" anchor="t"/>
          <a:lstStyle>
            <a:lvl1pPr algn="l">
              <a:defRPr sz="3000">
                <a:solidFill>
                  <a:schemeClr val="bg1"/>
                </a:solidFill>
              </a:defRPr>
            </a:lvl1pPr>
          </a:lstStyle>
          <a:p>
            <a:r>
              <a:rPr lang="en-US"/>
              <a:t>Click to Add  </a:t>
            </a:r>
            <a:br>
              <a:rPr lang="en-US"/>
            </a:br>
            <a:r>
              <a:rPr lang="en-US"/>
              <a:t>Presentation Title</a:t>
            </a:r>
          </a:p>
        </p:txBody>
      </p:sp>
      <p:sp>
        <p:nvSpPr>
          <p:cNvPr id="3" name="Subtitle 2">
            <a:extLst>
              <a:ext uri="{FF2B5EF4-FFF2-40B4-BE49-F238E27FC236}">
                <a16:creationId xmlns:a16="http://schemas.microsoft.com/office/drawing/2014/main" id="{E4F9BAEB-A94F-439F-B9CE-0030334E19DE}"/>
              </a:ext>
            </a:extLst>
          </p:cNvPr>
          <p:cNvSpPr>
            <a:spLocks noGrp="1"/>
          </p:cNvSpPr>
          <p:nvPr>
            <p:ph type="subTitle" idx="1" hasCustomPrompt="1"/>
          </p:nvPr>
        </p:nvSpPr>
        <p:spPr>
          <a:xfrm>
            <a:off x="457200" y="3132784"/>
            <a:ext cx="2286000" cy="740664"/>
          </a:xfrm>
        </p:spPr>
        <p:txBody>
          <a:bodyPr/>
          <a:lstStyle>
            <a:lvl1pPr marL="0" indent="0" algn="l">
              <a:spcBef>
                <a:spcPts val="0"/>
              </a:spcBef>
              <a:buNone/>
              <a:defRPr sz="18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pic>
        <p:nvPicPr>
          <p:cNvPr id="7" name="Graphic 6">
            <a:extLst>
              <a:ext uri="{FF2B5EF4-FFF2-40B4-BE49-F238E27FC236}">
                <a16:creationId xmlns:a16="http://schemas.microsoft.com/office/drawing/2014/main" id="{4C51603D-FEA8-5646-887E-13452CF0F475}"/>
              </a:ext>
            </a:extLst>
          </p:cNvPr>
          <p:cNvPicPr>
            <a:picLocks noChangeAspect="1"/>
          </p:cNvPicPr>
          <p:nvPr/>
        </p:nvPicPr>
        <p:blipFill>
          <a:blip r:embed="rId7" cstate="screen">
            <a:extLst>
              <a:ext uri="{28A0092B-C50C-407E-A947-70E740481C1C}">
                <a14:useLocalDpi xmlns:a14="http://schemas.microsoft.com/office/drawing/2010/main"/>
              </a:ext>
              <a:ext uri="{96DAC541-7B7A-43D3-8B79-37D633B846F1}">
                <asvg:svgBlip xmlns:asvg="http://schemas.microsoft.com/office/drawing/2016/SVG/main" r:embed="rId8"/>
              </a:ext>
            </a:extLst>
          </a:blip>
          <a:srcRect/>
          <a:stretch/>
        </p:blipFill>
        <p:spPr>
          <a:xfrm>
            <a:off x="10306964" y="458470"/>
            <a:ext cx="1471951" cy="625757"/>
          </a:xfrm>
          <a:prstGeom prst="rect">
            <a:avLst/>
          </a:prstGeom>
        </p:spPr>
      </p:pic>
    </p:spTree>
    <p:extLst>
      <p:ext uri="{BB962C8B-B14F-4D97-AF65-F5344CB8AC3E}">
        <p14:creationId xmlns:p14="http://schemas.microsoft.com/office/powerpoint/2010/main" val="2058876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Full Image">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CD06166-C3DA-C64B-AFD4-AAF287376D21}"/>
              </a:ext>
            </a:extLst>
          </p:cNvPr>
          <p:cNvGraphicFramePr>
            <a:graphicFrameLocks noChangeAspect="1"/>
          </p:cNvGraphicFramePr>
          <p:nvPr>
            <p:custDataLst>
              <p:tags r:id="rId1"/>
            </p:custDataLst>
            <p:extLst>
              <p:ext uri="{D42A27DB-BD31-4B8C-83A1-F6EECF244321}">
                <p14:modId xmlns:p14="http://schemas.microsoft.com/office/powerpoint/2010/main" val="7022273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Object 5" hidden="1">
                        <a:extLst>
                          <a:ext uri="{FF2B5EF4-FFF2-40B4-BE49-F238E27FC236}">
                            <a16:creationId xmlns:a16="http://schemas.microsoft.com/office/drawing/2014/main" id="{ECD06166-C3DA-C64B-AFD4-AAF287376D2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id="{975EBB8B-1207-DF46-B0BB-2ECF56904B51}"/>
              </a:ext>
            </a:extLst>
          </p:cNvPr>
          <p:cNvSpPr>
            <a:spLocks noGrp="1"/>
          </p:cNvSpPr>
          <p:nvPr>
            <p:ph type="pic" sz="quarter" idx="10"/>
          </p:nvPr>
        </p:nvSpPr>
        <p:spPr>
          <a:xfrm>
            <a:off x="0" y="0"/>
            <a:ext cx="12192000" cy="6858000"/>
          </a:xfrm>
          <a:solidFill>
            <a:schemeClr val="bg1">
              <a:lumMod val="95000"/>
            </a:schemeClr>
          </a:solidFill>
        </p:spPr>
        <p:txBody>
          <a:bodyPr/>
          <a:lstStyle>
            <a:lvl1pPr marL="0" indent="0">
              <a:buNone/>
              <a:defRPr sz="1200"/>
            </a:lvl1pPr>
          </a:lstStyle>
          <a:p>
            <a:r>
              <a:rPr lang="en-US"/>
              <a:t>Click icon to add picture</a:t>
            </a:r>
          </a:p>
        </p:txBody>
      </p:sp>
      <p:sp>
        <p:nvSpPr>
          <p:cNvPr id="2" name="Title 1">
            <a:extLst>
              <a:ext uri="{FF2B5EF4-FFF2-40B4-BE49-F238E27FC236}">
                <a16:creationId xmlns:a16="http://schemas.microsoft.com/office/drawing/2014/main" id="{02C05AC6-9FBA-434E-BB3D-C7EE786774D4}"/>
              </a:ext>
            </a:extLst>
          </p:cNvPr>
          <p:cNvSpPr>
            <a:spLocks noGrp="1"/>
          </p:cNvSpPr>
          <p:nvPr>
            <p:ph type="ctrTitle" hasCustomPrompt="1"/>
          </p:nvPr>
        </p:nvSpPr>
        <p:spPr>
          <a:xfrm>
            <a:off x="415089" y="2724911"/>
            <a:ext cx="8349499" cy="1548385"/>
          </a:xfrm>
        </p:spPr>
        <p:txBody>
          <a:bodyPr vert="horz" anchor="b" anchorCtr="0"/>
          <a:lstStyle>
            <a:lvl1pPr algn="l">
              <a:defRPr sz="5200"/>
            </a:lvl1pPr>
          </a:lstStyle>
          <a:p>
            <a:r>
              <a:rPr lang="en-US"/>
              <a:t>Click to Add  </a:t>
            </a:r>
            <a:br>
              <a:rPr lang="en-US"/>
            </a:br>
            <a:r>
              <a:rPr lang="en-US"/>
              <a:t>Presentation Title</a:t>
            </a:r>
          </a:p>
        </p:txBody>
      </p:sp>
      <p:sp>
        <p:nvSpPr>
          <p:cNvPr id="3" name="Subtitle 2">
            <a:extLst>
              <a:ext uri="{FF2B5EF4-FFF2-40B4-BE49-F238E27FC236}">
                <a16:creationId xmlns:a16="http://schemas.microsoft.com/office/drawing/2014/main" id="{E4F9BAEB-A94F-439F-B9CE-0030334E19DE}"/>
              </a:ext>
            </a:extLst>
          </p:cNvPr>
          <p:cNvSpPr>
            <a:spLocks noGrp="1"/>
          </p:cNvSpPr>
          <p:nvPr>
            <p:ph type="subTitle" idx="1" hasCustomPrompt="1"/>
          </p:nvPr>
        </p:nvSpPr>
        <p:spPr>
          <a:xfrm>
            <a:off x="445168" y="4517136"/>
            <a:ext cx="5650832" cy="626364"/>
          </a:xfrm>
        </p:spPr>
        <p:txBody>
          <a:bodyPr/>
          <a:lstStyle>
            <a:lvl1pPr marL="0" indent="0" algn="l">
              <a:spcBef>
                <a:spcPts val="0"/>
              </a:spcBef>
              <a:buNone/>
              <a:defRPr sz="1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pic>
        <p:nvPicPr>
          <p:cNvPr id="7" name="Graphic 6">
            <a:extLst>
              <a:ext uri="{FF2B5EF4-FFF2-40B4-BE49-F238E27FC236}">
                <a16:creationId xmlns:a16="http://schemas.microsoft.com/office/drawing/2014/main" id="{7163449F-25C3-5541-933C-A5E0E21685A6}"/>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306964" y="458470"/>
            <a:ext cx="1471952" cy="625757"/>
          </a:xfrm>
          <a:prstGeom prst="rect">
            <a:avLst/>
          </a:prstGeom>
        </p:spPr>
      </p:pic>
    </p:spTree>
    <p:extLst>
      <p:ext uri="{BB962C8B-B14F-4D97-AF65-F5344CB8AC3E}">
        <p14:creationId xmlns:p14="http://schemas.microsoft.com/office/powerpoint/2010/main" val="2376453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 Image">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32BD9199-9318-A142-8E77-87F0474B1C87}"/>
              </a:ext>
            </a:extLst>
          </p:cNvPr>
          <p:cNvSpPr>
            <a:spLocks noGrp="1"/>
          </p:cNvSpPr>
          <p:nvPr>
            <p:ph type="pic" sz="quarter" idx="10"/>
          </p:nvPr>
        </p:nvSpPr>
        <p:spPr>
          <a:xfrm>
            <a:off x="702366" y="1543950"/>
            <a:ext cx="10774018" cy="5314050"/>
          </a:xfrm>
          <a:custGeom>
            <a:avLst/>
            <a:gdLst>
              <a:gd name="connsiteX0" fmla="*/ 5387010 w 10774018"/>
              <a:gd name="connsiteY0" fmla="*/ 4255484 h 5314050"/>
              <a:gd name="connsiteX1" fmla="*/ 4313911 w 10774018"/>
              <a:gd name="connsiteY1" fmla="*/ 5314049 h 5314050"/>
              <a:gd name="connsiteX2" fmla="*/ 6460108 w 10774018"/>
              <a:gd name="connsiteY2" fmla="*/ 5314049 h 5314050"/>
              <a:gd name="connsiteX3" fmla="*/ 5387009 w 10774018"/>
              <a:gd name="connsiteY3" fmla="*/ 0 h 5314050"/>
              <a:gd name="connsiteX4" fmla="*/ 10774018 w 10774018"/>
              <a:gd name="connsiteY4" fmla="*/ 5314050 h 5314050"/>
              <a:gd name="connsiteX5" fmla="*/ 0 w 10774018"/>
              <a:gd name="connsiteY5" fmla="*/ 5314050 h 531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74018" h="5314050">
                <a:moveTo>
                  <a:pt x="5387010" y="4255484"/>
                </a:moveTo>
                <a:lnTo>
                  <a:pt x="4313911" y="5314049"/>
                </a:lnTo>
                <a:lnTo>
                  <a:pt x="6460108" y="5314049"/>
                </a:lnTo>
                <a:close/>
                <a:moveTo>
                  <a:pt x="5387009" y="0"/>
                </a:moveTo>
                <a:lnTo>
                  <a:pt x="10774018" y="5314050"/>
                </a:lnTo>
                <a:lnTo>
                  <a:pt x="0" y="5314050"/>
                </a:lnTo>
                <a:close/>
              </a:path>
            </a:pathLst>
          </a:custGeom>
          <a:solidFill>
            <a:schemeClr val="bg1">
              <a:lumMod val="95000"/>
            </a:schemeClr>
          </a:solidFill>
        </p:spPr>
        <p:txBody>
          <a:bodyPr wrap="square" anchor="ctr">
            <a:noAutofit/>
          </a:bodyPr>
          <a:lstStyle>
            <a:lvl1pPr marL="0" indent="0" algn="ctr">
              <a:buNone/>
              <a:defRPr sz="1200"/>
            </a:lvl1pPr>
          </a:lstStyle>
          <a:p>
            <a:r>
              <a:rPr lang="en-US"/>
              <a:t>Click icon to add picture</a:t>
            </a:r>
          </a:p>
        </p:txBody>
      </p:sp>
      <p:graphicFrame>
        <p:nvGraphicFramePr>
          <p:cNvPr id="6" name="Object 5" hidden="1">
            <a:extLst>
              <a:ext uri="{FF2B5EF4-FFF2-40B4-BE49-F238E27FC236}">
                <a16:creationId xmlns:a16="http://schemas.microsoft.com/office/drawing/2014/main" id="{ECD06166-C3DA-C64B-AFD4-AAF287376D21}"/>
              </a:ext>
            </a:extLst>
          </p:cNvPr>
          <p:cNvGraphicFramePr>
            <a:graphicFrameLocks noChangeAspect="1"/>
          </p:cNvGraphicFramePr>
          <p:nvPr>
            <p:custDataLst>
              <p:tags r:id="rId1"/>
            </p:custDataLst>
            <p:extLst>
              <p:ext uri="{D42A27DB-BD31-4B8C-83A1-F6EECF244321}">
                <p14:modId xmlns:p14="http://schemas.microsoft.com/office/powerpoint/2010/main" val="2120431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Object 5" hidden="1">
                        <a:extLst>
                          <a:ext uri="{FF2B5EF4-FFF2-40B4-BE49-F238E27FC236}">
                            <a16:creationId xmlns:a16="http://schemas.microsoft.com/office/drawing/2014/main" id="{ECD06166-C3DA-C64B-AFD4-AAF287376D2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2C05AC6-9FBA-434E-BB3D-C7EE786774D4}"/>
              </a:ext>
            </a:extLst>
          </p:cNvPr>
          <p:cNvSpPr>
            <a:spLocks noGrp="1"/>
          </p:cNvSpPr>
          <p:nvPr>
            <p:ph type="ctrTitle" hasCustomPrompt="1"/>
          </p:nvPr>
        </p:nvSpPr>
        <p:spPr>
          <a:xfrm>
            <a:off x="457200" y="1688031"/>
            <a:ext cx="3338763" cy="1283769"/>
          </a:xfrm>
        </p:spPr>
        <p:txBody>
          <a:bodyPr vert="horz" anchor="t"/>
          <a:lstStyle>
            <a:lvl1pPr algn="l">
              <a:defRPr sz="3000"/>
            </a:lvl1pPr>
          </a:lstStyle>
          <a:p>
            <a:r>
              <a:rPr lang="en-US"/>
              <a:t>Click to Add  </a:t>
            </a:r>
            <a:br>
              <a:rPr lang="en-US"/>
            </a:br>
            <a:r>
              <a:rPr lang="en-US"/>
              <a:t>Presentation Title</a:t>
            </a:r>
          </a:p>
        </p:txBody>
      </p:sp>
      <p:sp>
        <p:nvSpPr>
          <p:cNvPr id="3" name="Subtitle 2">
            <a:extLst>
              <a:ext uri="{FF2B5EF4-FFF2-40B4-BE49-F238E27FC236}">
                <a16:creationId xmlns:a16="http://schemas.microsoft.com/office/drawing/2014/main" id="{E4F9BAEB-A94F-439F-B9CE-0030334E19DE}"/>
              </a:ext>
            </a:extLst>
          </p:cNvPr>
          <p:cNvSpPr>
            <a:spLocks noGrp="1"/>
          </p:cNvSpPr>
          <p:nvPr>
            <p:ph type="subTitle" idx="1" hasCustomPrompt="1"/>
          </p:nvPr>
        </p:nvSpPr>
        <p:spPr>
          <a:xfrm>
            <a:off x="457200" y="3132784"/>
            <a:ext cx="2286000" cy="740664"/>
          </a:xfrm>
        </p:spPr>
        <p:txBody>
          <a:bodyPr/>
          <a:lstStyle>
            <a:lvl1pPr marL="0" indent="0" algn="l">
              <a:spcBef>
                <a:spcPts val="600"/>
              </a:spcBef>
              <a:buNone/>
              <a:defRPr sz="1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pic>
        <p:nvPicPr>
          <p:cNvPr id="7" name="Graphic 6">
            <a:extLst>
              <a:ext uri="{FF2B5EF4-FFF2-40B4-BE49-F238E27FC236}">
                <a16:creationId xmlns:a16="http://schemas.microsoft.com/office/drawing/2014/main" id="{202909DA-758A-914F-A557-2164BE89DAA9}"/>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306964" y="458470"/>
            <a:ext cx="1471952" cy="625757"/>
          </a:xfrm>
          <a:prstGeom prst="rect">
            <a:avLst/>
          </a:prstGeom>
        </p:spPr>
      </p:pic>
    </p:spTree>
    <p:extLst>
      <p:ext uri="{BB962C8B-B14F-4D97-AF65-F5344CB8AC3E}">
        <p14:creationId xmlns:p14="http://schemas.microsoft.com/office/powerpoint/2010/main" val="950626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6710D8F-0C63-AC41-AED8-7250F0DC1BE5}"/>
              </a:ext>
            </a:extLst>
          </p:cNvPr>
          <p:cNvGraphicFramePr>
            <a:graphicFrameLocks noChangeAspect="1"/>
          </p:cNvGraphicFramePr>
          <p:nvPr>
            <p:custDataLst>
              <p:tags r:id="rId1"/>
            </p:custDataLst>
            <p:extLst>
              <p:ext uri="{D42A27DB-BD31-4B8C-83A1-F6EECF244321}">
                <p14:modId xmlns:p14="http://schemas.microsoft.com/office/powerpoint/2010/main" val="10905094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Object 5" hidden="1">
                        <a:extLst>
                          <a:ext uri="{FF2B5EF4-FFF2-40B4-BE49-F238E27FC236}">
                            <a16:creationId xmlns:a16="http://schemas.microsoft.com/office/drawing/2014/main" id="{F6710D8F-0C63-AC41-AED8-7250F0DC1BE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B793E11-CA7F-4409-AF5F-4334AE726D78}"/>
              </a:ext>
            </a:extLst>
          </p:cNvPr>
          <p:cNvSpPr>
            <a:spLocks noGrp="1"/>
          </p:cNvSpPr>
          <p:nvPr>
            <p:ph type="title" hasCustomPrompt="1"/>
          </p:nvPr>
        </p:nvSpPr>
        <p:spPr/>
        <p:txBody>
          <a:bodyPr vert="horz"/>
          <a:lstStyle/>
          <a:p>
            <a:r>
              <a:rPr lang="en-US"/>
              <a:t>Click to Edit Master Title Style</a:t>
            </a:r>
          </a:p>
        </p:txBody>
      </p:sp>
      <p:sp>
        <p:nvSpPr>
          <p:cNvPr id="11" name="TextBox 10">
            <a:extLst>
              <a:ext uri="{FF2B5EF4-FFF2-40B4-BE49-F238E27FC236}">
                <a16:creationId xmlns:a16="http://schemas.microsoft.com/office/drawing/2014/main" id="{AFD28C7D-8653-A64D-9D01-E67E0D43199F}"/>
              </a:ext>
            </a:extLst>
          </p:cNvPr>
          <p:cNvSpPr txBox="1"/>
          <p:nvPr/>
        </p:nvSpPr>
        <p:spPr>
          <a:xfrm>
            <a:off x="11358961" y="6434080"/>
            <a:ext cx="379141" cy="138499"/>
          </a:xfrm>
          <a:prstGeom prst="rect">
            <a:avLst/>
          </a:prstGeom>
          <a:noFill/>
        </p:spPr>
        <p:txBody>
          <a:bodyPr wrap="square" lIns="0" tIns="0" rIns="0" bIns="0" rtlCol="0" anchor="b">
            <a:spAutoFit/>
          </a:bodyPr>
          <a:lstStyle/>
          <a:p>
            <a:pPr algn="r"/>
            <a:fld id="{2E41F6C8-4AC0-3E4A-83FC-D61DA5B25C9B}" type="slidenum">
              <a:rPr lang="en-US" sz="900" smtClean="0">
                <a:solidFill>
                  <a:schemeClr val="tx2"/>
                </a:solidFill>
              </a:rPr>
              <a:pPr algn="r"/>
              <a:t>‹#›</a:t>
            </a:fld>
            <a:endParaRPr lang="en-US" sz="900">
              <a:solidFill>
                <a:schemeClr val="tx2"/>
              </a:solidFill>
            </a:endParaRPr>
          </a:p>
        </p:txBody>
      </p:sp>
      <p:sp>
        <p:nvSpPr>
          <p:cNvPr id="5" name="Text Placeholder 4">
            <a:extLst>
              <a:ext uri="{FF2B5EF4-FFF2-40B4-BE49-F238E27FC236}">
                <a16:creationId xmlns:a16="http://schemas.microsoft.com/office/drawing/2014/main" id="{76B20D2C-E898-CAB0-CAAD-3272F4AA1F69}"/>
              </a:ext>
            </a:extLst>
          </p:cNvPr>
          <p:cNvSpPr>
            <a:spLocks noGrp="1"/>
          </p:cNvSpPr>
          <p:nvPr>
            <p:ph type="body" sz="quarter" idx="10"/>
          </p:nvPr>
        </p:nvSpPr>
        <p:spPr>
          <a:xfrm>
            <a:off x="457200" y="1694048"/>
            <a:ext cx="11333018" cy="43130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3">
            <a:extLst>
              <a:ext uri="{FF2B5EF4-FFF2-40B4-BE49-F238E27FC236}">
                <a16:creationId xmlns:a16="http://schemas.microsoft.com/office/drawing/2014/main" id="{7C3AFB0A-A824-D47C-C4E2-D0167EDB7CB6}"/>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4170905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C5B0DF66-7FB8-254D-86AC-C0A1063CF651}"/>
              </a:ext>
            </a:extLst>
          </p:cNvPr>
          <p:cNvGraphicFramePr>
            <a:graphicFrameLocks noChangeAspect="1"/>
          </p:cNvGraphicFramePr>
          <p:nvPr>
            <p:custDataLst>
              <p:tags r:id="rId1"/>
            </p:custDataLst>
            <p:extLst>
              <p:ext uri="{D42A27DB-BD31-4B8C-83A1-F6EECF244321}">
                <p14:modId xmlns:p14="http://schemas.microsoft.com/office/powerpoint/2010/main" val="573454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Object 7" hidden="1">
                        <a:extLst>
                          <a:ext uri="{FF2B5EF4-FFF2-40B4-BE49-F238E27FC236}">
                            <a16:creationId xmlns:a16="http://schemas.microsoft.com/office/drawing/2014/main" id="{C5B0DF66-7FB8-254D-86AC-C0A1063CF65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7237868D-9B84-AE4F-B833-8E8C7F585207}"/>
              </a:ext>
            </a:extLst>
          </p:cNvPr>
          <p:cNvSpPr>
            <a:spLocks noGrp="1"/>
          </p:cNvSpPr>
          <p:nvPr>
            <p:ph type="title" hasCustomPrompt="1"/>
          </p:nvPr>
        </p:nvSpPr>
        <p:spPr/>
        <p:txBody>
          <a:bodyPr/>
          <a:lstStyle/>
          <a:p>
            <a:r>
              <a:rPr lang="en-US"/>
              <a:t>Click to Edit Master Title Style</a:t>
            </a:r>
          </a:p>
        </p:txBody>
      </p:sp>
      <p:sp>
        <p:nvSpPr>
          <p:cNvPr id="7" name="Text Placeholder 4">
            <a:extLst>
              <a:ext uri="{FF2B5EF4-FFF2-40B4-BE49-F238E27FC236}">
                <a16:creationId xmlns:a16="http://schemas.microsoft.com/office/drawing/2014/main" id="{D4363D0F-DAED-6926-4916-8BF875788845}"/>
              </a:ext>
            </a:extLst>
          </p:cNvPr>
          <p:cNvSpPr>
            <a:spLocks noGrp="1"/>
          </p:cNvSpPr>
          <p:nvPr>
            <p:ph type="body" sz="quarter" idx="13"/>
          </p:nvPr>
        </p:nvSpPr>
        <p:spPr>
          <a:xfrm>
            <a:off x="457201" y="1694048"/>
            <a:ext cx="5529262" cy="4313052"/>
          </a:xfrm>
        </p:spPr>
        <p:txBody>
          <a:bodyPr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4">
            <a:extLst>
              <a:ext uri="{FF2B5EF4-FFF2-40B4-BE49-F238E27FC236}">
                <a16:creationId xmlns:a16="http://schemas.microsoft.com/office/drawing/2014/main" id="{1D630D64-5149-4839-3F58-03109B96AB44}"/>
              </a:ext>
            </a:extLst>
          </p:cNvPr>
          <p:cNvSpPr>
            <a:spLocks noGrp="1"/>
          </p:cNvSpPr>
          <p:nvPr>
            <p:ph type="body" sz="quarter" idx="14"/>
          </p:nvPr>
        </p:nvSpPr>
        <p:spPr>
          <a:xfrm>
            <a:off x="6215063" y="1694048"/>
            <a:ext cx="5529262" cy="4313052"/>
          </a:xfrm>
        </p:spPr>
        <p:txBody>
          <a:bodyPr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3">
            <a:extLst>
              <a:ext uri="{FF2B5EF4-FFF2-40B4-BE49-F238E27FC236}">
                <a16:creationId xmlns:a16="http://schemas.microsoft.com/office/drawing/2014/main" id="{0C39CD9B-B476-24FA-DC22-B086D381AFFF}"/>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3249284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C5B0DF66-7FB8-254D-86AC-C0A1063CF651}"/>
              </a:ext>
            </a:extLst>
          </p:cNvPr>
          <p:cNvGraphicFramePr>
            <a:graphicFrameLocks noChangeAspect="1"/>
          </p:cNvGraphicFramePr>
          <p:nvPr>
            <p:custDataLst>
              <p:tags r:id="rId1"/>
            </p:custDataLst>
            <p:extLst>
              <p:ext uri="{D42A27DB-BD31-4B8C-83A1-F6EECF244321}">
                <p14:modId xmlns:p14="http://schemas.microsoft.com/office/powerpoint/2010/main" val="82069094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Object 7" hidden="1">
                        <a:extLst>
                          <a:ext uri="{FF2B5EF4-FFF2-40B4-BE49-F238E27FC236}">
                            <a16:creationId xmlns:a16="http://schemas.microsoft.com/office/drawing/2014/main" id="{C5B0DF66-7FB8-254D-86AC-C0A1063CF65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581CAC1E-A9D0-C348-9CA5-ACB7F2A85EDF}"/>
              </a:ext>
            </a:extLst>
          </p:cNvPr>
          <p:cNvSpPr>
            <a:spLocks noGrp="1"/>
          </p:cNvSpPr>
          <p:nvPr>
            <p:ph type="title" hasCustomPrompt="1"/>
          </p:nvPr>
        </p:nvSpPr>
        <p:spPr>
          <a:xfrm>
            <a:off x="457200" y="384048"/>
            <a:ext cx="11274552" cy="822960"/>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45AB35AA-8D35-7641-A957-D4B0335C4E6D}"/>
              </a:ext>
            </a:extLst>
          </p:cNvPr>
          <p:cNvSpPr>
            <a:spLocks noGrp="1"/>
          </p:cNvSpPr>
          <p:nvPr>
            <p:ph sz="quarter" idx="11"/>
          </p:nvPr>
        </p:nvSpPr>
        <p:spPr>
          <a:xfrm>
            <a:off x="457200" y="1691640"/>
            <a:ext cx="3609976" cy="4315460"/>
          </a:xfrm>
        </p:spPr>
        <p:txBody>
          <a:bodyPr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5">
            <a:extLst>
              <a:ext uri="{FF2B5EF4-FFF2-40B4-BE49-F238E27FC236}">
                <a16:creationId xmlns:a16="http://schemas.microsoft.com/office/drawing/2014/main" id="{EBAB0896-32F4-184C-AB6B-8BD1DC29EDF6}"/>
              </a:ext>
            </a:extLst>
          </p:cNvPr>
          <p:cNvSpPr>
            <a:spLocks noGrp="1"/>
          </p:cNvSpPr>
          <p:nvPr>
            <p:ph sz="quarter" idx="13"/>
          </p:nvPr>
        </p:nvSpPr>
        <p:spPr>
          <a:xfrm>
            <a:off x="4295273" y="1691640"/>
            <a:ext cx="3609976" cy="4315460"/>
          </a:xfrm>
        </p:spPr>
        <p:txBody>
          <a:bodyPr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5">
            <a:extLst>
              <a:ext uri="{FF2B5EF4-FFF2-40B4-BE49-F238E27FC236}">
                <a16:creationId xmlns:a16="http://schemas.microsoft.com/office/drawing/2014/main" id="{737AFD7F-3700-A74E-A770-258AE729175D}"/>
              </a:ext>
            </a:extLst>
          </p:cNvPr>
          <p:cNvSpPr>
            <a:spLocks noGrp="1"/>
          </p:cNvSpPr>
          <p:nvPr>
            <p:ph sz="quarter" idx="14"/>
          </p:nvPr>
        </p:nvSpPr>
        <p:spPr>
          <a:xfrm>
            <a:off x="8133346" y="1691640"/>
            <a:ext cx="3598406" cy="4315460"/>
          </a:xfrm>
        </p:spPr>
        <p:txBody>
          <a:bodyPr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3">
            <a:extLst>
              <a:ext uri="{FF2B5EF4-FFF2-40B4-BE49-F238E27FC236}">
                <a16:creationId xmlns:a16="http://schemas.microsoft.com/office/drawing/2014/main" id="{C6A4C22F-841D-46B3-50E8-31766F4B1F14}"/>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2786313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C5B0DF66-7FB8-254D-86AC-C0A1063CF651}"/>
              </a:ext>
            </a:extLst>
          </p:cNvPr>
          <p:cNvGraphicFramePr>
            <a:graphicFrameLocks noChangeAspect="1"/>
          </p:cNvGraphicFramePr>
          <p:nvPr>
            <p:custDataLst>
              <p:tags r:id="rId1"/>
            </p:custDataLst>
            <p:extLst>
              <p:ext uri="{D42A27DB-BD31-4B8C-83A1-F6EECF244321}">
                <p14:modId xmlns:p14="http://schemas.microsoft.com/office/powerpoint/2010/main" val="53017317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Object 7" hidden="1">
                        <a:extLst>
                          <a:ext uri="{FF2B5EF4-FFF2-40B4-BE49-F238E27FC236}">
                            <a16:creationId xmlns:a16="http://schemas.microsoft.com/office/drawing/2014/main" id="{C5B0DF66-7FB8-254D-86AC-C0A1063CF65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E4186CE-9B9E-5841-BFD2-4B0A423A8DC0}"/>
              </a:ext>
            </a:extLst>
          </p:cNvPr>
          <p:cNvSpPr>
            <a:spLocks noGrp="1"/>
          </p:cNvSpPr>
          <p:nvPr>
            <p:ph type="title" hasCustomPrompt="1"/>
          </p:nvPr>
        </p:nvSpPr>
        <p:spPr>
          <a:xfrm>
            <a:off x="457200" y="384048"/>
            <a:ext cx="11274552" cy="822960"/>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20785959-5330-1348-AA72-B8F3DECC25C0}"/>
              </a:ext>
            </a:extLst>
          </p:cNvPr>
          <p:cNvSpPr>
            <a:spLocks noGrp="1"/>
          </p:cNvSpPr>
          <p:nvPr>
            <p:ph sz="quarter" idx="11"/>
          </p:nvPr>
        </p:nvSpPr>
        <p:spPr>
          <a:xfrm>
            <a:off x="457200" y="1691640"/>
            <a:ext cx="2641210" cy="4315460"/>
          </a:xfrm>
        </p:spPr>
        <p:txBody>
          <a:bodyPr rIns="182880"/>
          <a:lstStyle>
            <a:lvl1pPr>
              <a:spcBef>
                <a:spcPts val="1600"/>
              </a:spcBef>
              <a:defRPr sz="1600"/>
            </a:lvl1pPr>
            <a:lvl2pPr>
              <a:spcBef>
                <a:spcPts val="1600"/>
              </a:spcBef>
              <a:defRPr sz="1600"/>
            </a:lvl2pPr>
            <a:lvl3pPr>
              <a:spcBef>
                <a:spcPts val="1600"/>
              </a:spcBef>
              <a:defRPr sz="1600"/>
            </a:lvl3pPr>
            <a:lvl4pPr>
              <a:spcBef>
                <a:spcPts val="1600"/>
              </a:spcBef>
              <a:defRPr sz="1600"/>
            </a:lvl4pPr>
            <a:lvl5pPr>
              <a:spcBef>
                <a:spcPts val="16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5">
            <a:extLst>
              <a:ext uri="{FF2B5EF4-FFF2-40B4-BE49-F238E27FC236}">
                <a16:creationId xmlns:a16="http://schemas.microsoft.com/office/drawing/2014/main" id="{7188244C-41BD-864A-9886-D0B110665EC1}"/>
              </a:ext>
            </a:extLst>
          </p:cNvPr>
          <p:cNvSpPr>
            <a:spLocks noGrp="1"/>
          </p:cNvSpPr>
          <p:nvPr>
            <p:ph sz="quarter" idx="14"/>
          </p:nvPr>
        </p:nvSpPr>
        <p:spPr>
          <a:xfrm>
            <a:off x="3345253" y="1691640"/>
            <a:ext cx="2641210" cy="4315460"/>
          </a:xfrm>
        </p:spPr>
        <p:txBody>
          <a:bodyPr rIns="182880"/>
          <a:lstStyle>
            <a:lvl1pPr>
              <a:spcBef>
                <a:spcPts val="1600"/>
              </a:spcBef>
              <a:defRPr sz="1600"/>
            </a:lvl1pPr>
            <a:lvl2pPr>
              <a:spcBef>
                <a:spcPts val="1600"/>
              </a:spcBef>
              <a:defRPr sz="1600"/>
            </a:lvl2pPr>
            <a:lvl3pPr>
              <a:spcBef>
                <a:spcPts val="1600"/>
              </a:spcBef>
              <a:defRPr sz="1600"/>
            </a:lvl3pPr>
            <a:lvl4pPr>
              <a:spcBef>
                <a:spcPts val="1600"/>
              </a:spcBef>
              <a:defRPr sz="1600"/>
            </a:lvl4pPr>
            <a:lvl5pPr>
              <a:spcBef>
                <a:spcPts val="16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5">
            <a:extLst>
              <a:ext uri="{FF2B5EF4-FFF2-40B4-BE49-F238E27FC236}">
                <a16:creationId xmlns:a16="http://schemas.microsoft.com/office/drawing/2014/main" id="{CCCC4E59-C5A8-1945-B302-493C36B76C8D}"/>
              </a:ext>
            </a:extLst>
          </p:cNvPr>
          <p:cNvSpPr>
            <a:spLocks noGrp="1"/>
          </p:cNvSpPr>
          <p:nvPr>
            <p:ph sz="quarter" idx="15"/>
          </p:nvPr>
        </p:nvSpPr>
        <p:spPr>
          <a:xfrm>
            <a:off x="6223390" y="1691640"/>
            <a:ext cx="2641210" cy="4315460"/>
          </a:xfrm>
        </p:spPr>
        <p:txBody>
          <a:bodyPr rIns="182880"/>
          <a:lstStyle>
            <a:lvl1pPr>
              <a:spcBef>
                <a:spcPts val="1600"/>
              </a:spcBef>
              <a:defRPr sz="1600"/>
            </a:lvl1pPr>
            <a:lvl2pPr>
              <a:spcBef>
                <a:spcPts val="1600"/>
              </a:spcBef>
              <a:defRPr sz="1600"/>
            </a:lvl2pPr>
            <a:lvl3pPr>
              <a:spcBef>
                <a:spcPts val="1600"/>
              </a:spcBef>
              <a:defRPr sz="1600"/>
            </a:lvl3pPr>
            <a:lvl4pPr>
              <a:spcBef>
                <a:spcPts val="1600"/>
              </a:spcBef>
              <a:defRPr sz="1600"/>
            </a:lvl4pPr>
            <a:lvl5pPr>
              <a:spcBef>
                <a:spcPts val="16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5">
            <a:extLst>
              <a:ext uri="{FF2B5EF4-FFF2-40B4-BE49-F238E27FC236}">
                <a16:creationId xmlns:a16="http://schemas.microsoft.com/office/drawing/2014/main" id="{2E9B3DAB-77D8-CB47-BBFD-E571548F8FA0}"/>
              </a:ext>
            </a:extLst>
          </p:cNvPr>
          <p:cNvSpPr>
            <a:spLocks noGrp="1"/>
          </p:cNvSpPr>
          <p:nvPr>
            <p:ph sz="quarter" idx="16"/>
          </p:nvPr>
        </p:nvSpPr>
        <p:spPr>
          <a:xfrm>
            <a:off x="9093200" y="1691640"/>
            <a:ext cx="2641600" cy="4315460"/>
          </a:xfrm>
        </p:spPr>
        <p:txBody>
          <a:bodyPr rIns="182880"/>
          <a:lstStyle>
            <a:lvl1pPr>
              <a:spcBef>
                <a:spcPts val="1600"/>
              </a:spcBef>
              <a:defRPr sz="1600"/>
            </a:lvl1pPr>
            <a:lvl2pPr>
              <a:spcBef>
                <a:spcPts val="1600"/>
              </a:spcBef>
              <a:defRPr sz="1600"/>
            </a:lvl2pPr>
            <a:lvl3pPr>
              <a:spcBef>
                <a:spcPts val="1600"/>
              </a:spcBef>
              <a:defRPr sz="1600"/>
            </a:lvl3pPr>
            <a:lvl4pPr>
              <a:spcBef>
                <a:spcPts val="1600"/>
              </a:spcBef>
              <a:defRPr sz="1600"/>
            </a:lvl4pPr>
            <a:lvl5pPr>
              <a:spcBef>
                <a:spcPts val="16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3">
            <a:extLst>
              <a:ext uri="{FF2B5EF4-FFF2-40B4-BE49-F238E27FC236}">
                <a16:creationId xmlns:a16="http://schemas.microsoft.com/office/drawing/2014/main" id="{BA07BA4E-6089-18D6-C4EE-923C02477BEF}"/>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773552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E75330-0906-7041-819F-960237FD5FBB}"/>
              </a:ext>
            </a:extLst>
          </p:cNvPr>
          <p:cNvSpPr>
            <a:spLocks noGrp="1"/>
          </p:cNvSpPr>
          <p:nvPr>
            <p:ph type="title" hasCustomPrompt="1"/>
          </p:nvPr>
        </p:nvSpPr>
        <p:spPr/>
        <p:txBody>
          <a:bodyPr/>
          <a:lstStyle/>
          <a:p>
            <a:r>
              <a:rPr lang="en-US"/>
              <a:t>Click to Edit Master Title Style</a:t>
            </a:r>
          </a:p>
        </p:txBody>
      </p:sp>
      <p:sp>
        <p:nvSpPr>
          <p:cNvPr id="2" name="Text Placeholder 3">
            <a:extLst>
              <a:ext uri="{FF2B5EF4-FFF2-40B4-BE49-F238E27FC236}">
                <a16:creationId xmlns:a16="http://schemas.microsoft.com/office/drawing/2014/main" id="{E3063216-CF3E-1C2A-867F-D29537C2A536}"/>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6587495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Up 1 ">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E75330-0906-7041-819F-960237FD5FBB}"/>
              </a:ext>
            </a:extLst>
          </p:cNvPr>
          <p:cNvSpPr>
            <a:spLocks noGrp="1"/>
          </p:cNvSpPr>
          <p:nvPr>
            <p:ph type="title" hasCustomPrompt="1"/>
          </p:nvPr>
        </p:nvSpPr>
        <p:spPr/>
        <p:txBody>
          <a:bodyPr/>
          <a:lstStyle/>
          <a:p>
            <a:r>
              <a:rPr lang="en-US"/>
              <a:t>Click to edit master title style</a:t>
            </a:r>
          </a:p>
        </p:txBody>
      </p:sp>
      <p:sp>
        <p:nvSpPr>
          <p:cNvPr id="17" name="Text Placeholder 16">
            <a:extLst>
              <a:ext uri="{FF2B5EF4-FFF2-40B4-BE49-F238E27FC236}">
                <a16:creationId xmlns:a16="http://schemas.microsoft.com/office/drawing/2014/main" id="{4849FDE5-105E-BE4B-A853-CB71E6171367}"/>
              </a:ext>
            </a:extLst>
          </p:cNvPr>
          <p:cNvSpPr>
            <a:spLocks noGrp="1"/>
          </p:cNvSpPr>
          <p:nvPr>
            <p:ph type="body" sz="quarter" idx="10" hasCustomPrompt="1"/>
          </p:nvPr>
        </p:nvSpPr>
        <p:spPr>
          <a:xfrm>
            <a:off x="902496" y="2223070"/>
            <a:ext cx="1548055" cy="983745"/>
          </a:xfrm>
        </p:spPr>
        <p:txBody>
          <a:bodyPr/>
          <a:lstStyle>
            <a:lvl1pPr>
              <a:defRPr sz="6800" b="0" i="0">
                <a:solidFill>
                  <a:schemeClr val="accent6"/>
                </a:solidFill>
                <a:latin typeface="Elevance Sans Medium" pitchFamily="2" charset="0"/>
              </a:defRPr>
            </a:lvl1pPr>
          </a:lstStyle>
          <a:p>
            <a:pPr lvl="0"/>
            <a:r>
              <a:rPr lang="en-US"/>
              <a:t>XX</a:t>
            </a:r>
          </a:p>
        </p:txBody>
      </p:sp>
      <p:sp>
        <p:nvSpPr>
          <p:cNvPr id="18" name="Text Placeholder 16">
            <a:extLst>
              <a:ext uri="{FF2B5EF4-FFF2-40B4-BE49-F238E27FC236}">
                <a16:creationId xmlns:a16="http://schemas.microsoft.com/office/drawing/2014/main" id="{F206106F-2A33-A745-A741-D61DB0867B45}"/>
              </a:ext>
            </a:extLst>
          </p:cNvPr>
          <p:cNvSpPr>
            <a:spLocks noGrp="1"/>
          </p:cNvSpPr>
          <p:nvPr>
            <p:ph type="body" sz="quarter" idx="11" hasCustomPrompt="1"/>
          </p:nvPr>
        </p:nvSpPr>
        <p:spPr>
          <a:xfrm>
            <a:off x="6621979" y="2223070"/>
            <a:ext cx="1548055" cy="983745"/>
          </a:xfrm>
        </p:spPr>
        <p:txBody>
          <a:bodyPr/>
          <a:lstStyle>
            <a:lvl1pPr>
              <a:defRPr sz="6800" b="0" i="0">
                <a:solidFill>
                  <a:schemeClr val="accent6"/>
                </a:solidFill>
                <a:latin typeface="Elevance Sans Medium" pitchFamily="2" charset="0"/>
              </a:defRPr>
            </a:lvl1pPr>
          </a:lstStyle>
          <a:p>
            <a:pPr lvl="0"/>
            <a:r>
              <a:rPr lang="en-US"/>
              <a:t>XX</a:t>
            </a:r>
          </a:p>
        </p:txBody>
      </p:sp>
      <p:sp>
        <p:nvSpPr>
          <p:cNvPr id="19" name="Text Placeholder 16">
            <a:extLst>
              <a:ext uri="{FF2B5EF4-FFF2-40B4-BE49-F238E27FC236}">
                <a16:creationId xmlns:a16="http://schemas.microsoft.com/office/drawing/2014/main" id="{A8E7582B-02F1-674F-A5A3-E9BC144DBB50}"/>
              </a:ext>
            </a:extLst>
          </p:cNvPr>
          <p:cNvSpPr>
            <a:spLocks noGrp="1"/>
          </p:cNvSpPr>
          <p:nvPr>
            <p:ph type="body" sz="quarter" idx="12" hasCustomPrompt="1"/>
          </p:nvPr>
        </p:nvSpPr>
        <p:spPr>
          <a:xfrm>
            <a:off x="902496" y="4302882"/>
            <a:ext cx="1548055" cy="983745"/>
          </a:xfrm>
        </p:spPr>
        <p:txBody>
          <a:bodyPr/>
          <a:lstStyle>
            <a:lvl1pPr>
              <a:defRPr sz="6800" b="0" i="0">
                <a:solidFill>
                  <a:schemeClr val="accent6"/>
                </a:solidFill>
                <a:latin typeface="Elevance Sans Medium" pitchFamily="2" charset="0"/>
              </a:defRPr>
            </a:lvl1pPr>
          </a:lstStyle>
          <a:p>
            <a:pPr lvl="0"/>
            <a:r>
              <a:rPr lang="en-US"/>
              <a:t>XX</a:t>
            </a:r>
          </a:p>
        </p:txBody>
      </p:sp>
      <p:sp>
        <p:nvSpPr>
          <p:cNvPr id="20" name="Text Placeholder 16">
            <a:extLst>
              <a:ext uri="{FF2B5EF4-FFF2-40B4-BE49-F238E27FC236}">
                <a16:creationId xmlns:a16="http://schemas.microsoft.com/office/drawing/2014/main" id="{5BDF288F-53B9-154C-9319-69499F536D3F}"/>
              </a:ext>
            </a:extLst>
          </p:cNvPr>
          <p:cNvSpPr>
            <a:spLocks noGrp="1"/>
          </p:cNvSpPr>
          <p:nvPr>
            <p:ph type="body" sz="quarter" idx="13" hasCustomPrompt="1"/>
          </p:nvPr>
        </p:nvSpPr>
        <p:spPr>
          <a:xfrm>
            <a:off x="6621979" y="4302882"/>
            <a:ext cx="1548055" cy="983745"/>
          </a:xfrm>
        </p:spPr>
        <p:txBody>
          <a:bodyPr/>
          <a:lstStyle>
            <a:lvl1pPr>
              <a:defRPr sz="6800" b="0" i="0">
                <a:solidFill>
                  <a:schemeClr val="accent6"/>
                </a:solidFill>
                <a:latin typeface="Elevance Sans Medium" pitchFamily="2" charset="0"/>
              </a:defRPr>
            </a:lvl1pPr>
          </a:lstStyle>
          <a:p>
            <a:pPr lvl="0"/>
            <a:r>
              <a:rPr lang="en-US"/>
              <a:t>XX</a:t>
            </a:r>
          </a:p>
        </p:txBody>
      </p:sp>
      <p:sp>
        <p:nvSpPr>
          <p:cNvPr id="22" name="Text Placeholder 21">
            <a:extLst>
              <a:ext uri="{FF2B5EF4-FFF2-40B4-BE49-F238E27FC236}">
                <a16:creationId xmlns:a16="http://schemas.microsoft.com/office/drawing/2014/main" id="{7AF18322-8B69-3541-84FE-64063D8B6169}"/>
              </a:ext>
            </a:extLst>
          </p:cNvPr>
          <p:cNvSpPr>
            <a:spLocks noGrp="1"/>
          </p:cNvSpPr>
          <p:nvPr>
            <p:ph type="body" sz="quarter" idx="14"/>
          </p:nvPr>
        </p:nvSpPr>
        <p:spPr>
          <a:xfrm>
            <a:off x="2431850" y="2307195"/>
            <a:ext cx="3273131" cy="833490"/>
          </a:xfrm>
        </p:spPr>
        <p:txBody>
          <a:bodyPr/>
          <a:lstStyle>
            <a:lvl1pPr>
              <a:spcBef>
                <a:spcPts val="0"/>
              </a:spcBef>
              <a:defRPr sz="1400"/>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US"/>
              <a:t>Click to edit Master text styles</a:t>
            </a:r>
          </a:p>
          <a:p>
            <a:pPr lvl="1"/>
            <a:r>
              <a:rPr lang="en-US"/>
              <a:t>Second level</a:t>
            </a:r>
          </a:p>
        </p:txBody>
      </p:sp>
      <p:sp>
        <p:nvSpPr>
          <p:cNvPr id="23" name="Text Placeholder 21">
            <a:extLst>
              <a:ext uri="{FF2B5EF4-FFF2-40B4-BE49-F238E27FC236}">
                <a16:creationId xmlns:a16="http://schemas.microsoft.com/office/drawing/2014/main" id="{57A54F8C-EE30-B641-981C-F41296996185}"/>
              </a:ext>
            </a:extLst>
          </p:cNvPr>
          <p:cNvSpPr>
            <a:spLocks noGrp="1"/>
          </p:cNvSpPr>
          <p:nvPr>
            <p:ph type="body" sz="quarter" idx="15"/>
          </p:nvPr>
        </p:nvSpPr>
        <p:spPr>
          <a:xfrm>
            <a:off x="8170043" y="2307195"/>
            <a:ext cx="3273131" cy="833490"/>
          </a:xfrm>
        </p:spPr>
        <p:txBody>
          <a:bodyPr/>
          <a:lstStyle>
            <a:lvl1pPr>
              <a:spcBef>
                <a:spcPts val="0"/>
              </a:spcBef>
              <a:defRPr sz="1400"/>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US"/>
              <a:t>Click to edit Master text styles</a:t>
            </a:r>
          </a:p>
          <a:p>
            <a:pPr lvl="1"/>
            <a:r>
              <a:rPr lang="en-US"/>
              <a:t>Second level</a:t>
            </a:r>
          </a:p>
        </p:txBody>
      </p:sp>
      <p:sp>
        <p:nvSpPr>
          <p:cNvPr id="24" name="Text Placeholder 21">
            <a:extLst>
              <a:ext uri="{FF2B5EF4-FFF2-40B4-BE49-F238E27FC236}">
                <a16:creationId xmlns:a16="http://schemas.microsoft.com/office/drawing/2014/main" id="{E20B307F-7584-6E44-A9BF-B92167B86D1E}"/>
              </a:ext>
            </a:extLst>
          </p:cNvPr>
          <p:cNvSpPr>
            <a:spLocks noGrp="1"/>
          </p:cNvSpPr>
          <p:nvPr>
            <p:ph type="body" sz="quarter" idx="16"/>
          </p:nvPr>
        </p:nvSpPr>
        <p:spPr>
          <a:xfrm>
            <a:off x="2431850" y="4413901"/>
            <a:ext cx="3273131" cy="833490"/>
          </a:xfrm>
        </p:spPr>
        <p:txBody>
          <a:bodyPr/>
          <a:lstStyle>
            <a:lvl1pPr>
              <a:spcBef>
                <a:spcPts val="0"/>
              </a:spcBef>
              <a:defRPr sz="1400"/>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US"/>
              <a:t>Click to edit Master text styles</a:t>
            </a:r>
          </a:p>
          <a:p>
            <a:pPr lvl="1"/>
            <a:r>
              <a:rPr lang="en-US"/>
              <a:t>Second level</a:t>
            </a:r>
          </a:p>
        </p:txBody>
      </p:sp>
      <p:sp>
        <p:nvSpPr>
          <p:cNvPr id="25" name="Text Placeholder 21">
            <a:extLst>
              <a:ext uri="{FF2B5EF4-FFF2-40B4-BE49-F238E27FC236}">
                <a16:creationId xmlns:a16="http://schemas.microsoft.com/office/drawing/2014/main" id="{243BEEFB-1A86-4945-8F20-66E3C9ADFBC7}"/>
              </a:ext>
            </a:extLst>
          </p:cNvPr>
          <p:cNvSpPr>
            <a:spLocks noGrp="1"/>
          </p:cNvSpPr>
          <p:nvPr>
            <p:ph type="body" sz="quarter" idx="17"/>
          </p:nvPr>
        </p:nvSpPr>
        <p:spPr>
          <a:xfrm>
            <a:off x="8170043" y="4413901"/>
            <a:ext cx="3273131" cy="833490"/>
          </a:xfrm>
        </p:spPr>
        <p:txBody>
          <a:bodyPr/>
          <a:lstStyle>
            <a:lvl1pPr>
              <a:spcBef>
                <a:spcPts val="0"/>
              </a:spcBef>
              <a:defRPr sz="1400"/>
            </a:lvl1pPr>
            <a:lvl2pPr>
              <a:spcBef>
                <a:spcPts val="0"/>
              </a:spcBef>
              <a:defRPr sz="1400"/>
            </a:lvl2pPr>
            <a:lvl3pPr>
              <a:spcBef>
                <a:spcPts val="0"/>
              </a:spcBef>
              <a:defRPr sz="1400"/>
            </a:lvl3pPr>
            <a:lvl4pPr>
              <a:spcBef>
                <a:spcPts val="0"/>
              </a:spcBef>
              <a:defRPr sz="1400"/>
            </a:lvl4pPr>
            <a:lvl5pPr>
              <a:spcBef>
                <a:spcPts val="0"/>
              </a:spcBef>
              <a:defRPr sz="1400"/>
            </a:lvl5pPr>
          </a:lstStyle>
          <a:p>
            <a:pPr lvl="0"/>
            <a:r>
              <a:rPr lang="en-US"/>
              <a:t>Click to edit Master text styles</a:t>
            </a:r>
          </a:p>
          <a:p>
            <a:pPr lvl="1"/>
            <a:r>
              <a:rPr lang="en-US"/>
              <a:t>Second level</a:t>
            </a:r>
          </a:p>
        </p:txBody>
      </p:sp>
      <p:cxnSp>
        <p:nvCxnSpPr>
          <p:cNvPr id="21" name="Straight Connector 20">
            <a:extLst>
              <a:ext uri="{FF2B5EF4-FFF2-40B4-BE49-F238E27FC236}">
                <a16:creationId xmlns:a16="http://schemas.microsoft.com/office/drawing/2014/main" id="{69A01586-C323-3C10-2869-84273E1E51F4}"/>
              </a:ext>
            </a:extLst>
          </p:cNvPr>
          <p:cNvCxnSpPr>
            <a:cxnSpLocks/>
          </p:cNvCxnSpPr>
          <p:nvPr userDrawn="1"/>
        </p:nvCxnSpPr>
        <p:spPr>
          <a:xfrm>
            <a:off x="6126203" y="1677410"/>
            <a:ext cx="0" cy="18711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64725B1-E8C0-569D-4348-B8D2BD93E706}"/>
              </a:ext>
            </a:extLst>
          </p:cNvPr>
          <p:cNvCxnSpPr>
            <a:cxnSpLocks/>
          </p:cNvCxnSpPr>
          <p:nvPr userDrawn="1"/>
        </p:nvCxnSpPr>
        <p:spPr>
          <a:xfrm>
            <a:off x="6126203" y="4014884"/>
            <a:ext cx="0" cy="18711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86A2C62-5D88-C3DE-4315-E65A4B935E80}"/>
              </a:ext>
            </a:extLst>
          </p:cNvPr>
          <p:cNvCxnSpPr/>
          <p:nvPr userDrawn="1"/>
        </p:nvCxnSpPr>
        <p:spPr>
          <a:xfrm flipH="1">
            <a:off x="483870" y="3781741"/>
            <a:ext cx="545915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CC2A1FA-D053-73D2-E592-CF302142BFC1}"/>
              </a:ext>
            </a:extLst>
          </p:cNvPr>
          <p:cNvCxnSpPr/>
          <p:nvPr userDrawn="1"/>
        </p:nvCxnSpPr>
        <p:spPr>
          <a:xfrm flipH="1">
            <a:off x="6309387" y="3781741"/>
            <a:ext cx="545915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 Placeholder 3">
            <a:extLst>
              <a:ext uri="{FF2B5EF4-FFF2-40B4-BE49-F238E27FC236}">
                <a16:creationId xmlns:a16="http://schemas.microsoft.com/office/drawing/2014/main" id="{312C9917-1C35-94AB-3619-81996C2C4B4D}"/>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11324083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our Up 2">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F675797-F0AF-7D47-B826-B1C69AB2E373}"/>
              </a:ext>
            </a:extLst>
          </p:cNvPr>
          <p:cNvSpPr>
            <a:spLocks noGrp="1"/>
          </p:cNvSpPr>
          <p:nvPr>
            <p:ph type="body" sz="quarter" idx="18"/>
          </p:nvPr>
        </p:nvSpPr>
        <p:spPr>
          <a:xfrm>
            <a:off x="457200" y="1737622"/>
            <a:ext cx="5605272" cy="2092698"/>
          </a:xfrm>
          <a:solidFill>
            <a:schemeClr val="bg2"/>
          </a:solidFill>
        </p:spPr>
        <p:txBody>
          <a:bodyPr/>
          <a:lstStyle>
            <a:lvl1pPr>
              <a:defRPr sz="100" b="0" i="0">
                <a:solidFill>
                  <a:schemeClr val="bg2">
                    <a:alpha val="0"/>
                  </a:schemeClr>
                </a:solidFill>
                <a:latin typeface="Elevance Sans" pitchFamily="2" charset="77"/>
                <a:cs typeface="Elevance Sans" pitchFamily="2" charset="0"/>
              </a:defRPr>
            </a:lvl1pPr>
            <a:lvl2pPr>
              <a:defRPr>
                <a:solidFill>
                  <a:schemeClr val="bg1">
                    <a:alpha val="0"/>
                  </a:schemeClr>
                </a:solidFill>
              </a:defRPr>
            </a:lvl2pPr>
            <a:lvl3pPr>
              <a:defRPr>
                <a:solidFill>
                  <a:schemeClr val="bg1">
                    <a:alpha val="0"/>
                  </a:schemeClr>
                </a:solidFill>
              </a:defRPr>
            </a:lvl3pPr>
            <a:lvl4pPr>
              <a:defRPr>
                <a:solidFill>
                  <a:schemeClr val="bg1">
                    <a:alpha val="0"/>
                  </a:schemeClr>
                </a:solidFill>
              </a:defRPr>
            </a:lvl4pPr>
            <a:lvl5pPr>
              <a:defRPr>
                <a:solidFill>
                  <a:schemeClr val="bg1">
                    <a:alpha val="0"/>
                  </a:schemeClr>
                </a:solidFill>
              </a:defRPr>
            </a:lvl5pPr>
          </a:lstStyle>
          <a:p>
            <a:pPr lvl="0"/>
            <a:r>
              <a:rPr lang="en-US"/>
              <a:t>Click to edit Master text styles</a:t>
            </a:r>
          </a:p>
        </p:txBody>
      </p:sp>
      <p:sp>
        <p:nvSpPr>
          <p:cNvPr id="33" name="Text Placeholder 4">
            <a:extLst>
              <a:ext uri="{FF2B5EF4-FFF2-40B4-BE49-F238E27FC236}">
                <a16:creationId xmlns:a16="http://schemas.microsoft.com/office/drawing/2014/main" id="{7F6EDBC3-168B-CF46-BFC4-E8C95CFB3499}"/>
              </a:ext>
            </a:extLst>
          </p:cNvPr>
          <p:cNvSpPr>
            <a:spLocks noGrp="1"/>
          </p:cNvSpPr>
          <p:nvPr>
            <p:ph type="body" sz="quarter" idx="19"/>
          </p:nvPr>
        </p:nvSpPr>
        <p:spPr>
          <a:xfrm>
            <a:off x="6126480" y="1737622"/>
            <a:ext cx="5605272" cy="2092698"/>
          </a:xfrm>
          <a:solidFill>
            <a:schemeClr val="bg2"/>
          </a:solidFill>
        </p:spPr>
        <p:txBody>
          <a:bodyPr/>
          <a:lstStyle>
            <a:lvl1pPr>
              <a:defRPr sz="100" b="0" i="0">
                <a:solidFill>
                  <a:schemeClr val="bg2">
                    <a:alpha val="0"/>
                  </a:schemeClr>
                </a:solidFill>
                <a:latin typeface="Elevance Sans" pitchFamily="2" charset="77"/>
                <a:cs typeface="Elevance Sans" pitchFamily="2" charset="0"/>
              </a:defRPr>
            </a:lvl1pPr>
            <a:lvl2pPr>
              <a:defRPr>
                <a:solidFill>
                  <a:schemeClr val="bg1">
                    <a:alpha val="0"/>
                  </a:schemeClr>
                </a:solidFill>
              </a:defRPr>
            </a:lvl2pPr>
            <a:lvl3pPr>
              <a:defRPr>
                <a:solidFill>
                  <a:schemeClr val="bg1">
                    <a:alpha val="0"/>
                  </a:schemeClr>
                </a:solidFill>
              </a:defRPr>
            </a:lvl3pPr>
            <a:lvl4pPr>
              <a:defRPr>
                <a:solidFill>
                  <a:schemeClr val="bg1">
                    <a:alpha val="0"/>
                  </a:schemeClr>
                </a:solidFill>
              </a:defRPr>
            </a:lvl4pPr>
            <a:lvl5pPr>
              <a:defRPr>
                <a:solidFill>
                  <a:schemeClr val="bg1">
                    <a:alpha val="0"/>
                  </a:schemeClr>
                </a:solidFill>
              </a:defRPr>
            </a:lvl5pPr>
          </a:lstStyle>
          <a:p>
            <a:pPr lvl="0"/>
            <a:r>
              <a:rPr lang="en-US"/>
              <a:t>Click to edit Master text styles</a:t>
            </a:r>
          </a:p>
        </p:txBody>
      </p:sp>
      <p:sp>
        <p:nvSpPr>
          <p:cNvPr id="34" name="Text Placeholder 4">
            <a:extLst>
              <a:ext uri="{FF2B5EF4-FFF2-40B4-BE49-F238E27FC236}">
                <a16:creationId xmlns:a16="http://schemas.microsoft.com/office/drawing/2014/main" id="{0CE2A664-C16E-5147-9B30-8AD5A22398E3}"/>
              </a:ext>
            </a:extLst>
          </p:cNvPr>
          <p:cNvSpPr>
            <a:spLocks noGrp="1"/>
          </p:cNvSpPr>
          <p:nvPr>
            <p:ph type="body" sz="quarter" idx="20"/>
          </p:nvPr>
        </p:nvSpPr>
        <p:spPr>
          <a:xfrm>
            <a:off x="457200" y="3905766"/>
            <a:ext cx="5605272" cy="2092698"/>
          </a:xfrm>
          <a:solidFill>
            <a:schemeClr val="bg2"/>
          </a:solidFill>
        </p:spPr>
        <p:txBody>
          <a:bodyPr/>
          <a:lstStyle>
            <a:lvl1pPr>
              <a:defRPr sz="100" b="0" i="0">
                <a:solidFill>
                  <a:schemeClr val="bg2">
                    <a:alpha val="0"/>
                  </a:schemeClr>
                </a:solidFill>
                <a:latin typeface="Elevance Sans" pitchFamily="2" charset="77"/>
                <a:cs typeface="Elevance Sans" pitchFamily="2" charset="0"/>
              </a:defRPr>
            </a:lvl1pPr>
            <a:lvl2pPr>
              <a:defRPr>
                <a:solidFill>
                  <a:schemeClr val="bg1">
                    <a:alpha val="0"/>
                  </a:schemeClr>
                </a:solidFill>
              </a:defRPr>
            </a:lvl2pPr>
            <a:lvl3pPr>
              <a:defRPr>
                <a:solidFill>
                  <a:schemeClr val="bg1">
                    <a:alpha val="0"/>
                  </a:schemeClr>
                </a:solidFill>
              </a:defRPr>
            </a:lvl3pPr>
            <a:lvl4pPr>
              <a:defRPr>
                <a:solidFill>
                  <a:schemeClr val="bg1">
                    <a:alpha val="0"/>
                  </a:schemeClr>
                </a:solidFill>
              </a:defRPr>
            </a:lvl4pPr>
            <a:lvl5pPr>
              <a:defRPr>
                <a:solidFill>
                  <a:schemeClr val="bg1">
                    <a:alpha val="0"/>
                  </a:schemeClr>
                </a:solidFill>
              </a:defRPr>
            </a:lvl5pPr>
          </a:lstStyle>
          <a:p>
            <a:pPr lvl="0"/>
            <a:r>
              <a:rPr lang="en-US"/>
              <a:t>Click to edit Master text styles</a:t>
            </a:r>
          </a:p>
        </p:txBody>
      </p:sp>
      <p:sp>
        <p:nvSpPr>
          <p:cNvPr id="35" name="Text Placeholder 4">
            <a:extLst>
              <a:ext uri="{FF2B5EF4-FFF2-40B4-BE49-F238E27FC236}">
                <a16:creationId xmlns:a16="http://schemas.microsoft.com/office/drawing/2014/main" id="{61CE08F7-4DC1-5549-B0ED-CCB370F612C8}"/>
              </a:ext>
            </a:extLst>
          </p:cNvPr>
          <p:cNvSpPr>
            <a:spLocks noGrp="1"/>
          </p:cNvSpPr>
          <p:nvPr>
            <p:ph type="body" sz="quarter" idx="21"/>
          </p:nvPr>
        </p:nvSpPr>
        <p:spPr>
          <a:xfrm>
            <a:off x="6126480" y="3905766"/>
            <a:ext cx="5605272" cy="2092698"/>
          </a:xfrm>
          <a:solidFill>
            <a:schemeClr val="bg2"/>
          </a:solidFill>
        </p:spPr>
        <p:txBody>
          <a:bodyPr/>
          <a:lstStyle>
            <a:lvl1pPr>
              <a:defRPr sz="100" b="0" i="0">
                <a:solidFill>
                  <a:schemeClr val="bg2">
                    <a:alpha val="0"/>
                  </a:schemeClr>
                </a:solidFill>
                <a:latin typeface="Elevance Sans" pitchFamily="2" charset="77"/>
                <a:cs typeface="Elevance Sans" pitchFamily="2" charset="0"/>
              </a:defRPr>
            </a:lvl1pPr>
            <a:lvl2pPr>
              <a:defRPr>
                <a:solidFill>
                  <a:schemeClr val="bg1">
                    <a:alpha val="0"/>
                  </a:schemeClr>
                </a:solidFill>
              </a:defRPr>
            </a:lvl2pPr>
            <a:lvl3pPr>
              <a:defRPr>
                <a:solidFill>
                  <a:schemeClr val="bg1">
                    <a:alpha val="0"/>
                  </a:schemeClr>
                </a:solidFill>
              </a:defRPr>
            </a:lvl3pPr>
            <a:lvl4pPr>
              <a:defRPr>
                <a:solidFill>
                  <a:schemeClr val="bg1">
                    <a:alpha val="0"/>
                  </a:schemeClr>
                </a:solidFill>
              </a:defRPr>
            </a:lvl4pPr>
            <a:lvl5pPr>
              <a:defRPr>
                <a:solidFill>
                  <a:schemeClr val="bg1">
                    <a:alpha val="0"/>
                  </a:schemeClr>
                </a:solidFill>
              </a:defRPr>
            </a:lvl5pPr>
          </a:lstStyle>
          <a:p>
            <a:pPr lvl="0"/>
            <a:r>
              <a:rPr lang="en-US"/>
              <a:t>Click to edit Master text styles</a:t>
            </a:r>
          </a:p>
        </p:txBody>
      </p:sp>
      <p:sp>
        <p:nvSpPr>
          <p:cNvPr id="23" name="Text Placeholder 21">
            <a:extLst>
              <a:ext uri="{FF2B5EF4-FFF2-40B4-BE49-F238E27FC236}">
                <a16:creationId xmlns:a16="http://schemas.microsoft.com/office/drawing/2014/main" id="{57A54F8C-EE30-B641-981C-F41296996185}"/>
              </a:ext>
            </a:extLst>
          </p:cNvPr>
          <p:cNvSpPr>
            <a:spLocks noGrp="1"/>
          </p:cNvSpPr>
          <p:nvPr>
            <p:ph type="body" sz="quarter" idx="15"/>
          </p:nvPr>
        </p:nvSpPr>
        <p:spPr>
          <a:xfrm>
            <a:off x="6690868" y="2311643"/>
            <a:ext cx="4183320" cy="1049059"/>
          </a:xfrm>
        </p:spPr>
        <p:txBody>
          <a:bodyPr/>
          <a:lstStyle>
            <a:lvl1pPr>
              <a:spcBef>
                <a:spcPts val="0"/>
              </a:spcBef>
              <a:defRPr sz="1600"/>
            </a:lvl1pPr>
            <a:lvl2pPr>
              <a:spcBef>
                <a:spcPts val="0"/>
              </a:spcBef>
              <a:defRPr sz="1600"/>
            </a:lvl2pPr>
            <a:lvl3pPr>
              <a:spcBef>
                <a:spcPts val="0"/>
              </a:spcBef>
              <a:defRPr sz="1400"/>
            </a:lvl3pPr>
            <a:lvl4pPr>
              <a:spcBef>
                <a:spcPts val="0"/>
              </a:spcBef>
              <a:defRPr sz="1400"/>
            </a:lvl4pPr>
            <a:lvl5pPr>
              <a:spcBef>
                <a:spcPts val="0"/>
              </a:spcBef>
              <a:defRPr sz="1400"/>
            </a:lvl5pPr>
          </a:lstStyle>
          <a:p>
            <a:pPr lvl="0"/>
            <a:r>
              <a:rPr lang="en-US"/>
              <a:t>Click to edit Master text styles</a:t>
            </a:r>
          </a:p>
          <a:p>
            <a:pPr lvl="1"/>
            <a:r>
              <a:rPr lang="en-US"/>
              <a:t>Second level</a:t>
            </a:r>
          </a:p>
        </p:txBody>
      </p:sp>
      <p:sp>
        <p:nvSpPr>
          <p:cNvPr id="22" name="Text Placeholder 21">
            <a:extLst>
              <a:ext uri="{FF2B5EF4-FFF2-40B4-BE49-F238E27FC236}">
                <a16:creationId xmlns:a16="http://schemas.microsoft.com/office/drawing/2014/main" id="{7AF18322-8B69-3541-84FE-64063D8B6169}"/>
              </a:ext>
            </a:extLst>
          </p:cNvPr>
          <p:cNvSpPr>
            <a:spLocks noGrp="1"/>
          </p:cNvSpPr>
          <p:nvPr>
            <p:ph type="body" sz="quarter" idx="14"/>
          </p:nvPr>
        </p:nvSpPr>
        <p:spPr>
          <a:xfrm>
            <a:off x="997498" y="2311643"/>
            <a:ext cx="4183320" cy="1049059"/>
          </a:xfrm>
        </p:spPr>
        <p:txBody>
          <a:bodyPr/>
          <a:lstStyle>
            <a:lvl1pPr>
              <a:spcBef>
                <a:spcPts val="0"/>
              </a:spcBef>
              <a:defRPr sz="1600"/>
            </a:lvl1pPr>
            <a:lvl2pPr>
              <a:spcBef>
                <a:spcPts val="0"/>
              </a:spcBef>
              <a:defRPr sz="1600"/>
            </a:lvl2pPr>
            <a:lvl3pPr>
              <a:spcBef>
                <a:spcPts val="0"/>
              </a:spcBef>
              <a:defRPr sz="1400"/>
            </a:lvl3pPr>
            <a:lvl4pPr>
              <a:spcBef>
                <a:spcPts val="0"/>
              </a:spcBef>
              <a:defRPr sz="1400"/>
            </a:lvl4pPr>
            <a:lvl5pPr>
              <a:spcBef>
                <a:spcPts val="0"/>
              </a:spcBef>
              <a:defRPr sz="1400"/>
            </a:lvl5pPr>
          </a:lstStyle>
          <a:p>
            <a:pPr lvl="0"/>
            <a:r>
              <a:rPr lang="en-US"/>
              <a:t>Click to edit Master text styles</a:t>
            </a:r>
          </a:p>
          <a:p>
            <a:pPr lvl="1"/>
            <a:r>
              <a:rPr lang="en-US"/>
              <a:t>Second level</a:t>
            </a:r>
          </a:p>
        </p:txBody>
      </p:sp>
      <p:sp>
        <p:nvSpPr>
          <p:cNvPr id="24" name="Text Placeholder 21">
            <a:extLst>
              <a:ext uri="{FF2B5EF4-FFF2-40B4-BE49-F238E27FC236}">
                <a16:creationId xmlns:a16="http://schemas.microsoft.com/office/drawing/2014/main" id="{E20B307F-7584-6E44-A9BF-B92167B86D1E}"/>
              </a:ext>
            </a:extLst>
          </p:cNvPr>
          <p:cNvSpPr>
            <a:spLocks noGrp="1"/>
          </p:cNvSpPr>
          <p:nvPr>
            <p:ph type="body" sz="quarter" idx="16"/>
          </p:nvPr>
        </p:nvSpPr>
        <p:spPr>
          <a:xfrm>
            <a:off x="997498" y="4471056"/>
            <a:ext cx="4183320" cy="1049059"/>
          </a:xfrm>
        </p:spPr>
        <p:txBody>
          <a:bodyPr/>
          <a:lstStyle>
            <a:lvl1pPr>
              <a:spcBef>
                <a:spcPts val="0"/>
              </a:spcBef>
              <a:defRPr sz="1600"/>
            </a:lvl1pPr>
            <a:lvl2pPr>
              <a:spcBef>
                <a:spcPts val="0"/>
              </a:spcBef>
              <a:defRPr sz="1600"/>
            </a:lvl2pPr>
            <a:lvl3pPr>
              <a:spcBef>
                <a:spcPts val="0"/>
              </a:spcBef>
              <a:defRPr sz="1400"/>
            </a:lvl3pPr>
            <a:lvl4pPr>
              <a:spcBef>
                <a:spcPts val="0"/>
              </a:spcBef>
              <a:defRPr sz="1400"/>
            </a:lvl4pPr>
            <a:lvl5pPr>
              <a:spcBef>
                <a:spcPts val="0"/>
              </a:spcBef>
              <a:defRPr sz="1400"/>
            </a:lvl5pPr>
          </a:lstStyle>
          <a:p>
            <a:pPr lvl="0"/>
            <a:r>
              <a:rPr lang="en-US"/>
              <a:t>Click to edit Master text styles</a:t>
            </a:r>
          </a:p>
          <a:p>
            <a:pPr lvl="1"/>
            <a:r>
              <a:rPr lang="en-US"/>
              <a:t>Second level</a:t>
            </a:r>
          </a:p>
        </p:txBody>
      </p:sp>
      <p:sp>
        <p:nvSpPr>
          <p:cNvPr id="25" name="Text Placeholder 21">
            <a:extLst>
              <a:ext uri="{FF2B5EF4-FFF2-40B4-BE49-F238E27FC236}">
                <a16:creationId xmlns:a16="http://schemas.microsoft.com/office/drawing/2014/main" id="{243BEEFB-1A86-4945-8F20-66E3C9ADFBC7}"/>
              </a:ext>
            </a:extLst>
          </p:cNvPr>
          <p:cNvSpPr>
            <a:spLocks noGrp="1"/>
          </p:cNvSpPr>
          <p:nvPr>
            <p:ph type="body" sz="quarter" idx="17"/>
          </p:nvPr>
        </p:nvSpPr>
        <p:spPr>
          <a:xfrm>
            <a:off x="6690868" y="4471056"/>
            <a:ext cx="4183320" cy="1049059"/>
          </a:xfrm>
        </p:spPr>
        <p:txBody>
          <a:bodyPr/>
          <a:lstStyle>
            <a:lvl1pPr>
              <a:spcBef>
                <a:spcPts val="0"/>
              </a:spcBef>
              <a:defRPr sz="1600"/>
            </a:lvl1pPr>
            <a:lvl2pPr>
              <a:spcBef>
                <a:spcPts val="0"/>
              </a:spcBef>
              <a:defRPr sz="1600"/>
            </a:lvl2pPr>
            <a:lvl3pPr>
              <a:spcBef>
                <a:spcPts val="0"/>
              </a:spcBef>
              <a:defRPr sz="1400"/>
            </a:lvl3pPr>
            <a:lvl4pPr>
              <a:spcBef>
                <a:spcPts val="0"/>
              </a:spcBef>
              <a:defRPr sz="1400"/>
            </a:lvl4pPr>
            <a:lvl5pPr>
              <a:spcBef>
                <a:spcPts val="0"/>
              </a:spcBef>
              <a:defRPr sz="1400"/>
            </a:lvl5pPr>
          </a:lstStyle>
          <a:p>
            <a:pPr lvl="0"/>
            <a:r>
              <a:rPr lang="en-US"/>
              <a:t>Click to edit Master text styles</a:t>
            </a:r>
          </a:p>
          <a:p>
            <a:pPr lvl="1"/>
            <a:r>
              <a:rPr lang="en-US"/>
              <a:t>Second level</a:t>
            </a:r>
          </a:p>
        </p:txBody>
      </p:sp>
      <p:sp>
        <p:nvSpPr>
          <p:cNvPr id="4" name="Title 3">
            <a:extLst>
              <a:ext uri="{FF2B5EF4-FFF2-40B4-BE49-F238E27FC236}">
                <a16:creationId xmlns:a16="http://schemas.microsoft.com/office/drawing/2014/main" id="{94E75330-0906-7041-819F-960237FD5FBB}"/>
              </a:ext>
            </a:extLst>
          </p:cNvPr>
          <p:cNvSpPr>
            <a:spLocks noGrp="1"/>
          </p:cNvSpPr>
          <p:nvPr>
            <p:ph type="title" hasCustomPrompt="1"/>
          </p:nvPr>
        </p:nvSpPr>
        <p:spPr/>
        <p:txBody>
          <a:bodyPr/>
          <a:lstStyle/>
          <a:p>
            <a:r>
              <a:rPr lang="en-US"/>
              <a:t>Click to edit master title style</a:t>
            </a:r>
          </a:p>
        </p:txBody>
      </p:sp>
      <p:sp>
        <p:nvSpPr>
          <p:cNvPr id="2" name="Text Placeholder 3">
            <a:extLst>
              <a:ext uri="{FF2B5EF4-FFF2-40B4-BE49-F238E27FC236}">
                <a16:creationId xmlns:a16="http://schemas.microsoft.com/office/drawing/2014/main" id="{55F87DCA-C307-0DBB-3821-60128F71D466}"/>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34726715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our Up 3">
    <p:bg>
      <p:bgPr>
        <a:solidFill>
          <a:schemeClr val="accent1"/>
        </a:solidFill>
        <a:effectLst/>
      </p:bgPr>
    </p:bg>
    <p:spTree>
      <p:nvGrpSpPr>
        <p:cNvPr id="1" name=""/>
        <p:cNvGrpSpPr/>
        <p:nvPr/>
      </p:nvGrpSpPr>
      <p:grpSpPr>
        <a:xfrm>
          <a:off x="0" y="0"/>
          <a:ext cx="0" cy="0"/>
          <a:chOff x="0" y="0"/>
          <a:chExt cx="0" cy="0"/>
        </a:xfrm>
      </p:grpSpPr>
      <p:sp>
        <p:nvSpPr>
          <p:cNvPr id="37" name="Text Placeholder 4">
            <a:extLst>
              <a:ext uri="{FF2B5EF4-FFF2-40B4-BE49-F238E27FC236}">
                <a16:creationId xmlns:a16="http://schemas.microsoft.com/office/drawing/2014/main" id="{875F6157-AD74-F941-B422-398794332098}"/>
              </a:ext>
            </a:extLst>
          </p:cNvPr>
          <p:cNvSpPr>
            <a:spLocks noGrp="1"/>
          </p:cNvSpPr>
          <p:nvPr>
            <p:ph type="body" sz="quarter" idx="19"/>
          </p:nvPr>
        </p:nvSpPr>
        <p:spPr>
          <a:xfrm>
            <a:off x="4684391" y="1737621"/>
            <a:ext cx="2327987" cy="4269479"/>
          </a:xfrm>
          <a:solidFill>
            <a:srgbClr val="F5F5F5"/>
          </a:solidFill>
        </p:spPr>
        <p:txBody>
          <a:bodyPr/>
          <a:lstStyle>
            <a:lvl1pPr>
              <a:defRPr sz="100" b="0" i="0">
                <a:solidFill>
                  <a:schemeClr val="bg2">
                    <a:alpha val="0"/>
                  </a:schemeClr>
                </a:solidFill>
                <a:latin typeface="Elevance Sans" pitchFamily="2" charset="77"/>
                <a:cs typeface="Elevance Sans" pitchFamily="2" charset="0"/>
              </a:defRPr>
            </a:lvl1pPr>
            <a:lvl2pPr>
              <a:defRPr>
                <a:solidFill>
                  <a:schemeClr val="bg1">
                    <a:alpha val="0"/>
                  </a:schemeClr>
                </a:solidFill>
              </a:defRPr>
            </a:lvl2pPr>
            <a:lvl3pPr>
              <a:defRPr>
                <a:solidFill>
                  <a:schemeClr val="bg1">
                    <a:alpha val="0"/>
                  </a:schemeClr>
                </a:solidFill>
              </a:defRPr>
            </a:lvl3pPr>
            <a:lvl4pPr>
              <a:defRPr>
                <a:solidFill>
                  <a:schemeClr val="bg1">
                    <a:alpha val="0"/>
                  </a:schemeClr>
                </a:solidFill>
              </a:defRPr>
            </a:lvl4pPr>
            <a:lvl5pPr>
              <a:defRPr>
                <a:solidFill>
                  <a:schemeClr val="bg1">
                    <a:alpha val="0"/>
                  </a:schemeClr>
                </a:solidFill>
              </a:defRPr>
            </a:lvl5pPr>
          </a:lstStyle>
          <a:p>
            <a:pPr lvl="0"/>
            <a:r>
              <a:rPr lang="en-US"/>
              <a:t>Click to edit Master text styles</a:t>
            </a:r>
          </a:p>
        </p:txBody>
      </p:sp>
      <p:sp>
        <p:nvSpPr>
          <p:cNvPr id="38" name="Text Placeholder 4">
            <a:extLst>
              <a:ext uri="{FF2B5EF4-FFF2-40B4-BE49-F238E27FC236}">
                <a16:creationId xmlns:a16="http://schemas.microsoft.com/office/drawing/2014/main" id="{0B9D8E76-D2A2-5648-B2DB-A62CD2D6A61B}"/>
              </a:ext>
            </a:extLst>
          </p:cNvPr>
          <p:cNvSpPr>
            <a:spLocks noGrp="1"/>
          </p:cNvSpPr>
          <p:nvPr>
            <p:ph type="body" sz="quarter" idx="20"/>
          </p:nvPr>
        </p:nvSpPr>
        <p:spPr>
          <a:xfrm>
            <a:off x="7044077" y="1737621"/>
            <a:ext cx="2327987" cy="4269479"/>
          </a:xfrm>
          <a:solidFill>
            <a:srgbClr val="F5F5F5"/>
          </a:solidFill>
        </p:spPr>
        <p:txBody>
          <a:bodyPr/>
          <a:lstStyle>
            <a:lvl1pPr>
              <a:defRPr sz="100" b="0" i="0">
                <a:solidFill>
                  <a:schemeClr val="bg2">
                    <a:alpha val="0"/>
                  </a:schemeClr>
                </a:solidFill>
                <a:latin typeface="Elevance Sans" pitchFamily="2" charset="77"/>
                <a:cs typeface="Elevance Sans" pitchFamily="2" charset="0"/>
              </a:defRPr>
            </a:lvl1pPr>
            <a:lvl2pPr>
              <a:defRPr>
                <a:solidFill>
                  <a:schemeClr val="bg1">
                    <a:alpha val="0"/>
                  </a:schemeClr>
                </a:solidFill>
              </a:defRPr>
            </a:lvl2pPr>
            <a:lvl3pPr>
              <a:defRPr>
                <a:solidFill>
                  <a:schemeClr val="bg1">
                    <a:alpha val="0"/>
                  </a:schemeClr>
                </a:solidFill>
              </a:defRPr>
            </a:lvl3pPr>
            <a:lvl4pPr>
              <a:defRPr>
                <a:solidFill>
                  <a:schemeClr val="bg1">
                    <a:alpha val="0"/>
                  </a:schemeClr>
                </a:solidFill>
              </a:defRPr>
            </a:lvl4pPr>
            <a:lvl5pPr>
              <a:defRPr>
                <a:solidFill>
                  <a:schemeClr val="bg1">
                    <a:alpha val="0"/>
                  </a:schemeClr>
                </a:solidFill>
              </a:defRPr>
            </a:lvl5pPr>
          </a:lstStyle>
          <a:p>
            <a:pPr lvl="0"/>
            <a:r>
              <a:rPr lang="en-US"/>
              <a:t>Click to edit Master text styles</a:t>
            </a:r>
          </a:p>
        </p:txBody>
      </p:sp>
      <p:sp>
        <p:nvSpPr>
          <p:cNvPr id="39" name="Text Placeholder 4">
            <a:extLst>
              <a:ext uri="{FF2B5EF4-FFF2-40B4-BE49-F238E27FC236}">
                <a16:creationId xmlns:a16="http://schemas.microsoft.com/office/drawing/2014/main" id="{20492DC6-9657-A84D-AA7B-58D54CBB7A2A}"/>
              </a:ext>
            </a:extLst>
          </p:cNvPr>
          <p:cNvSpPr>
            <a:spLocks noGrp="1"/>
          </p:cNvSpPr>
          <p:nvPr>
            <p:ph type="body" sz="quarter" idx="21"/>
          </p:nvPr>
        </p:nvSpPr>
        <p:spPr>
          <a:xfrm>
            <a:off x="9403763" y="1737621"/>
            <a:ext cx="2327987" cy="4269479"/>
          </a:xfrm>
          <a:solidFill>
            <a:srgbClr val="F5F5F5"/>
          </a:solidFill>
        </p:spPr>
        <p:txBody>
          <a:bodyPr/>
          <a:lstStyle>
            <a:lvl1pPr>
              <a:defRPr sz="100" b="0" i="0">
                <a:solidFill>
                  <a:schemeClr val="bg2">
                    <a:alpha val="0"/>
                  </a:schemeClr>
                </a:solidFill>
                <a:latin typeface="Elevance Sans" pitchFamily="2" charset="77"/>
                <a:cs typeface="Elevance Sans" pitchFamily="2" charset="0"/>
              </a:defRPr>
            </a:lvl1pPr>
            <a:lvl2pPr>
              <a:defRPr>
                <a:solidFill>
                  <a:schemeClr val="bg1">
                    <a:alpha val="0"/>
                  </a:schemeClr>
                </a:solidFill>
              </a:defRPr>
            </a:lvl2pPr>
            <a:lvl3pPr>
              <a:defRPr>
                <a:solidFill>
                  <a:schemeClr val="bg1">
                    <a:alpha val="0"/>
                  </a:schemeClr>
                </a:solidFill>
              </a:defRPr>
            </a:lvl3pPr>
            <a:lvl4pPr>
              <a:defRPr>
                <a:solidFill>
                  <a:schemeClr val="bg1">
                    <a:alpha val="0"/>
                  </a:schemeClr>
                </a:solidFill>
              </a:defRPr>
            </a:lvl4pPr>
            <a:lvl5pPr>
              <a:defRPr>
                <a:solidFill>
                  <a:schemeClr val="bg1">
                    <a:alpha val="0"/>
                  </a:schemeClr>
                </a:solidFill>
              </a:defRPr>
            </a:lvl5pPr>
          </a:lstStyle>
          <a:p>
            <a:pPr lvl="0"/>
            <a:r>
              <a:rPr lang="en-US"/>
              <a:t>Click to edit Master text styles</a:t>
            </a:r>
          </a:p>
        </p:txBody>
      </p:sp>
      <p:sp>
        <p:nvSpPr>
          <p:cNvPr id="43" name="Text Placeholder 7">
            <a:extLst>
              <a:ext uri="{FF2B5EF4-FFF2-40B4-BE49-F238E27FC236}">
                <a16:creationId xmlns:a16="http://schemas.microsoft.com/office/drawing/2014/main" id="{7C67F79F-A16B-8F48-A460-2D06F52DCC63}"/>
              </a:ext>
            </a:extLst>
          </p:cNvPr>
          <p:cNvSpPr>
            <a:spLocks noGrp="1"/>
          </p:cNvSpPr>
          <p:nvPr>
            <p:ph type="body" sz="quarter" idx="27"/>
          </p:nvPr>
        </p:nvSpPr>
        <p:spPr>
          <a:xfrm>
            <a:off x="7275725" y="2629502"/>
            <a:ext cx="1802369" cy="2976168"/>
          </a:xfrm>
        </p:spPr>
        <p:txBody>
          <a:bodyPr/>
          <a:lstStyle>
            <a:lvl1pPr>
              <a:defRPr sz="1400" b="0" i="0">
                <a:latin typeface="Elevance Sans" pitchFamily="2" charset="77"/>
              </a:defRPr>
            </a:lvl1pPr>
          </a:lstStyle>
          <a:p>
            <a:pPr lvl="0"/>
            <a:r>
              <a:rPr lang="en-US"/>
              <a:t>Click to edit Master text styles</a:t>
            </a:r>
          </a:p>
        </p:txBody>
      </p:sp>
      <p:sp>
        <p:nvSpPr>
          <p:cNvPr id="8" name="Text Placeholder 7">
            <a:extLst>
              <a:ext uri="{FF2B5EF4-FFF2-40B4-BE49-F238E27FC236}">
                <a16:creationId xmlns:a16="http://schemas.microsoft.com/office/drawing/2014/main" id="{4C09F171-D2FC-724F-A2F1-83AC74A0C414}"/>
              </a:ext>
            </a:extLst>
          </p:cNvPr>
          <p:cNvSpPr>
            <a:spLocks noGrp="1"/>
          </p:cNvSpPr>
          <p:nvPr>
            <p:ph type="body" sz="quarter" idx="26"/>
          </p:nvPr>
        </p:nvSpPr>
        <p:spPr>
          <a:xfrm>
            <a:off x="4939795" y="2629502"/>
            <a:ext cx="1802369" cy="2976168"/>
          </a:xfrm>
        </p:spPr>
        <p:txBody>
          <a:bodyPr/>
          <a:lstStyle>
            <a:lvl1pPr>
              <a:defRPr sz="1400" b="0" i="0">
                <a:latin typeface="Elevance Sans" pitchFamily="2" charset="77"/>
              </a:defRPr>
            </a:lvl1pPr>
          </a:lstStyle>
          <a:p>
            <a:pPr lvl="0"/>
            <a:r>
              <a:rPr lang="en-US"/>
              <a:t>Click to edit Master text styles</a:t>
            </a:r>
          </a:p>
        </p:txBody>
      </p:sp>
      <p:sp>
        <p:nvSpPr>
          <p:cNvPr id="44" name="Text Placeholder 7">
            <a:extLst>
              <a:ext uri="{FF2B5EF4-FFF2-40B4-BE49-F238E27FC236}">
                <a16:creationId xmlns:a16="http://schemas.microsoft.com/office/drawing/2014/main" id="{0886DACC-8B94-1049-99F5-38D402063D40}"/>
              </a:ext>
            </a:extLst>
          </p:cNvPr>
          <p:cNvSpPr>
            <a:spLocks noGrp="1"/>
          </p:cNvSpPr>
          <p:nvPr>
            <p:ph type="body" sz="quarter" idx="28"/>
          </p:nvPr>
        </p:nvSpPr>
        <p:spPr>
          <a:xfrm>
            <a:off x="9642278" y="2629502"/>
            <a:ext cx="1802369" cy="2976168"/>
          </a:xfrm>
        </p:spPr>
        <p:txBody>
          <a:bodyPr/>
          <a:lstStyle>
            <a:lvl1pPr>
              <a:defRPr sz="1400" b="0" i="0">
                <a:latin typeface="Elevance Sans" pitchFamily="2" charset="77"/>
              </a:defRPr>
            </a:lvl1pPr>
          </a:lstStyle>
          <a:p>
            <a:pPr lvl="0"/>
            <a:r>
              <a:rPr lang="en-US"/>
              <a:t>Click to edit Master text styles</a:t>
            </a:r>
          </a:p>
        </p:txBody>
      </p:sp>
      <p:sp>
        <p:nvSpPr>
          <p:cNvPr id="36" name="Text Placeholder 4">
            <a:extLst>
              <a:ext uri="{FF2B5EF4-FFF2-40B4-BE49-F238E27FC236}">
                <a16:creationId xmlns:a16="http://schemas.microsoft.com/office/drawing/2014/main" id="{7FDE759B-B6F2-3D4A-9BFA-89DFE2644693}"/>
              </a:ext>
            </a:extLst>
          </p:cNvPr>
          <p:cNvSpPr>
            <a:spLocks noGrp="1"/>
          </p:cNvSpPr>
          <p:nvPr>
            <p:ph type="body" sz="quarter" idx="18"/>
          </p:nvPr>
        </p:nvSpPr>
        <p:spPr>
          <a:xfrm>
            <a:off x="457200" y="1737621"/>
            <a:ext cx="4195492" cy="4269479"/>
          </a:xfrm>
          <a:solidFill>
            <a:schemeClr val="accent2"/>
          </a:solidFill>
        </p:spPr>
        <p:txBody>
          <a:bodyPr/>
          <a:lstStyle>
            <a:lvl1pPr>
              <a:defRPr sz="100" b="0" i="0">
                <a:solidFill>
                  <a:schemeClr val="bg2">
                    <a:alpha val="0"/>
                  </a:schemeClr>
                </a:solidFill>
                <a:latin typeface="Elevance Sans" pitchFamily="2" charset="77"/>
                <a:cs typeface="Elevance Sans" pitchFamily="2" charset="0"/>
              </a:defRPr>
            </a:lvl1pPr>
            <a:lvl2pPr>
              <a:defRPr>
                <a:solidFill>
                  <a:schemeClr val="bg1">
                    <a:alpha val="0"/>
                  </a:schemeClr>
                </a:solidFill>
              </a:defRPr>
            </a:lvl2pPr>
            <a:lvl3pPr>
              <a:defRPr>
                <a:solidFill>
                  <a:schemeClr val="bg1">
                    <a:alpha val="0"/>
                  </a:schemeClr>
                </a:solidFill>
              </a:defRPr>
            </a:lvl3pPr>
            <a:lvl4pPr>
              <a:defRPr>
                <a:solidFill>
                  <a:schemeClr val="bg1">
                    <a:alpha val="0"/>
                  </a:schemeClr>
                </a:solidFill>
              </a:defRPr>
            </a:lvl4pPr>
            <a:lvl5pPr>
              <a:defRPr>
                <a:solidFill>
                  <a:schemeClr val="bg1">
                    <a:alpha val="0"/>
                  </a:schemeClr>
                </a:solidFill>
              </a:defRPr>
            </a:lvl5pPr>
          </a:lstStyle>
          <a:p>
            <a:pPr lvl="0"/>
            <a:r>
              <a:rPr lang="en-US"/>
              <a:t>Click to edit Master text styles</a:t>
            </a:r>
          </a:p>
        </p:txBody>
      </p:sp>
      <p:sp>
        <p:nvSpPr>
          <p:cNvPr id="6" name="Text Placeholder 5">
            <a:extLst>
              <a:ext uri="{FF2B5EF4-FFF2-40B4-BE49-F238E27FC236}">
                <a16:creationId xmlns:a16="http://schemas.microsoft.com/office/drawing/2014/main" id="{113370B3-825E-D34B-8FDF-7533F97F3B0F}"/>
              </a:ext>
            </a:extLst>
          </p:cNvPr>
          <p:cNvSpPr>
            <a:spLocks noGrp="1"/>
          </p:cNvSpPr>
          <p:nvPr>
            <p:ph type="body" sz="quarter" idx="22" hasCustomPrompt="1"/>
          </p:nvPr>
        </p:nvSpPr>
        <p:spPr>
          <a:xfrm>
            <a:off x="755601" y="1948308"/>
            <a:ext cx="1652266" cy="268434"/>
          </a:xfrm>
        </p:spPr>
        <p:txBody>
          <a:bodyPr/>
          <a:lstStyle>
            <a:lvl1pPr>
              <a:defRPr sz="1500">
                <a:solidFill>
                  <a:schemeClr val="bg1"/>
                </a:solidFill>
              </a:defRPr>
            </a:lvl1pPr>
          </a:lstStyle>
          <a:p>
            <a:pPr lvl="0"/>
            <a:r>
              <a:rPr lang="en-US"/>
              <a:t>Subtitle text</a:t>
            </a:r>
          </a:p>
        </p:txBody>
      </p:sp>
      <p:sp>
        <p:nvSpPr>
          <p:cNvPr id="40" name="Text Placeholder 5">
            <a:extLst>
              <a:ext uri="{FF2B5EF4-FFF2-40B4-BE49-F238E27FC236}">
                <a16:creationId xmlns:a16="http://schemas.microsoft.com/office/drawing/2014/main" id="{5E27056C-29C0-2045-816E-9E902F2F596B}"/>
              </a:ext>
            </a:extLst>
          </p:cNvPr>
          <p:cNvSpPr>
            <a:spLocks noGrp="1"/>
          </p:cNvSpPr>
          <p:nvPr>
            <p:ph type="body" sz="quarter" idx="23" hasCustomPrompt="1"/>
          </p:nvPr>
        </p:nvSpPr>
        <p:spPr>
          <a:xfrm>
            <a:off x="4909237" y="1948308"/>
            <a:ext cx="1652266" cy="268434"/>
          </a:xfrm>
        </p:spPr>
        <p:txBody>
          <a:bodyPr/>
          <a:lstStyle>
            <a:lvl1pPr>
              <a:defRPr sz="1500">
                <a:solidFill>
                  <a:schemeClr val="accent2"/>
                </a:solidFill>
              </a:defRPr>
            </a:lvl1pPr>
          </a:lstStyle>
          <a:p>
            <a:pPr lvl="0"/>
            <a:r>
              <a:rPr lang="en-US"/>
              <a:t>Subtitle text</a:t>
            </a:r>
          </a:p>
        </p:txBody>
      </p:sp>
      <p:sp>
        <p:nvSpPr>
          <p:cNvPr id="41" name="Text Placeholder 5">
            <a:extLst>
              <a:ext uri="{FF2B5EF4-FFF2-40B4-BE49-F238E27FC236}">
                <a16:creationId xmlns:a16="http://schemas.microsoft.com/office/drawing/2014/main" id="{50958210-96E8-1E49-B317-7E8680A7B0A7}"/>
              </a:ext>
            </a:extLst>
          </p:cNvPr>
          <p:cNvSpPr>
            <a:spLocks noGrp="1"/>
          </p:cNvSpPr>
          <p:nvPr>
            <p:ph type="body" sz="quarter" idx="24" hasCustomPrompt="1"/>
          </p:nvPr>
        </p:nvSpPr>
        <p:spPr>
          <a:xfrm>
            <a:off x="7275725" y="1948308"/>
            <a:ext cx="1652266" cy="268434"/>
          </a:xfrm>
        </p:spPr>
        <p:txBody>
          <a:bodyPr/>
          <a:lstStyle>
            <a:lvl1pPr>
              <a:defRPr sz="1500">
                <a:solidFill>
                  <a:schemeClr val="accent2"/>
                </a:solidFill>
              </a:defRPr>
            </a:lvl1pPr>
          </a:lstStyle>
          <a:p>
            <a:pPr lvl="0"/>
            <a:r>
              <a:rPr lang="en-US"/>
              <a:t>Subtitle text</a:t>
            </a:r>
          </a:p>
        </p:txBody>
      </p:sp>
      <p:sp>
        <p:nvSpPr>
          <p:cNvPr id="42" name="Text Placeholder 5">
            <a:extLst>
              <a:ext uri="{FF2B5EF4-FFF2-40B4-BE49-F238E27FC236}">
                <a16:creationId xmlns:a16="http://schemas.microsoft.com/office/drawing/2014/main" id="{9EF4BB56-4511-4D4B-B1CE-7496C1BDBE62}"/>
              </a:ext>
            </a:extLst>
          </p:cNvPr>
          <p:cNvSpPr>
            <a:spLocks noGrp="1"/>
          </p:cNvSpPr>
          <p:nvPr>
            <p:ph type="body" sz="quarter" idx="25" hasCustomPrompt="1"/>
          </p:nvPr>
        </p:nvSpPr>
        <p:spPr>
          <a:xfrm>
            <a:off x="9642278" y="1948308"/>
            <a:ext cx="1652266" cy="268434"/>
          </a:xfrm>
        </p:spPr>
        <p:txBody>
          <a:bodyPr/>
          <a:lstStyle>
            <a:lvl1pPr>
              <a:defRPr sz="1500">
                <a:solidFill>
                  <a:schemeClr val="accent2"/>
                </a:solidFill>
              </a:defRPr>
            </a:lvl1pPr>
          </a:lstStyle>
          <a:p>
            <a:pPr lvl="0"/>
            <a:r>
              <a:rPr lang="en-US"/>
              <a:t>Subtitle text</a:t>
            </a:r>
          </a:p>
        </p:txBody>
      </p:sp>
      <p:sp>
        <p:nvSpPr>
          <p:cNvPr id="4" name="Title 3">
            <a:extLst>
              <a:ext uri="{FF2B5EF4-FFF2-40B4-BE49-F238E27FC236}">
                <a16:creationId xmlns:a16="http://schemas.microsoft.com/office/drawing/2014/main" id="{94E75330-0906-7041-819F-960237FD5FBB}"/>
              </a:ext>
            </a:extLst>
          </p:cNvPr>
          <p:cNvSpPr>
            <a:spLocks noGrp="1"/>
          </p:cNvSpPr>
          <p:nvPr>
            <p:ph type="title" hasCustomPrompt="1"/>
          </p:nvPr>
        </p:nvSpPr>
        <p:spPr/>
        <p:txBody>
          <a:bodyPr/>
          <a:lstStyle>
            <a:lvl1pPr>
              <a:defRPr>
                <a:solidFill>
                  <a:schemeClr val="bg1"/>
                </a:solidFill>
              </a:defRPr>
            </a:lvl1pPr>
          </a:lstStyle>
          <a:p>
            <a:r>
              <a:rPr lang="en-US"/>
              <a:t>Click to edit master title style</a:t>
            </a:r>
          </a:p>
        </p:txBody>
      </p:sp>
      <p:sp>
        <p:nvSpPr>
          <p:cNvPr id="45" name="Text Placeholder 7">
            <a:extLst>
              <a:ext uri="{FF2B5EF4-FFF2-40B4-BE49-F238E27FC236}">
                <a16:creationId xmlns:a16="http://schemas.microsoft.com/office/drawing/2014/main" id="{AA5D0AF0-14B5-FB4C-9A3D-38570A770590}"/>
              </a:ext>
            </a:extLst>
          </p:cNvPr>
          <p:cNvSpPr>
            <a:spLocks noGrp="1"/>
          </p:cNvSpPr>
          <p:nvPr>
            <p:ph type="body" sz="quarter" idx="29"/>
          </p:nvPr>
        </p:nvSpPr>
        <p:spPr>
          <a:xfrm>
            <a:off x="2183241" y="2691503"/>
            <a:ext cx="2230936" cy="439148"/>
          </a:xfrm>
        </p:spPr>
        <p:txBody>
          <a:bodyPr/>
          <a:lstStyle>
            <a:lvl1pPr>
              <a:defRPr sz="1400" b="0" i="0">
                <a:solidFill>
                  <a:schemeClr val="bg1"/>
                </a:solidFill>
                <a:latin typeface="Elevance Sans" pitchFamily="2" charset="77"/>
              </a:defRPr>
            </a:lvl1pPr>
          </a:lstStyle>
          <a:p>
            <a:pPr lvl="0"/>
            <a:r>
              <a:rPr lang="en-US"/>
              <a:t>Click to edit Master text styles</a:t>
            </a:r>
          </a:p>
        </p:txBody>
      </p:sp>
      <p:sp>
        <p:nvSpPr>
          <p:cNvPr id="46" name="Text Placeholder 7">
            <a:extLst>
              <a:ext uri="{FF2B5EF4-FFF2-40B4-BE49-F238E27FC236}">
                <a16:creationId xmlns:a16="http://schemas.microsoft.com/office/drawing/2014/main" id="{CEDDFC23-987F-D649-AC0A-8278DC76612B}"/>
              </a:ext>
            </a:extLst>
          </p:cNvPr>
          <p:cNvSpPr>
            <a:spLocks noGrp="1"/>
          </p:cNvSpPr>
          <p:nvPr>
            <p:ph type="body" sz="quarter" idx="30"/>
          </p:nvPr>
        </p:nvSpPr>
        <p:spPr>
          <a:xfrm>
            <a:off x="2183241" y="3548490"/>
            <a:ext cx="2230936" cy="439148"/>
          </a:xfrm>
        </p:spPr>
        <p:txBody>
          <a:bodyPr/>
          <a:lstStyle>
            <a:lvl1pPr>
              <a:defRPr sz="1400" b="0" i="0">
                <a:solidFill>
                  <a:schemeClr val="bg1"/>
                </a:solidFill>
                <a:latin typeface="Elevance Sans" pitchFamily="2" charset="77"/>
              </a:defRPr>
            </a:lvl1pPr>
          </a:lstStyle>
          <a:p>
            <a:pPr lvl="0"/>
            <a:r>
              <a:rPr lang="en-US"/>
              <a:t>Click to edit Master text styles</a:t>
            </a:r>
          </a:p>
        </p:txBody>
      </p:sp>
      <p:sp>
        <p:nvSpPr>
          <p:cNvPr id="47" name="Text Placeholder 7">
            <a:extLst>
              <a:ext uri="{FF2B5EF4-FFF2-40B4-BE49-F238E27FC236}">
                <a16:creationId xmlns:a16="http://schemas.microsoft.com/office/drawing/2014/main" id="{5F06E18E-6C35-ED44-B0A1-A45465982C84}"/>
              </a:ext>
            </a:extLst>
          </p:cNvPr>
          <p:cNvSpPr>
            <a:spLocks noGrp="1"/>
          </p:cNvSpPr>
          <p:nvPr>
            <p:ph type="body" sz="quarter" idx="31"/>
          </p:nvPr>
        </p:nvSpPr>
        <p:spPr>
          <a:xfrm>
            <a:off x="2183241" y="4405478"/>
            <a:ext cx="2230936" cy="439148"/>
          </a:xfrm>
        </p:spPr>
        <p:txBody>
          <a:bodyPr/>
          <a:lstStyle>
            <a:lvl1pPr>
              <a:defRPr sz="1400" b="0" i="0">
                <a:solidFill>
                  <a:schemeClr val="bg1"/>
                </a:solidFill>
                <a:latin typeface="Elevance Sans" pitchFamily="2" charset="77"/>
              </a:defRPr>
            </a:lvl1pPr>
          </a:lstStyle>
          <a:p>
            <a:pPr lvl="0"/>
            <a:r>
              <a:rPr lang="en-US"/>
              <a:t>Click to edit Master text styles</a:t>
            </a:r>
          </a:p>
        </p:txBody>
      </p:sp>
      <p:sp>
        <p:nvSpPr>
          <p:cNvPr id="48" name="Text Placeholder 16">
            <a:extLst>
              <a:ext uri="{FF2B5EF4-FFF2-40B4-BE49-F238E27FC236}">
                <a16:creationId xmlns:a16="http://schemas.microsoft.com/office/drawing/2014/main" id="{466C3108-2271-4849-AC8B-AE3CAA394027}"/>
              </a:ext>
            </a:extLst>
          </p:cNvPr>
          <p:cNvSpPr>
            <a:spLocks noGrp="1"/>
          </p:cNvSpPr>
          <p:nvPr>
            <p:ph type="body" sz="quarter" idx="10" hasCustomPrompt="1"/>
          </p:nvPr>
        </p:nvSpPr>
        <p:spPr>
          <a:xfrm>
            <a:off x="755601" y="2653748"/>
            <a:ext cx="1427640" cy="561942"/>
          </a:xfrm>
        </p:spPr>
        <p:txBody>
          <a:bodyPr anchor="ctr" anchorCtr="0"/>
          <a:lstStyle>
            <a:lvl1pPr>
              <a:defRPr sz="5500" b="0" i="0">
                <a:solidFill>
                  <a:schemeClr val="bg1"/>
                </a:solidFill>
                <a:latin typeface="Elevance Sans Medium" pitchFamily="2" charset="0"/>
              </a:defRPr>
            </a:lvl1pPr>
          </a:lstStyle>
          <a:p>
            <a:pPr lvl="0"/>
            <a:r>
              <a:rPr lang="en-US"/>
              <a:t>XX</a:t>
            </a:r>
          </a:p>
        </p:txBody>
      </p:sp>
      <p:sp>
        <p:nvSpPr>
          <p:cNvPr id="49" name="Text Placeholder 16">
            <a:extLst>
              <a:ext uri="{FF2B5EF4-FFF2-40B4-BE49-F238E27FC236}">
                <a16:creationId xmlns:a16="http://schemas.microsoft.com/office/drawing/2014/main" id="{D5A9143D-7150-AC42-B40F-D5C4B2E4E85B}"/>
              </a:ext>
            </a:extLst>
          </p:cNvPr>
          <p:cNvSpPr>
            <a:spLocks noGrp="1"/>
          </p:cNvSpPr>
          <p:nvPr>
            <p:ph type="body" sz="quarter" idx="32" hasCustomPrompt="1"/>
          </p:nvPr>
        </p:nvSpPr>
        <p:spPr>
          <a:xfrm>
            <a:off x="755601" y="3513481"/>
            <a:ext cx="1427640" cy="561942"/>
          </a:xfrm>
        </p:spPr>
        <p:txBody>
          <a:bodyPr anchor="ctr" anchorCtr="0"/>
          <a:lstStyle>
            <a:lvl1pPr>
              <a:defRPr sz="5500" b="0" i="0">
                <a:solidFill>
                  <a:schemeClr val="bg1"/>
                </a:solidFill>
                <a:latin typeface="Elevance Sans Medium" pitchFamily="2" charset="0"/>
              </a:defRPr>
            </a:lvl1pPr>
          </a:lstStyle>
          <a:p>
            <a:pPr lvl="0"/>
            <a:r>
              <a:rPr lang="en-US"/>
              <a:t>XX</a:t>
            </a:r>
          </a:p>
        </p:txBody>
      </p:sp>
      <p:sp>
        <p:nvSpPr>
          <p:cNvPr id="50" name="Text Placeholder 16">
            <a:extLst>
              <a:ext uri="{FF2B5EF4-FFF2-40B4-BE49-F238E27FC236}">
                <a16:creationId xmlns:a16="http://schemas.microsoft.com/office/drawing/2014/main" id="{7DA7978D-E906-C942-B91D-81151851337D}"/>
              </a:ext>
            </a:extLst>
          </p:cNvPr>
          <p:cNvSpPr>
            <a:spLocks noGrp="1"/>
          </p:cNvSpPr>
          <p:nvPr>
            <p:ph type="body" sz="quarter" idx="33" hasCustomPrompt="1"/>
          </p:nvPr>
        </p:nvSpPr>
        <p:spPr>
          <a:xfrm>
            <a:off x="755601" y="4373214"/>
            <a:ext cx="1427640" cy="561942"/>
          </a:xfrm>
        </p:spPr>
        <p:txBody>
          <a:bodyPr anchor="ctr" anchorCtr="0"/>
          <a:lstStyle>
            <a:lvl1pPr>
              <a:defRPr sz="5500" b="0" i="0">
                <a:solidFill>
                  <a:schemeClr val="bg1"/>
                </a:solidFill>
                <a:latin typeface="Elevance Sans Medium" pitchFamily="2" charset="0"/>
              </a:defRPr>
            </a:lvl1pPr>
          </a:lstStyle>
          <a:p>
            <a:pPr lvl="0"/>
            <a:r>
              <a:rPr lang="en-US"/>
              <a:t>XX</a:t>
            </a:r>
          </a:p>
        </p:txBody>
      </p:sp>
      <p:pic>
        <p:nvPicPr>
          <p:cNvPr id="21" name="Graphic 20">
            <a:extLst>
              <a:ext uri="{FF2B5EF4-FFF2-40B4-BE49-F238E27FC236}">
                <a16:creationId xmlns:a16="http://schemas.microsoft.com/office/drawing/2014/main" id="{3105FE1C-3167-48F5-A514-AC4282BC0D7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57200" y="6181344"/>
            <a:ext cx="187325" cy="355215"/>
          </a:xfrm>
          <a:prstGeom prst="rect">
            <a:avLst/>
          </a:prstGeom>
        </p:spPr>
      </p:pic>
      <p:sp>
        <p:nvSpPr>
          <p:cNvPr id="22" name="TextBox 21">
            <a:extLst>
              <a:ext uri="{FF2B5EF4-FFF2-40B4-BE49-F238E27FC236}">
                <a16:creationId xmlns:a16="http://schemas.microsoft.com/office/drawing/2014/main" id="{0AB6B564-3009-A63A-A77D-22DC6635304B}"/>
              </a:ext>
            </a:extLst>
          </p:cNvPr>
          <p:cNvSpPr txBox="1"/>
          <p:nvPr userDrawn="1"/>
        </p:nvSpPr>
        <p:spPr>
          <a:xfrm>
            <a:off x="11358961" y="6434080"/>
            <a:ext cx="379141" cy="138499"/>
          </a:xfrm>
          <a:prstGeom prst="rect">
            <a:avLst/>
          </a:prstGeom>
          <a:noFill/>
        </p:spPr>
        <p:txBody>
          <a:bodyPr wrap="square" lIns="0" tIns="0" rIns="0" bIns="0" rtlCol="0" anchor="b">
            <a:spAutoFit/>
          </a:bodyPr>
          <a:lstStyle/>
          <a:p>
            <a:pPr algn="r"/>
            <a:fld id="{2E41F6C8-4AC0-3E4A-83FC-D61DA5B25C9B}" type="slidenum">
              <a:rPr lang="en-US" sz="900" smtClean="0">
                <a:solidFill>
                  <a:schemeClr val="bg1"/>
                </a:solidFill>
              </a:rPr>
              <a:pPr algn="r"/>
              <a:t>‹#›</a:t>
            </a:fld>
            <a:endParaRPr lang="en-US" sz="900">
              <a:solidFill>
                <a:schemeClr val="bg1"/>
              </a:solidFill>
            </a:endParaRPr>
          </a:p>
        </p:txBody>
      </p:sp>
      <p:sp>
        <p:nvSpPr>
          <p:cNvPr id="2" name="Text Placeholder 3">
            <a:extLst>
              <a:ext uri="{FF2B5EF4-FFF2-40B4-BE49-F238E27FC236}">
                <a16:creationId xmlns:a16="http://schemas.microsoft.com/office/drawing/2014/main" id="{CBCC9890-0246-1466-4D64-76660D467005}"/>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solidFill>
                  <a:schemeClr val="bg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726135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Four Up 3">
    <p:spTree>
      <p:nvGrpSpPr>
        <p:cNvPr id="1" name=""/>
        <p:cNvGrpSpPr/>
        <p:nvPr/>
      </p:nvGrpSpPr>
      <p:grpSpPr>
        <a:xfrm>
          <a:off x="0" y="0"/>
          <a:ext cx="0" cy="0"/>
          <a:chOff x="0" y="0"/>
          <a:chExt cx="0" cy="0"/>
        </a:xfrm>
      </p:grpSpPr>
      <p:sp>
        <p:nvSpPr>
          <p:cNvPr id="37" name="Text Placeholder 4">
            <a:extLst>
              <a:ext uri="{FF2B5EF4-FFF2-40B4-BE49-F238E27FC236}">
                <a16:creationId xmlns:a16="http://schemas.microsoft.com/office/drawing/2014/main" id="{875F6157-AD74-F941-B422-398794332098}"/>
              </a:ext>
            </a:extLst>
          </p:cNvPr>
          <p:cNvSpPr>
            <a:spLocks noGrp="1"/>
          </p:cNvSpPr>
          <p:nvPr>
            <p:ph type="body" sz="quarter" idx="19"/>
          </p:nvPr>
        </p:nvSpPr>
        <p:spPr>
          <a:xfrm>
            <a:off x="4684391" y="1737621"/>
            <a:ext cx="2327987" cy="4269479"/>
          </a:xfrm>
          <a:solidFill>
            <a:schemeClr val="accent6">
              <a:alpha val="15000"/>
            </a:schemeClr>
          </a:solidFill>
        </p:spPr>
        <p:txBody>
          <a:bodyPr/>
          <a:lstStyle>
            <a:lvl1pPr>
              <a:defRPr sz="100" b="0" i="0">
                <a:solidFill>
                  <a:schemeClr val="bg2">
                    <a:alpha val="0"/>
                  </a:schemeClr>
                </a:solidFill>
                <a:latin typeface="Elevance Sans" pitchFamily="2" charset="77"/>
                <a:cs typeface="Elevance Sans" pitchFamily="2" charset="0"/>
              </a:defRPr>
            </a:lvl1pPr>
            <a:lvl2pPr>
              <a:defRPr>
                <a:solidFill>
                  <a:schemeClr val="bg1">
                    <a:alpha val="0"/>
                  </a:schemeClr>
                </a:solidFill>
              </a:defRPr>
            </a:lvl2pPr>
            <a:lvl3pPr>
              <a:defRPr>
                <a:solidFill>
                  <a:schemeClr val="bg1">
                    <a:alpha val="0"/>
                  </a:schemeClr>
                </a:solidFill>
              </a:defRPr>
            </a:lvl3pPr>
            <a:lvl4pPr>
              <a:defRPr>
                <a:solidFill>
                  <a:schemeClr val="bg1">
                    <a:alpha val="0"/>
                  </a:schemeClr>
                </a:solidFill>
              </a:defRPr>
            </a:lvl4pPr>
            <a:lvl5pPr>
              <a:defRPr>
                <a:solidFill>
                  <a:schemeClr val="bg1">
                    <a:alpha val="0"/>
                  </a:schemeClr>
                </a:solidFill>
              </a:defRPr>
            </a:lvl5pPr>
          </a:lstStyle>
          <a:p>
            <a:pPr lvl="0"/>
            <a:r>
              <a:rPr lang="en-US"/>
              <a:t>Click to edit Master text styles</a:t>
            </a:r>
          </a:p>
        </p:txBody>
      </p:sp>
      <p:sp>
        <p:nvSpPr>
          <p:cNvPr id="38" name="Text Placeholder 4">
            <a:extLst>
              <a:ext uri="{FF2B5EF4-FFF2-40B4-BE49-F238E27FC236}">
                <a16:creationId xmlns:a16="http://schemas.microsoft.com/office/drawing/2014/main" id="{0B9D8E76-D2A2-5648-B2DB-A62CD2D6A61B}"/>
              </a:ext>
            </a:extLst>
          </p:cNvPr>
          <p:cNvSpPr>
            <a:spLocks noGrp="1"/>
          </p:cNvSpPr>
          <p:nvPr>
            <p:ph type="body" sz="quarter" idx="20"/>
          </p:nvPr>
        </p:nvSpPr>
        <p:spPr>
          <a:xfrm>
            <a:off x="7044077" y="1737621"/>
            <a:ext cx="2327987" cy="4269479"/>
          </a:xfrm>
          <a:solidFill>
            <a:schemeClr val="accent6">
              <a:alpha val="15000"/>
            </a:schemeClr>
          </a:solidFill>
        </p:spPr>
        <p:txBody>
          <a:bodyPr/>
          <a:lstStyle>
            <a:lvl1pPr>
              <a:defRPr sz="100" b="0" i="0">
                <a:solidFill>
                  <a:schemeClr val="bg2">
                    <a:alpha val="0"/>
                  </a:schemeClr>
                </a:solidFill>
                <a:latin typeface="Elevance Sans" pitchFamily="2" charset="77"/>
                <a:cs typeface="Elevance Sans" pitchFamily="2" charset="0"/>
              </a:defRPr>
            </a:lvl1pPr>
            <a:lvl2pPr>
              <a:defRPr>
                <a:solidFill>
                  <a:schemeClr val="bg1">
                    <a:alpha val="0"/>
                  </a:schemeClr>
                </a:solidFill>
              </a:defRPr>
            </a:lvl2pPr>
            <a:lvl3pPr>
              <a:defRPr>
                <a:solidFill>
                  <a:schemeClr val="bg1">
                    <a:alpha val="0"/>
                  </a:schemeClr>
                </a:solidFill>
              </a:defRPr>
            </a:lvl3pPr>
            <a:lvl4pPr>
              <a:defRPr>
                <a:solidFill>
                  <a:schemeClr val="bg1">
                    <a:alpha val="0"/>
                  </a:schemeClr>
                </a:solidFill>
              </a:defRPr>
            </a:lvl4pPr>
            <a:lvl5pPr>
              <a:defRPr>
                <a:solidFill>
                  <a:schemeClr val="bg1">
                    <a:alpha val="0"/>
                  </a:schemeClr>
                </a:solidFill>
              </a:defRPr>
            </a:lvl5pPr>
          </a:lstStyle>
          <a:p>
            <a:pPr lvl="0"/>
            <a:r>
              <a:rPr lang="en-US"/>
              <a:t>Click to edit Master text styles</a:t>
            </a:r>
          </a:p>
        </p:txBody>
      </p:sp>
      <p:sp>
        <p:nvSpPr>
          <p:cNvPr id="39" name="Text Placeholder 4">
            <a:extLst>
              <a:ext uri="{FF2B5EF4-FFF2-40B4-BE49-F238E27FC236}">
                <a16:creationId xmlns:a16="http://schemas.microsoft.com/office/drawing/2014/main" id="{20492DC6-9657-A84D-AA7B-58D54CBB7A2A}"/>
              </a:ext>
            </a:extLst>
          </p:cNvPr>
          <p:cNvSpPr>
            <a:spLocks noGrp="1"/>
          </p:cNvSpPr>
          <p:nvPr>
            <p:ph type="body" sz="quarter" idx="21"/>
          </p:nvPr>
        </p:nvSpPr>
        <p:spPr>
          <a:xfrm>
            <a:off x="9403763" y="1737621"/>
            <a:ext cx="2327987" cy="4269479"/>
          </a:xfrm>
          <a:solidFill>
            <a:schemeClr val="accent6">
              <a:alpha val="15000"/>
            </a:schemeClr>
          </a:solidFill>
        </p:spPr>
        <p:txBody>
          <a:bodyPr/>
          <a:lstStyle>
            <a:lvl1pPr>
              <a:defRPr sz="100" b="0" i="0">
                <a:solidFill>
                  <a:schemeClr val="bg2">
                    <a:alpha val="0"/>
                  </a:schemeClr>
                </a:solidFill>
                <a:latin typeface="Elevance Sans" pitchFamily="2" charset="77"/>
                <a:cs typeface="Elevance Sans" pitchFamily="2" charset="0"/>
              </a:defRPr>
            </a:lvl1pPr>
            <a:lvl2pPr>
              <a:defRPr>
                <a:solidFill>
                  <a:schemeClr val="bg1">
                    <a:alpha val="0"/>
                  </a:schemeClr>
                </a:solidFill>
              </a:defRPr>
            </a:lvl2pPr>
            <a:lvl3pPr>
              <a:defRPr>
                <a:solidFill>
                  <a:schemeClr val="bg1">
                    <a:alpha val="0"/>
                  </a:schemeClr>
                </a:solidFill>
              </a:defRPr>
            </a:lvl3pPr>
            <a:lvl4pPr>
              <a:defRPr>
                <a:solidFill>
                  <a:schemeClr val="bg1">
                    <a:alpha val="0"/>
                  </a:schemeClr>
                </a:solidFill>
              </a:defRPr>
            </a:lvl4pPr>
            <a:lvl5pPr>
              <a:defRPr>
                <a:solidFill>
                  <a:schemeClr val="bg1">
                    <a:alpha val="0"/>
                  </a:schemeClr>
                </a:solidFill>
              </a:defRPr>
            </a:lvl5pPr>
          </a:lstStyle>
          <a:p>
            <a:pPr lvl="0"/>
            <a:r>
              <a:rPr lang="en-US"/>
              <a:t>Click to edit Master text styles</a:t>
            </a:r>
          </a:p>
        </p:txBody>
      </p:sp>
      <p:sp>
        <p:nvSpPr>
          <p:cNvPr id="43" name="Text Placeholder 7">
            <a:extLst>
              <a:ext uri="{FF2B5EF4-FFF2-40B4-BE49-F238E27FC236}">
                <a16:creationId xmlns:a16="http://schemas.microsoft.com/office/drawing/2014/main" id="{7C67F79F-A16B-8F48-A460-2D06F52DCC63}"/>
              </a:ext>
            </a:extLst>
          </p:cNvPr>
          <p:cNvSpPr>
            <a:spLocks noGrp="1"/>
          </p:cNvSpPr>
          <p:nvPr>
            <p:ph type="body" sz="quarter" idx="27"/>
          </p:nvPr>
        </p:nvSpPr>
        <p:spPr>
          <a:xfrm>
            <a:off x="7275725" y="2629502"/>
            <a:ext cx="1802369" cy="2976168"/>
          </a:xfrm>
        </p:spPr>
        <p:txBody>
          <a:bodyPr/>
          <a:lstStyle>
            <a:lvl1pPr>
              <a:defRPr sz="1400" b="0" i="0">
                <a:solidFill>
                  <a:schemeClr val="tx2"/>
                </a:solidFill>
                <a:latin typeface="Elevance Sans" pitchFamily="2" charset="77"/>
              </a:defRPr>
            </a:lvl1pPr>
          </a:lstStyle>
          <a:p>
            <a:pPr lvl="0"/>
            <a:r>
              <a:rPr lang="en-US"/>
              <a:t>Click to edit Master text styles</a:t>
            </a:r>
          </a:p>
        </p:txBody>
      </p:sp>
      <p:sp>
        <p:nvSpPr>
          <p:cNvPr id="8" name="Text Placeholder 7">
            <a:extLst>
              <a:ext uri="{FF2B5EF4-FFF2-40B4-BE49-F238E27FC236}">
                <a16:creationId xmlns:a16="http://schemas.microsoft.com/office/drawing/2014/main" id="{4C09F171-D2FC-724F-A2F1-83AC74A0C414}"/>
              </a:ext>
            </a:extLst>
          </p:cNvPr>
          <p:cNvSpPr>
            <a:spLocks noGrp="1"/>
          </p:cNvSpPr>
          <p:nvPr>
            <p:ph type="body" sz="quarter" idx="26"/>
          </p:nvPr>
        </p:nvSpPr>
        <p:spPr>
          <a:xfrm>
            <a:off x="4939795" y="2629502"/>
            <a:ext cx="1802369" cy="2976168"/>
          </a:xfrm>
        </p:spPr>
        <p:txBody>
          <a:bodyPr/>
          <a:lstStyle>
            <a:lvl1pPr>
              <a:defRPr sz="1400" b="0" i="0">
                <a:solidFill>
                  <a:schemeClr val="tx2"/>
                </a:solidFill>
                <a:latin typeface="Elevance Sans" pitchFamily="2" charset="77"/>
              </a:defRPr>
            </a:lvl1pPr>
          </a:lstStyle>
          <a:p>
            <a:pPr lvl="0"/>
            <a:r>
              <a:rPr lang="en-US"/>
              <a:t>Click to edit Master text styles</a:t>
            </a:r>
          </a:p>
        </p:txBody>
      </p:sp>
      <p:sp>
        <p:nvSpPr>
          <p:cNvPr id="44" name="Text Placeholder 7">
            <a:extLst>
              <a:ext uri="{FF2B5EF4-FFF2-40B4-BE49-F238E27FC236}">
                <a16:creationId xmlns:a16="http://schemas.microsoft.com/office/drawing/2014/main" id="{0886DACC-8B94-1049-99F5-38D402063D40}"/>
              </a:ext>
            </a:extLst>
          </p:cNvPr>
          <p:cNvSpPr>
            <a:spLocks noGrp="1"/>
          </p:cNvSpPr>
          <p:nvPr>
            <p:ph type="body" sz="quarter" idx="28"/>
          </p:nvPr>
        </p:nvSpPr>
        <p:spPr>
          <a:xfrm>
            <a:off x="9642278" y="2629502"/>
            <a:ext cx="1802369" cy="2976168"/>
          </a:xfrm>
        </p:spPr>
        <p:txBody>
          <a:bodyPr/>
          <a:lstStyle>
            <a:lvl1pPr>
              <a:defRPr sz="1400" b="0" i="0">
                <a:solidFill>
                  <a:schemeClr val="tx2"/>
                </a:solidFill>
                <a:latin typeface="Elevance Sans" pitchFamily="2" charset="77"/>
              </a:defRPr>
            </a:lvl1pPr>
          </a:lstStyle>
          <a:p>
            <a:pPr lvl="0"/>
            <a:r>
              <a:rPr lang="en-US"/>
              <a:t>Click to edit Master text styles</a:t>
            </a:r>
          </a:p>
        </p:txBody>
      </p:sp>
      <p:sp>
        <p:nvSpPr>
          <p:cNvPr id="36" name="Text Placeholder 4">
            <a:extLst>
              <a:ext uri="{FF2B5EF4-FFF2-40B4-BE49-F238E27FC236}">
                <a16:creationId xmlns:a16="http://schemas.microsoft.com/office/drawing/2014/main" id="{7FDE759B-B6F2-3D4A-9BFA-89DFE2644693}"/>
              </a:ext>
            </a:extLst>
          </p:cNvPr>
          <p:cNvSpPr>
            <a:spLocks noGrp="1"/>
          </p:cNvSpPr>
          <p:nvPr>
            <p:ph type="body" sz="quarter" idx="18"/>
          </p:nvPr>
        </p:nvSpPr>
        <p:spPr>
          <a:xfrm>
            <a:off x="457200" y="1737621"/>
            <a:ext cx="4195492" cy="4269479"/>
          </a:xfrm>
          <a:solidFill>
            <a:schemeClr val="accent6"/>
          </a:solidFill>
        </p:spPr>
        <p:txBody>
          <a:bodyPr/>
          <a:lstStyle>
            <a:lvl1pPr>
              <a:defRPr sz="100" b="0" i="0">
                <a:solidFill>
                  <a:schemeClr val="bg2">
                    <a:alpha val="0"/>
                  </a:schemeClr>
                </a:solidFill>
                <a:latin typeface="Elevance Sans" pitchFamily="2" charset="77"/>
                <a:cs typeface="Elevance Sans" pitchFamily="2" charset="0"/>
              </a:defRPr>
            </a:lvl1pPr>
            <a:lvl2pPr>
              <a:defRPr>
                <a:solidFill>
                  <a:schemeClr val="bg1">
                    <a:alpha val="0"/>
                  </a:schemeClr>
                </a:solidFill>
              </a:defRPr>
            </a:lvl2pPr>
            <a:lvl3pPr>
              <a:defRPr>
                <a:solidFill>
                  <a:schemeClr val="bg1">
                    <a:alpha val="0"/>
                  </a:schemeClr>
                </a:solidFill>
              </a:defRPr>
            </a:lvl3pPr>
            <a:lvl4pPr>
              <a:defRPr>
                <a:solidFill>
                  <a:schemeClr val="bg1">
                    <a:alpha val="0"/>
                  </a:schemeClr>
                </a:solidFill>
              </a:defRPr>
            </a:lvl4pPr>
            <a:lvl5pPr>
              <a:defRPr>
                <a:solidFill>
                  <a:schemeClr val="bg1">
                    <a:alpha val="0"/>
                  </a:schemeClr>
                </a:solidFill>
              </a:defRPr>
            </a:lvl5pPr>
          </a:lstStyle>
          <a:p>
            <a:pPr lvl="0"/>
            <a:r>
              <a:rPr lang="en-US"/>
              <a:t>Click to edit Master text styles</a:t>
            </a:r>
          </a:p>
        </p:txBody>
      </p:sp>
      <p:sp>
        <p:nvSpPr>
          <p:cNvPr id="6" name="Text Placeholder 5">
            <a:extLst>
              <a:ext uri="{FF2B5EF4-FFF2-40B4-BE49-F238E27FC236}">
                <a16:creationId xmlns:a16="http://schemas.microsoft.com/office/drawing/2014/main" id="{113370B3-825E-D34B-8FDF-7533F97F3B0F}"/>
              </a:ext>
            </a:extLst>
          </p:cNvPr>
          <p:cNvSpPr>
            <a:spLocks noGrp="1"/>
          </p:cNvSpPr>
          <p:nvPr>
            <p:ph type="body" sz="quarter" idx="22" hasCustomPrompt="1"/>
          </p:nvPr>
        </p:nvSpPr>
        <p:spPr>
          <a:xfrm>
            <a:off x="755601" y="1948308"/>
            <a:ext cx="1652266" cy="268434"/>
          </a:xfrm>
        </p:spPr>
        <p:txBody>
          <a:bodyPr/>
          <a:lstStyle>
            <a:lvl1pPr>
              <a:defRPr sz="1500">
                <a:solidFill>
                  <a:schemeClr val="accent1"/>
                </a:solidFill>
              </a:defRPr>
            </a:lvl1pPr>
          </a:lstStyle>
          <a:p>
            <a:pPr lvl="0"/>
            <a:r>
              <a:rPr lang="en-US"/>
              <a:t>Subtitle text</a:t>
            </a:r>
          </a:p>
        </p:txBody>
      </p:sp>
      <p:sp>
        <p:nvSpPr>
          <p:cNvPr id="40" name="Text Placeholder 5">
            <a:extLst>
              <a:ext uri="{FF2B5EF4-FFF2-40B4-BE49-F238E27FC236}">
                <a16:creationId xmlns:a16="http://schemas.microsoft.com/office/drawing/2014/main" id="{5E27056C-29C0-2045-816E-9E902F2F596B}"/>
              </a:ext>
            </a:extLst>
          </p:cNvPr>
          <p:cNvSpPr>
            <a:spLocks noGrp="1"/>
          </p:cNvSpPr>
          <p:nvPr>
            <p:ph type="body" sz="quarter" idx="23" hasCustomPrompt="1"/>
          </p:nvPr>
        </p:nvSpPr>
        <p:spPr>
          <a:xfrm>
            <a:off x="4909237" y="1948308"/>
            <a:ext cx="1652266" cy="268434"/>
          </a:xfrm>
        </p:spPr>
        <p:txBody>
          <a:bodyPr/>
          <a:lstStyle>
            <a:lvl1pPr>
              <a:defRPr sz="1500">
                <a:solidFill>
                  <a:schemeClr val="accent1"/>
                </a:solidFill>
              </a:defRPr>
            </a:lvl1pPr>
          </a:lstStyle>
          <a:p>
            <a:pPr lvl="0"/>
            <a:r>
              <a:rPr lang="en-US"/>
              <a:t>Subtitle text</a:t>
            </a:r>
          </a:p>
        </p:txBody>
      </p:sp>
      <p:sp>
        <p:nvSpPr>
          <p:cNvPr id="41" name="Text Placeholder 5">
            <a:extLst>
              <a:ext uri="{FF2B5EF4-FFF2-40B4-BE49-F238E27FC236}">
                <a16:creationId xmlns:a16="http://schemas.microsoft.com/office/drawing/2014/main" id="{50958210-96E8-1E49-B317-7E8680A7B0A7}"/>
              </a:ext>
            </a:extLst>
          </p:cNvPr>
          <p:cNvSpPr>
            <a:spLocks noGrp="1"/>
          </p:cNvSpPr>
          <p:nvPr>
            <p:ph type="body" sz="quarter" idx="24" hasCustomPrompt="1"/>
          </p:nvPr>
        </p:nvSpPr>
        <p:spPr>
          <a:xfrm>
            <a:off x="7275725" y="1948308"/>
            <a:ext cx="1652266" cy="268434"/>
          </a:xfrm>
        </p:spPr>
        <p:txBody>
          <a:bodyPr/>
          <a:lstStyle>
            <a:lvl1pPr>
              <a:defRPr sz="1500">
                <a:solidFill>
                  <a:schemeClr val="accent1"/>
                </a:solidFill>
              </a:defRPr>
            </a:lvl1pPr>
          </a:lstStyle>
          <a:p>
            <a:pPr lvl="0"/>
            <a:r>
              <a:rPr lang="en-US"/>
              <a:t>Subtitle text</a:t>
            </a:r>
          </a:p>
        </p:txBody>
      </p:sp>
      <p:sp>
        <p:nvSpPr>
          <p:cNvPr id="42" name="Text Placeholder 5">
            <a:extLst>
              <a:ext uri="{FF2B5EF4-FFF2-40B4-BE49-F238E27FC236}">
                <a16:creationId xmlns:a16="http://schemas.microsoft.com/office/drawing/2014/main" id="{9EF4BB56-4511-4D4B-B1CE-7496C1BDBE62}"/>
              </a:ext>
            </a:extLst>
          </p:cNvPr>
          <p:cNvSpPr>
            <a:spLocks noGrp="1"/>
          </p:cNvSpPr>
          <p:nvPr>
            <p:ph type="body" sz="quarter" idx="25" hasCustomPrompt="1"/>
          </p:nvPr>
        </p:nvSpPr>
        <p:spPr>
          <a:xfrm>
            <a:off x="9642278" y="1948308"/>
            <a:ext cx="1652266" cy="268434"/>
          </a:xfrm>
        </p:spPr>
        <p:txBody>
          <a:bodyPr/>
          <a:lstStyle>
            <a:lvl1pPr>
              <a:defRPr sz="1500">
                <a:solidFill>
                  <a:schemeClr val="accent1"/>
                </a:solidFill>
              </a:defRPr>
            </a:lvl1pPr>
          </a:lstStyle>
          <a:p>
            <a:pPr lvl="0"/>
            <a:r>
              <a:rPr lang="en-US"/>
              <a:t>Subtitle text</a:t>
            </a:r>
          </a:p>
        </p:txBody>
      </p:sp>
      <p:sp>
        <p:nvSpPr>
          <p:cNvPr id="4" name="Title 3">
            <a:extLst>
              <a:ext uri="{FF2B5EF4-FFF2-40B4-BE49-F238E27FC236}">
                <a16:creationId xmlns:a16="http://schemas.microsoft.com/office/drawing/2014/main" id="{94E75330-0906-7041-819F-960237FD5FBB}"/>
              </a:ext>
            </a:extLst>
          </p:cNvPr>
          <p:cNvSpPr>
            <a:spLocks noGrp="1"/>
          </p:cNvSpPr>
          <p:nvPr>
            <p:ph type="title" hasCustomPrompt="1"/>
          </p:nvPr>
        </p:nvSpPr>
        <p:spPr/>
        <p:txBody>
          <a:bodyPr/>
          <a:lstStyle>
            <a:lvl1pPr>
              <a:defRPr>
                <a:solidFill>
                  <a:schemeClr val="accent1"/>
                </a:solidFill>
              </a:defRPr>
            </a:lvl1pPr>
          </a:lstStyle>
          <a:p>
            <a:r>
              <a:rPr lang="en-US"/>
              <a:t>Click to edit master title style</a:t>
            </a:r>
          </a:p>
        </p:txBody>
      </p:sp>
      <p:sp>
        <p:nvSpPr>
          <p:cNvPr id="45" name="Text Placeholder 7">
            <a:extLst>
              <a:ext uri="{FF2B5EF4-FFF2-40B4-BE49-F238E27FC236}">
                <a16:creationId xmlns:a16="http://schemas.microsoft.com/office/drawing/2014/main" id="{AA5D0AF0-14B5-FB4C-9A3D-38570A770590}"/>
              </a:ext>
            </a:extLst>
          </p:cNvPr>
          <p:cNvSpPr>
            <a:spLocks noGrp="1"/>
          </p:cNvSpPr>
          <p:nvPr>
            <p:ph type="body" sz="quarter" idx="29"/>
          </p:nvPr>
        </p:nvSpPr>
        <p:spPr>
          <a:xfrm>
            <a:off x="2183241" y="2691503"/>
            <a:ext cx="2230936" cy="439148"/>
          </a:xfrm>
        </p:spPr>
        <p:txBody>
          <a:bodyPr/>
          <a:lstStyle>
            <a:lvl1pPr>
              <a:defRPr sz="1400" b="0" i="0">
                <a:solidFill>
                  <a:schemeClr val="accent1"/>
                </a:solidFill>
                <a:latin typeface="Elevance Sans" pitchFamily="2" charset="77"/>
              </a:defRPr>
            </a:lvl1pPr>
          </a:lstStyle>
          <a:p>
            <a:pPr lvl="0"/>
            <a:r>
              <a:rPr lang="en-US"/>
              <a:t>Click to edit Master text styles</a:t>
            </a:r>
          </a:p>
        </p:txBody>
      </p:sp>
      <p:sp>
        <p:nvSpPr>
          <p:cNvPr id="46" name="Text Placeholder 7">
            <a:extLst>
              <a:ext uri="{FF2B5EF4-FFF2-40B4-BE49-F238E27FC236}">
                <a16:creationId xmlns:a16="http://schemas.microsoft.com/office/drawing/2014/main" id="{CEDDFC23-987F-D649-AC0A-8278DC76612B}"/>
              </a:ext>
            </a:extLst>
          </p:cNvPr>
          <p:cNvSpPr>
            <a:spLocks noGrp="1"/>
          </p:cNvSpPr>
          <p:nvPr>
            <p:ph type="body" sz="quarter" idx="30"/>
          </p:nvPr>
        </p:nvSpPr>
        <p:spPr>
          <a:xfrm>
            <a:off x="2183241" y="3548490"/>
            <a:ext cx="2230936" cy="439148"/>
          </a:xfrm>
        </p:spPr>
        <p:txBody>
          <a:bodyPr/>
          <a:lstStyle>
            <a:lvl1pPr>
              <a:defRPr sz="1400" b="0" i="0">
                <a:solidFill>
                  <a:schemeClr val="accent1"/>
                </a:solidFill>
                <a:latin typeface="Elevance Sans" pitchFamily="2" charset="77"/>
              </a:defRPr>
            </a:lvl1pPr>
          </a:lstStyle>
          <a:p>
            <a:pPr lvl="0"/>
            <a:r>
              <a:rPr lang="en-US"/>
              <a:t>Click to edit Master text styles</a:t>
            </a:r>
          </a:p>
        </p:txBody>
      </p:sp>
      <p:sp>
        <p:nvSpPr>
          <p:cNvPr id="47" name="Text Placeholder 7">
            <a:extLst>
              <a:ext uri="{FF2B5EF4-FFF2-40B4-BE49-F238E27FC236}">
                <a16:creationId xmlns:a16="http://schemas.microsoft.com/office/drawing/2014/main" id="{5F06E18E-6C35-ED44-B0A1-A45465982C84}"/>
              </a:ext>
            </a:extLst>
          </p:cNvPr>
          <p:cNvSpPr>
            <a:spLocks noGrp="1"/>
          </p:cNvSpPr>
          <p:nvPr>
            <p:ph type="body" sz="quarter" idx="31"/>
          </p:nvPr>
        </p:nvSpPr>
        <p:spPr>
          <a:xfrm>
            <a:off x="2183241" y="4405478"/>
            <a:ext cx="2230936" cy="439148"/>
          </a:xfrm>
        </p:spPr>
        <p:txBody>
          <a:bodyPr/>
          <a:lstStyle>
            <a:lvl1pPr>
              <a:defRPr sz="1400" b="0" i="0">
                <a:solidFill>
                  <a:schemeClr val="accent1"/>
                </a:solidFill>
                <a:latin typeface="Elevance Sans" pitchFamily="2" charset="77"/>
              </a:defRPr>
            </a:lvl1pPr>
          </a:lstStyle>
          <a:p>
            <a:pPr lvl="0"/>
            <a:r>
              <a:rPr lang="en-US"/>
              <a:t>Click to edit Master text styles</a:t>
            </a:r>
          </a:p>
        </p:txBody>
      </p:sp>
      <p:sp>
        <p:nvSpPr>
          <p:cNvPr id="48" name="Text Placeholder 16">
            <a:extLst>
              <a:ext uri="{FF2B5EF4-FFF2-40B4-BE49-F238E27FC236}">
                <a16:creationId xmlns:a16="http://schemas.microsoft.com/office/drawing/2014/main" id="{466C3108-2271-4849-AC8B-AE3CAA394027}"/>
              </a:ext>
            </a:extLst>
          </p:cNvPr>
          <p:cNvSpPr>
            <a:spLocks noGrp="1"/>
          </p:cNvSpPr>
          <p:nvPr>
            <p:ph type="body" sz="quarter" idx="10" hasCustomPrompt="1"/>
          </p:nvPr>
        </p:nvSpPr>
        <p:spPr>
          <a:xfrm>
            <a:off x="755601" y="2653748"/>
            <a:ext cx="1427640" cy="561942"/>
          </a:xfrm>
        </p:spPr>
        <p:txBody>
          <a:bodyPr anchor="ctr" anchorCtr="0"/>
          <a:lstStyle>
            <a:lvl1pPr>
              <a:defRPr sz="5500" b="0" i="0">
                <a:solidFill>
                  <a:schemeClr val="accent1"/>
                </a:solidFill>
                <a:latin typeface="Elevance Sans Medium" pitchFamily="2" charset="0"/>
              </a:defRPr>
            </a:lvl1pPr>
          </a:lstStyle>
          <a:p>
            <a:pPr lvl="0"/>
            <a:r>
              <a:rPr lang="en-US"/>
              <a:t>XX</a:t>
            </a:r>
          </a:p>
        </p:txBody>
      </p:sp>
      <p:sp>
        <p:nvSpPr>
          <p:cNvPr id="49" name="Text Placeholder 16">
            <a:extLst>
              <a:ext uri="{FF2B5EF4-FFF2-40B4-BE49-F238E27FC236}">
                <a16:creationId xmlns:a16="http://schemas.microsoft.com/office/drawing/2014/main" id="{D5A9143D-7150-AC42-B40F-D5C4B2E4E85B}"/>
              </a:ext>
            </a:extLst>
          </p:cNvPr>
          <p:cNvSpPr>
            <a:spLocks noGrp="1"/>
          </p:cNvSpPr>
          <p:nvPr>
            <p:ph type="body" sz="quarter" idx="32" hasCustomPrompt="1"/>
          </p:nvPr>
        </p:nvSpPr>
        <p:spPr>
          <a:xfrm>
            <a:off x="755601" y="3513481"/>
            <a:ext cx="1427640" cy="561942"/>
          </a:xfrm>
        </p:spPr>
        <p:txBody>
          <a:bodyPr anchor="ctr" anchorCtr="0"/>
          <a:lstStyle>
            <a:lvl1pPr>
              <a:defRPr sz="5500" b="0" i="0">
                <a:solidFill>
                  <a:schemeClr val="accent1"/>
                </a:solidFill>
                <a:latin typeface="Elevance Sans Medium" pitchFamily="2" charset="0"/>
              </a:defRPr>
            </a:lvl1pPr>
          </a:lstStyle>
          <a:p>
            <a:pPr lvl="0"/>
            <a:r>
              <a:rPr lang="en-US"/>
              <a:t>XX</a:t>
            </a:r>
          </a:p>
        </p:txBody>
      </p:sp>
      <p:sp>
        <p:nvSpPr>
          <p:cNvPr id="50" name="Text Placeholder 16">
            <a:extLst>
              <a:ext uri="{FF2B5EF4-FFF2-40B4-BE49-F238E27FC236}">
                <a16:creationId xmlns:a16="http://schemas.microsoft.com/office/drawing/2014/main" id="{7DA7978D-E906-C942-B91D-81151851337D}"/>
              </a:ext>
            </a:extLst>
          </p:cNvPr>
          <p:cNvSpPr>
            <a:spLocks noGrp="1"/>
          </p:cNvSpPr>
          <p:nvPr>
            <p:ph type="body" sz="quarter" idx="33" hasCustomPrompt="1"/>
          </p:nvPr>
        </p:nvSpPr>
        <p:spPr>
          <a:xfrm>
            <a:off x="755601" y="4373214"/>
            <a:ext cx="1427640" cy="561942"/>
          </a:xfrm>
        </p:spPr>
        <p:txBody>
          <a:bodyPr anchor="ctr" anchorCtr="0"/>
          <a:lstStyle>
            <a:lvl1pPr>
              <a:defRPr sz="5500" b="0" i="0">
                <a:solidFill>
                  <a:schemeClr val="accent1"/>
                </a:solidFill>
                <a:latin typeface="Elevance Sans Medium" pitchFamily="2" charset="0"/>
              </a:defRPr>
            </a:lvl1pPr>
          </a:lstStyle>
          <a:p>
            <a:pPr lvl="0"/>
            <a:r>
              <a:rPr lang="en-US"/>
              <a:t>XX</a:t>
            </a:r>
          </a:p>
        </p:txBody>
      </p:sp>
      <p:sp>
        <p:nvSpPr>
          <p:cNvPr id="22" name="TextBox 21">
            <a:extLst>
              <a:ext uri="{FF2B5EF4-FFF2-40B4-BE49-F238E27FC236}">
                <a16:creationId xmlns:a16="http://schemas.microsoft.com/office/drawing/2014/main" id="{0AB6B564-3009-A63A-A77D-22DC6635304B}"/>
              </a:ext>
            </a:extLst>
          </p:cNvPr>
          <p:cNvSpPr txBox="1"/>
          <p:nvPr userDrawn="1"/>
        </p:nvSpPr>
        <p:spPr>
          <a:xfrm>
            <a:off x="11358961" y="6434080"/>
            <a:ext cx="379141" cy="138499"/>
          </a:xfrm>
          <a:prstGeom prst="rect">
            <a:avLst/>
          </a:prstGeom>
          <a:noFill/>
        </p:spPr>
        <p:txBody>
          <a:bodyPr wrap="square" lIns="0" tIns="0" rIns="0" bIns="0" rtlCol="0" anchor="b">
            <a:spAutoFit/>
          </a:bodyPr>
          <a:lstStyle/>
          <a:p>
            <a:pPr algn="r"/>
            <a:fld id="{2E41F6C8-4AC0-3E4A-83FC-D61DA5B25C9B}" type="slidenum">
              <a:rPr lang="en-US" sz="900" smtClean="0">
                <a:solidFill>
                  <a:schemeClr val="tx2"/>
                </a:solidFill>
              </a:rPr>
              <a:pPr algn="r"/>
              <a:t>‹#›</a:t>
            </a:fld>
            <a:endParaRPr lang="en-US" sz="900">
              <a:solidFill>
                <a:schemeClr val="tx2"/>
              </a:solidFill>
            </a:endParaRPr>
          </a:p>
        </p:txBody>
      </p:sp>
      <p:sp>
        <p:nvSpPr>
          <p:cNvPr id="2" name="Text Placeholder 3">
            <a:extLst>
              <a:ext uri="{FF2B5EF4-FFF2-40B4-BE49-F238E27FC236}">
                <a16:creationId xmlns:a16="http://schemas.microsoft.com/office/drawing/2014/main" id="{2CEB83C2-5B51-6CC0-84F2-9CB762C53C16}"/>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8917895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Four Up 3">
    <p:spTree>
      <p:nvGrpSpPr>
        <p:cNvPr id="1" name=""/>
        <p:cNvGrpSpPr/>
        <p:nvPr/>
      </p:nvGrpSpPr>
      <p:grpSpPr>
        <a:xfrm>
          <a:off x="0" y="0"/>
          <a:ext cx="0" cy="0"/>
          <a:chOff x="0" y="0"/>
          <a:chExt cx="0" cy="0"/>
        </a:xfrm>
      </p:grpSpPr>
      <p:sp>
        <p:nvSpPr>
          <p:cNvPr id="37" name="Text Placeholder 4">
            <a:extLst>
              <a:ext uri="{FF2B5EF4-FFF2-40B4-BE49-F238E27FC236}">
                <a16:creationId xmlns:a16="http://schemas.microsoft.com/office/drawing/2014/main" id="{875F6157-AD74-F941-B422-398794332098}"/>
              </a:ext>
            </a:extLst>
          </p:cNvPr>
          <p:cNvSpPr>
            <a:spLocks noGrp="1"/>
          </p:cNvSpPr>
          <p:nvPr>
            <p:ph type="body" sz="quarter" idx="19"/>
          </p:nvPr>
        </p:nvSpPr>
        <p:spPr>
          <a:xfrm>
            <a:off x="4684391" y="1737621"/>
            <a:ext cx="2327987" cy="4269479"/>
          </a:xfrm>
          <a:solidFill>
            <a:schemeClr val="accent5">
              <a:alpha val="15000"/>
            </a:schemeClr>
          </a:solidFill>
        </p:spPr>
        <p:txBody>
          <a:bodyPr/>
          <a:lstStyle>
            <a:lvl1pPr>
              <a:defRPr sz="100" b="0" i="0">
                <a:solidFill>
                  <a:schemeClr val="bg2">
                    <a:alpha val="0"/>
                  </a:schemeClr>
                </a:solidFill>
                <a:latin typeface="Elevance Sans" pitchFamily="2" charset="77"/>
                <a:cs typeface="Elevance Sans" pitchFamily="2" charset="0"/>
              </a:defRPr>
            </a:lvl1pPr>
            <a:lvl2pPr>
              <a:defRPr>
                <a:solidFill>
                  <a:schemeClr val="bg1">
                    <a:alpha val="0"/>
                  </a:schemeClr>
                </a:solidFill>
              </a:defRPr>
            </a:lvl2pPr>
            <a:lvl3pPr>
              <a:defRPr>
                <a:solidFill>
                  <a:schemeClr val="bg1">
                    <a:alpha val="0"/>
                  </a:schemeClr>
                </a:solidFill>
              </a:defRPr>
            </a:lvl3pPr>
            <a:lvl4pPr>
              <a:defRPr>
                <a:solidFill>
                  <a:schemeClr val="bg1">
                    <a:alpha val="0"/>
                  </a:schemeClr>
                </a:solidFill>
              </a:defRPr>
            </a:lvl4pPr>
            <a:lvl5pPr>
              <a:defRPr>
                <a:solidFill>
                  <a:schemeClr val="bg1">
                    <a:alpha val="0"/>
                  </a:schemeClr>
                </a:solidFill>
              </a:defRPr>
            </a:lvl5pPr>
          </a:lstStyle>
          <a:p>
            <a:pPr lvl="0"/>
            <a:r>
              <a:rPr lang="en-US"/>
              <a:t>Click to edit Master text styles</a:t>
            </a:r>
          </a:p>
        </p:txBody>
      </p:sp>
      <p:sp>
        <p:nvSpPr>
          <p:cNvPr id="38" name="Text Placeholder 4">
            <a:extLst>
              <a:ext uri="{FF2B5EF4-FFF2-40B4-BE49-F238E27FC236}">
                <a16:creationId xmlns:a16="http://schemas.microsoft.com/office/drawing/2014/main" id="{0B9D8E76-D2A2-5648-B2DB-A62CD2D6A61B}"/>
              </a:ext>
            </a:extLst>
          </p:cNvPr>
          <p:cNvSpPr>
            <a:spLocks noGrp="1"/>
          </p:cNvSpPr>
          <p:nvPr>
            <p:ph type="body" sz="quarter" idx="20"/>
          </p:nvPr>
        </p:nvSpPr>
        <p:spPr>
          <a:xfrm>
            <a:off x="7044077" y="1737621"/>
            <a:ext cx="2327987" cy="4269479"/>
          </a:xfrm>
          <a:solidFill>
            <a:schemeClr val="accent5">
              <a:alpha val="15000"/>
            </a:schemeClr>
          </a:solidFill>
        </p:spPr>
        <p:txBody>
          <a:bodyPr/>
          <a:lstStyle>
            <a:lvl1pPr>
              <a:defRPr sz="100" b="0" i="0">
                <a:solidFill>
                  <a:schemeClr val="bg2">
                    <a:alpha val="0"/>
                  </a:schemeClr>
                </a:solidFill>
                <a:latin typeface="Elevance Sans" pitchFamily="2" charset="77"/>
                <a:cs typeface="Elevance Sans" pitchFamily="2" charset="0"/>
              </a:defRPr>
            </a:lvl1pPr>
            <a:lvl2pPr>
              <a:defRPr>
                <a:solidFill>
                  <a:schemeClr val="bg1">
                    <a:alpha val="0"/>
                  </a:schemeClr>
                </a:solidFill>
              </a:defRPr>
            </a:lvl2pPr>
            <a:lvl3pPr>
              <a:defRPr>
                <a:solidFill>
                  <a:schemeClr val="bg1">
                    <a:alpha val="0"/>
                  </a:schemeClr>
                </a:solidFill>
              </a:defRPr>
            </a:lvl3pPr>
            <a:lvl4pPr>
              <a:defRPr>
                <a:solidFill>
                  <a:schemeClr val="bg1">
                    <a:alpha val="0"/>
                  </a:schemeClr>
                </a:solidFill>
              </a:defRPr>
            </a:lvl4pPr>
            <a:lvl5pPr>
              <a:defRPr>
                <a:solidFill>
                  <a:schemeClr val="bg1">
                    <a:alpha val="0"/>
                  </a:schemeClr>
                </a:solidFill>
              </a:defRPr>
            </a:lvl5pPr>
          </a:lstStyle>
          <a:p>
            <a:pPr lvl="0"/>
            <a:r>
              <a:rPr lang="en-US"/>
              <a:t>Click to edit Master text styles</a:t>
            </a:r>
          </a:p>
        </p:txBody>
      </p:sp>
      <p:sp>
        <p:nvSpPr>
          <p:cNvPr id="39" name="Text Placeholder 4">
            <a:extLst>
              <a:ext uri="{FF2B5EF4-FFF2-40B4-BE49-F238E27FC236}">
                <a16:creationId xmlns:a16="http://schemas.microsoft.com/office/drawing/2014/main" id="{20492DC6-9657-A84D-AA7B-58D54CBB7A2A}"/>
              </a:ext>
            </a:extLst>
          </p:cNvPr>
          <p:cNvSpPr>
            <a:spLocks noGrp="1"/>
          </p:cNvSpPr>
          <p:nvPr>
            <p:ph type="body" sz="quarter" idx="21"/>
          </p:nvPr>
        </p:nvSpPr>
        <p:spPr>
          <a:xfrm>
            <a:off x="9403763" y="1737621"/>
            <a:ext cx="2327987" cy="4269479"/>
          </a:xfrm>
          <a:solidFill>
            <a:schemeClr val="accent5">
              <a:alpha val="15000"/>
            </a:schemeClr>
          </a:solidFill>
        </p:spPr>
        <p:txBody>
          <a:bodyPr/>
          <a:lstStyle>
            <a:lvl1pPr>
              <a:defRPr sz="100" b="0" i="0">
                <a:solidFill>
                  <a:schemeClr val="bg2">
                    <a:alpha val="0"/>
                  </a:schemeClr>
                </a:solidFill>
                <a:latin typeface="Elevance Sans" pitchFamily="2" charset="77"/>
                <a:cs typeface="Elevance Sans" pitchFamily="2" charset="0"/>
              </a:defRPr>
            </a:lvl1pPr>
            <a:lvl2pPr>
              <a:defRPr>
                <a:solidFill>
                  <a:schemeClr val="bg1">
                    <a:alpha val="0"/>
                  </a:schemeClr>
                </a:solidFill>
              </a:defRPr>
            </a:lvl2pPr>
            <a:lvl3pPr>
              <a:defRPr>
                <a:solidFill>
                  <a:schemeClr val="bg1">
                    <a:alpha val="0"/>
                  </a:schemeClr>
                </a:solidFill>
              </a:defRPr>
            </a:lvl3pPr>
            <a:lvl4pPr>
              <a:defRPr>
                <a:solidFill>
                  <a:schemeClr val="bg1">
                    <a:alpha val="0"/>
                  </a:schemeClr>
                </a:solidFill>
              </a:defRPr>
            </a:lvl4pPr>
            <a:lvl5pPr>
              <a:defRPr>
                <a:solidFill>
                  <a:schemeClr val="bg1">
                    <a:alpha val="0"/>
                  </a:schemeClr>
                </a:solidFill>
              </a:defRPr>
            </a:lvl5pPr>
          </a:lstStyle>
          <a:p>
            <a:pPr lvl="0"/>
            <a:r>
              <a:rPr lang="en-US"/>
              <a:t>Click to edit Master text styles</a:t>
            </a:r>
          </a:p>
        </p:txBody>
      </p:sp>
      <p:sp>
        <p:nvSpPr>
          <p:cNvPr id="43" name="Text Placeholder 7">
            <a:extLst>
              <a:ext uri="{FF2B5EF4-FFF2-40B4-BE49-F238E27FC236}">
                <a16:creationId xmlns:a16="http://schemas.microsoft.com/office/drawing/2014/main" id="{7C67F79F-A16B-8F48-A460-2D06F52DCC63}"/>
              </a:ext>
            </a:extLst>
          </p:cNvPr>
          <p:cNvSpPr>
            <a:spLocks noGrp="1"/>
          </p:cNvSpPr>
          <p:nvPr>
            <p:ph type="body" sz="quarter" idx="27"/>
          </p:nvPr>
        </p:nvSpPr>
        <p:spPr>
          <a:xfrm>
            <a:off x="7275725" y="2629502"/>
            <a:ext cx="1802369" cy="2976168"/>
          </a:xfrm>
        </p:spPr>
        <p:txBody>
          <a:bodyPr/>
          <a:lstStyle>
            <a:lvl1pPr>
              <a:defRPr sz="1400" b="0" i="0">
                <a:solidFill>
                  <a:schemeClr val="tx2"/>
                </a:solidFill>
                <a:latin typeface="Elevance Sans" pitchFamily="2" charset="77"/>
              </a:defRPr>
            </a:lvl1pPr>
          </a:lstStyle>
          <a:p>
            <a:pPr lvl="0"/>
            <a:r>
              <a:rPr lang="en-US"/>
              <a:t>Click to edit Master text styles</a:t>
            </a:r>
          </a:p>
        </p:txBody>
      </p:sp>
      <p:sp>
        <p:nvSpPr>
          <p:cNvPr id="8" name="Text Placeholder 7">
            <a:extLst>
              <a:ext uri="{FF2B5EF4-FFF2-40B4-BE49-F238E27FC236}">
                <a16:creationId xmlns:a16="http://schemas.microsoft.com/office/drawing/2014/main" id="{4C09F171-D2FC-724F-A2F1-83AC74A0C414}"/>
              </a:ext>
            </a:extLst>
          </p:cNvPr>
          <p:cNvSpPr>
            <a:spLocks noGrp="1"/>
          </p:cNvSpPr>
          <p:nvPr>
            <p:ph type="body" sz="quarter" idx="26"/>
          </p:nvPr>
        </p:nvSpPr>
        <p:spPr>
          <a:xfrm>
            <a:off x="4939795" y="2629502"/>
            <a:ext cx="1802369" cy="2976168"/>
          </a:xfrm>
        </p:spPr>
        <p:txBody>
          <a:bodyPr/>
          <a:lstStyle>
            <a:lvl1pPr>
              <a:defRPr sz="1400" b="0" i="0">
                <a:solidFill>
                  <a:schemeClr val="tx2"/>
                </a:solidFill>
                <a:latin typeface="Elevance Sans" pitchFamily="2" charset="77"/>
              </a:defRPr>
            </a:lvl1pPr>
          </a:lstStyle>
          <a:p>
            <a:pPr lvl="0"/>
            <a:r>
              <a:rPr lang="en-US"/>
              <a:t>Click to edit Master text styles</a:t>
            </a:r>
          </a:p>
        </p:txBody>
      </p:sp>
      <p:sp>
        <p:nvSpPr>
          <p:cNvPr id="44" name="Text Placeholder 7">
            <a:extLst>
              <a:ext uri="{FF2B5EF4-FFF2-40B4-BE49-F238E27FC236}">
                <a16:creationId xmlns:a16="http://schemas.microsoft.com/office/drawing/2014/main" id="{0886DACC-8B94-1049-99F5-38D402063D40}"/>
              </a:ext>
            </a:extLst>
          </p:cNvPr>
          <p:cNvSpPr>
            <a:spLocks noGrp="1"/>
          </p:cNvSpPr>
          <p:nvPr>
            <p:ph type="body" sz="quarter" idx="28"/>
          </p:nvPr>
        </p:nvSpPr>
        <p:spPr>
          <a:xfrm>
            <a:off x="9642278" y="2629502"/>
            <a:ext cx="1802369" cy="2976168"/>
          </a:xfrm>
        </p:spPr>
        <p:txBody>
          <a:bodyPr/>
          <a:lstStyle>
            <a:lvl1pPr>
              <a:defRPr sz="1400" b="0" i="0">
                <a:solidFill>
                  <a:schemeClr val="tx2"/>
                </a:solidFill>
                <a:latin typeface="Elevance Sans" pitchFamily="2" charset="77"/>
              </a:defRPr>
            </a:lvl1pPr>
          </a:lstStyle>
          <a:p>
            <a:pPr lvl="0"/>
            <a:r>
              <a:rPr lang="en-US"/>
              <a:t>Click to edit Master text styles</a:t>
            </a:r>
          </a:p>
        </p:txBody>
      </p:sp>
      <p:sp>
        <p:nvSpPr>
          <p:cNvPr id="36" name="Text Placeholder 4">
            <a:extLst>
              <a:ext uri="{FF2B5EF4-FFF2-40B4-BE49-F238E27FC236}">
                <a16:creationId xmlns:a16="http://schemas.microsoft.com/office/drawing/2014/main" id="{7FDE759B-B6F2-3D4A-9BFA-89DFE2644693}"/>
              </a:ext>
            </a:extLst>
          </p:cNvPr>
          <p:cNvSpPr>
            <a:spLocks noGrp="1"/>
          </p:cNvSpPr>
          <p:nvPr>
            <p:ph type="body" sz="quarter" idx="18"/>
          </p:nvPr>
        </p:nvSpPr>
        <p:spPr>
          <a:xfrm>
            <a:off x="457200" y="1737621"/>
            <a:ext cx="4195492" cy="4269479"/>
          </a:xfrm>
          <a:solidFill>
            <a:schemeClr val="accent5"/>
          </a:solidFill>
        </p:spPr>
        <p:txBody>
          <a:bodyPr/>
          <a:lstStyle>
            <a:lvl1pPr>
              <a:defRPr sz="100" b="0" i="0">
                <a:solidFill>
                  <a:schemeClr val="bg2">
                    <a:alpha val="0"/>
                  </a:schemeClr>
                </a:solidFill>
                <a:latin typeface="Elevance Sans" pitchFamily="2" charset="77"/>
                <a:cs typeface="Elevance Sans" pitchFamily="2" charset="0"/>
              </a:defRPr>
            </a:lvl1pPr>
            <a:lvl2pPr>
              <a:defRPr>
                <a:solidFill>
                  <a:schemeClr val="bg1">
                    <a:alpha val="0"/>
                  </a:schemeClr>
                </a:solidFill>
              </a:defRPr>
            </a:lvl2pPr>
            <a:lvl3pPr>
              <a:defRPr>
                <a:solidFill>
                  <a:schemeClr val="bg1">
                    <a:alpha val="0"/>
                  </a:schemeClr>
                </a:solidFill>
              </a:defRPr>
            </a:lvl3pPr>
            <a:lvl4pPr>
              <a:defRPr>
                <a:solidFill>
                  <a:schemeClr val="bg1">
                    <a:alpha val="0"/>
                  </a:schemeClr>
                </a:solidFill>
              </a:defRPr>
            </a:lvl4pPr>
            <a:lvl5pPr>
              <a:defRPr>
                <a:solidFill>
                  <a:schemeClr val="bg1">
                    <a:alpha val="0"/>
                  </a:schemeClr>
                </a:solidFill>
              </a:defRPr>
            </a:lvl5pPr>
          </a:lstStyle>
          <a:p>
            <a:pPr lvl="0"/>
            <a:r>
              <a:rPr lang="en-US"/>
              <a:t>Click to edit Master text styles</a:t>
            </a:r>
          </a:p>
        </p:txBody>
      </p:sp>
      <p:sp>
        <p:nvSpPr>
          <p:cNvPr id="6" name="Text Placeholder 5">
            <a:extLst>
              <a:ext uri="{FF2B5EF4-FFF2-40B4-BE49-F238E27FC236}">
                <a16:creationId xmlns:a16="http://schemas.microsoft.com/office/drawing/2014/main" id="{113370B3-825E-D34B-8FDF-7533F97F3B0F}"/>
              </a:ext>
            </a:extLst>
          </p:cNvPr>
          <p:cNvSpPr>
            <a:spLocks noGrp="1"/>
          </p:cNvSpPr>
          <p:nvPr>
            <p:ph type="body" sz="quarter" idx="22" hasCustomPrompt="1"/>
          </p:nvPr>
        </p:nvSpPr>
        <p:spPr>
          <a:xfrm>
            <a:off x="755601" y="1948308"/>
            <a:ext cx="1652266" cy="268434"/>
          </a:xfrm>
        </p:spPr>
        <p:txBody>
          <a:bodyPr/>
          <a:lstStyle>
            <a:lvl1pPr>
              <a:defRPr sz="1500">
                <a:solidFill>
                  <a:schemeClr val="accent1"/>
                </a:solidFill>
              </a:defRPr>
            </a:lvl1pPr>
          </a:lstStyle>
          <a:p>
            <a:pPr lvl="0"/>
            <a:r>
              <a:rPr lang="en-US"/>
              <a:t>Subtitle text</a:t>
            </a:r>
          </a:p>
        </p:txBody>
      </p:sp>
      <p:sp>
        <p:nvSpPr>
          <p:cNvPr id="40" name="Text Placeholder 5">
            <a:extLst>
              <a:ext uri="{FF2B5EF4-FFF2-40B4-BE49-F238E27FC236}">
                <a16:creationId xmlns:a16="http://schemas.microsoft.com/office/drawing/2014/main" id="{5E27056C-29C0-2045-816E-9E902F2F596B}"/>
              </a:ext>
            </a:extLst>
          </p:cNvPr>
          <p:cNvSpPr>
            <a:spLocks noGrp="1"/>
          </p:cNvSpPr>
          <p:nvPr>
            <p:ph type="body" sz="quarter" idx="23" hasCustomPrompt="1"/>
          </p:nvPr>
        </p:nvSpPr>
        <p:spPr>
          <a:xfrm>
            <a:off x="4909237" y="1948308"/>
            <a:ext cx="1652266" cy="268434"/>
          </a:xfrm>
        </p:spPr>
        <p:txBody>
          <a:bodyPr/>
          <a:lstStyle>
            <a:lvl1pPr>
              <a:defRPr sz="1500">
                <a:solidFill>
                  <a:schemeClr val="accent1"/>
                </a:solidFill>
              </a:defRPr>
            </a:lvl1pPr>
          </a:lstStyle>
          <a:p>
            <a:pPr lvl="0"/>
            <a:r>
              <a:rPr lang="en-US"/>
              <a:t>Subtitle text</a:t>
            </a:r>
          </a:p>
        </p:txBody>
      </p:sp>
      <p:sp>
        <p:nvSpPr>
          <p:cNvPr id="41" name="Text Placeholder 5">
            <a:extLst>
              <a:ext uri="{FF2B5EF4-FFF2-40B4-BE49-F238E27FC236}">
                <a16:creationId xmlns:a16="http://schemas.microsoft.com/office/drawing/2014/main" id="{50958210-96E8-1E49-B317-7E8680A7B0A7}"/>
              </a:ext>
            </a:extLst>
          </p:cNvPr>
          <p:cNvSpPr>
            <a:spLocks noGrp="1"/>
          </p:cNvSpPr>
          <p:nvPr>
            <p:ph type="body" sz="quarter" idx="24" hasCustomPrompt="1"/>
          </p:nvPr>
        </p:nvSpPr>
        <p:spPr>
          <a:xfrm>
            <a:off x="7275725" y="1948308"/>
            <a:ext cx="1652266" cy="268434"/>
          </a:xfrm>
        </p:spPr>
        <p:txBody>
          <a:bodyPr/>
          <a:lstStyle>
            <a:lvl1pPr>
              <a:defRPr sz="1500">
                <a:solidFill>
                  <a:schemeClr val="accent1"/>
                </a:solidFill>
              </a:defRPr>
            </a:lvl1pPr>
          </a:lstStyle>
          <a:p>
            <a:pPr lvl="0"/>
            <a:r>
              <a:rPr lang="en-US"/>
              <a:t>Subtitle text</a:t>
            </a:r>
          </a:p>
        </p:txBody>
      </p:sp>
      <p:sp>
        <p:nvSpPr>
          <p:cNvPr id="42" name="Text Placeholder 5">
            <a:extLst>
              <a:ext uri="{FF2B5EF4-FFF2-40B4-BE49-F238E27FC236}">
                <a16:creationId xmlns:a16="http://schemas.microsoft.com/office/drawing/2014/main" id="{9EF4BB56-4511-4D4B-B1CE-7496C1BDBE62}"/>
              </a:ext>
            </a:extLst>
          </p:cNvPr>
          <p:cNvSpPr>
            <a:spLocks noGrp="1"/>
          </p:cNvSpPr>
          <p:nvPr>
            <p:ph type="body" sz="quarter" idx="25" hasCustomPrompt="1"/>
          </p:nvPr>
        </p:nvSpPr>
        <p:spPr>
          <a:xfrm>
            <a:off x="9642278" y="1948308"/>
            <a:ext cx="1652266" cy="268434"/>
          </a:xfrm>
        </p:spPr>
        <p:txBody>
          <a:bodyPr/>
          <a:lstStyle>
            <a:lvl1pPr>
              <a:defRPr sz="1500">
                <a:solidFill>
                  <a:schemeClr val="accent1"/>
                </a:solidFill>
              </a:defRPr>
            </a:lvl1pPr>
          </a:lstStyle>
          <a:p>
            <a:pPr lvl="0"/>
            <a:r>
              <a:rPr lang="en-US"/>
              <a:t>Subtitle text</a:t>
            </a:r>
          </a:p>
        </p:txBody>
      </p:sp>
      <p:sp>
        <p:nvSpPr>
          <p:cNvPr id="4" name="Title 3">
            <a:extLst>
              <a:ext uri="{FF2B5EF4-FFF2-40B4-BE49-F238E27FC236}">
                <a16:creationId xmlns:a16="http://schemas.microsoft.com/office/drawing/2014/main" id="{94E75330-0906-7041-819F-960237FD5FBB}"/>
              </a:ext>
            </a:extLst>
          </p:cNvPr>
          <p:cNvSpPr>
            <a:spLocks noGrp="1"/>
          </p:cNvSpPr>
          <p:nvPr>
            <p:ph type="title" hasCustomPrompt="1"/>
          </p:nvPr>
        </p:nvSpPr>
        <p:spPr/>
        <p:txBody>
          <a:bodyPr/>
          <a:lstStyle>
            <a:lvl1pPr>
              <a:defRPr>
                <a:solidFill>
                  <a:schemeClr val="accent1"/>
                </a:solidFill>
              </a:defRPr>
            </a:lvl1pPr>
          </a:lstStyle>
          <a:p>
            <a:r>
              <a:rPr lang="en-US"/>
              <a:t>Click to edit master title style</a:t>
            </a:r>
          </a:p>
        </p:txBody>
      </p:sp>
      <p:sp>
        <p:nvSpPr>
          <p:cNvPr id="45" name="Text Placeholder 7">
            <a:extLst>
              <a:ext uri="{FF2B5EF4-FFF2-40B4-BE49-F238E27FC236}">
                <a16:creationId xmlns:a16="http://schemas.microsoft.com/office/drawing/2014/main" id="{AA5D0AF0-14B5-FB4C-9A3D-38570A770590}"/>
              </a:ext>
            </a:extLst>
          </p:cNvPr>
          <p:cNvSpPr>
            <a:spLocks noGrp="1"/>
          </p:cNvSpPr>
          <p:nvPr>
            <p:ph type="body" sz="quarter" idx="29"/>
          </p:nvPr>
        </p:nvSpPr>
        <p:spPr>
          <a:xfrm>
            <a:off x="2183241" y="2691503"/>
            <a:ext cx="2230936" cy="439148"/>
          </a:xfrm>
        </p:spPr>
        <p:txBody>
          <a:bodyPr/>
          <a:lstStyle>
            <a:lvl1pPr>
              <a:defRPr sz="1400" b="0" i="0">
                <a:solidFill>
                  <a:schemeClr val="accent1"/>
                </a:solidFill>
                <a:latin typeface="Elevance Sans" pitchFamily="2" charset="77"/>
              </a:defRPr>
            </a:lvl1pPr>
          </a:lstStyle>
          <a:p>
            <a:pPr lvl="0"/>
            <a:r>
              <a:rPr lang="en-US"/>
              <a:t>Click to edit Master text styles</a:t>
            </a:r>
          </a:p>
        </p:txBody>
      </p:sp>
      <p:sp>
        <p:nvSpPr>
          <p:cNvPr id="46" name="Text Placeholder 7">
            <a:extLst>
              <a:ext uri="{FF2B5EF4-FFF2-40B4-BE49-F238E27FC236}">
                <a16:creationId xmlns:a16="http://schemas.microsoft.com/office/drawing/2014/main" id="{CEDDFC23-987F-D649-AC0A-8278DC76612B}"/>
              </a:ext>
            </a:extLst>
          </p:cNvPr>
          <p:cNvSpPr>
            <a:spLocks noGrp="1"/>
          </p:cNvSpPr>
          <p:nvPr>
            <p:ph type="body" sz="quarter" idx="30"/>
          </p:nvPr>
        </p:nvSpPr>
        <p:spPr>
          <a:xfrm>
            <a:off x="2183241" y="3548490"/>
            <a:ext cx="2230936" cy="439148"/>
          </a:xfrm>
        </p:spPr>
        <p:txBody>
          <a:bodyPr/>
          <a:lstStyle>
            <a:lvl1pPr>
              <a:defRPr sz="1400" b="0" i="0">
                <a:solidFill>
                  <a:schemeClr val="accent1"/>
                </a:solidFill>
                <a:latin typeface="Elevance Sans" pitchFamily="2" charset="77"/>
              </a:defRPr>
            </a:lvl1pPr>
          </a:lstStyle>
          <a:p>
            <a:pPr lvl="0"/>
            <a:r>
              <a:rPr lang="en-US"/>
              <a:t>Click to edit Master text styles</a:t>
            </a:r>
          </a:p>
        </p:txBody>
      </p:sp>
      <p:sp>
        <p:nvSpPr>
          <p:cNvPr id="47" name="Text Placeholder 7">
            <a:extLst>
              <a:ext uri="{FF2B5EF4-FFF2-40B4-BE49-F238E27FC236}">
                <a16:creationId xmlns:a16="http://schemas.microsoft.com/office/drawing/2014/main" id="{5F06E18E-6C35-ED44-B0A1-A45465982C84}"/>
              </a:ext>
            </a:extLst>
          </p:cNvPr>
          <p:cNvSpPr>
            <a:spLocks noGrp="1"/>
          </p:cNvSpPr>
          <p:nvPr>
            <p:ph type="body" sz="quarter" idx="31"/>
          </p:nvPr>
        </p:nvSpPr>
        <p:spPr>
          <a:xfrm>
            <a:off x="2183241" y="4405478"/>
            <a:ext cx="2230936" cy="439148"/>
          </a:xfrm>
        </p:spPr>
        <p:txBody>
          <a:bodyPr/>
          <a:lstStyle>
            <a:lvl1pPr>
              <a:defRPr sz="1400" b="0" i="0">
                <a:solidFill>
                  <a:schemeClr val="accent1"/>
                </a:solidFill>
                <a:latin typeface="Elevance Sans" pitchFamily="2" charset="77"/>
              </a:defRPr>
            </a:lvl1pPr>
          </a:lstStyle>
          <a:p>
            <a:pPr lvl="0"/>
            <a:r>
              <a:rPr lang="en-US"/>
              <a:t>Click to edit Master text styles</a:t>
            </a:r>
          </a:p>
        </p:txBody>
      </p:sp>
      <p:sp>
        <p:nvSpPr>
          <p:cNvPr id="48" name="Text Placeholder 16">
            <a:extLst>
              <a:ext uri="{FF2B5EF4-FFF2-40B4-BE49-F238E27FC236}">
                <a16:creationId xmlns:a16="http://schemas.microsoft.com/office/drawing/2014/main" id="{466C3108-2271-4849-AC8B-AE3CAA394027}"/>
              </a:ext>
            </a:extLst>
          </p:cNvPr>
          <p:cNvSpPr>
            <a:spLocks noGrp="1"/>
          </p:cNvSpPr>
          <p:nvPr>
            <p:ph type="body" sz="quarter" idx="10" hasCustomPrompt="1"/>
          </p:nvPr>
        </p:nvSpPr>
        <p:spPr>
          <a:xfrm>
            <a:off x="755600" y="2653748"/>
            <a:ext cx="1427641" cy="561942"/>
          </a:xfrm>
        </p:spPr>
        <p:txBody>
          <a:bodyPr anchor="ctr" anchorCtr="0"/>
          <a:lstStyle>
            <a:lvl1pPr>
              <a:defRPr sz="5500" b="0" i="0">
                <a:solidFill>
                  <a:schemeClr val="accent1"/>
                </a:solidFill>
                <a:latin typeface="Elevance Sans Medium" pitchFamily="2" charset="0"/>
              </a:defRPr>
            </a:lvl1pPr>
          </a:lstStyle>
          <a:p>
            <a:pPr lvl="0"/>
            <a:r>
              <a:rPr lang="en-US"/>
              <a:t>XX</a:t>
            </a:r>
          </a:p>
        </p:txBody>
      </p:sp>
      <p:sp>
        <p:nvSpPr>
          <p:cNvPr id="49" name="Text Placeholder 16">
            <a:extLst>
              <a:ext uri="{FF2B5EF4-FFF2-40B4-BE49-F238E27FC236}">
                <a16:creationId xmlns:a16="http://schemas.microsoft.com/office/drawing/2014/main" id="{D5A9143D-7150-AC42-B40F-D5C4B2E4E85B}"/>
              </a:ext>
            </a:extLst>
          </p:cNvPr>
          <p:cNvSpPr>
            <a:spLocks noGrp="1"/>
          </p:cNvSpPr>
          <p:nvPr>
            <p:ph type="body" sz="quarter" idx="32" hasCustomPrompt="1"/>
          </p:nvPr>
        </p:nvSpPr>
        <p:spPr>
          <a:xfrm>
            <a:off x="755600" y="3513481"/>
            <a:ext cx="1427641" cy="561942"/>
          </a:xfrm>
        </p:spPr>
        <p:txBody>
          <a:bodyPr anchor="ctr" anchorCtr="0"/>
          <a:lstStyle>
            <a:lvl1pPr>
              <a:defRPr sz="5500" b="0" i="0">
                <a:solidFill>
                  <a:schemeClr val="accent1"/>
                </a:solidFill>
                <a:latin typeface="Elevance Sans Medium" pitchFamily="2" charset="0"/>
              </a:defRPr>
            </a:lvl1pPr>
          </a:lstStyle>
          <a:p>
            <a:pPr lvl="0"/>
            <a:r>
              <a:rPr lang="en-US"/>
              <a:t>XX</a:t>
            </a:r>
          </a:p>
        </p:txBody>
      </p:sp>
      <p:sp>
        <p:nvSpPr>
          <p:cNvPr id="50" name="Text Placeholder 16">
            <a:extLst>
              <a:ext uri="{FF2B5EF4-FFF2-40B4-BE49-F238E27FC236}">
                <a16:creationId xmlns:a16="http://schemas.microsoft.com/office/drawing/2014/main" id="{7DA7978D-E906-C942-B91D-81151851337D}"/>
              </a:ext>
            </a:extLst>
          </p:cNvPr>
          <p:cNvSpPr>
            <a:spLocks noGrp="1"/>
          </p:cNvSpPr>
          <p:nvPr>
            <p:ph type="body" sz="quarter" idx="33" hasCustomPrompt="1"/>
          </p:nvPr>
        </p:nvSpPr>
        <p:spPr>
          <a:xfrm>
            <a:off x="755600" y="4373214"/>
            <a:ext cx="1427641" cy="561942"/>
          </a:xfrm>
        </p:spPr>
        <p:txBody>
          <a:bodyPr anchor="ctr" anchorCtr="0"/>
          <a:lstStyle>
            <a:lvl1pPr>
              <a:defRPr sz="5500" b="0" i="0">
                <a:solidFill>
                  <a:schemeClr val="accent1"/>
                </a:solidFill>
                <a:latin typeface="Elevance Sans Medium" pitchFamily="2" charset="0"/>
              </a:defRPr>
            </a:lvl1pPr>
          </a:lstStyle>
          <a:p>
            <a:pPr lvl="0"/>
            <a:r>
              <a:rPr lang="en-US"/>
              <a:t>XX</a:t>
            </a:r>
          </a:p>
        </p:txBody>
      </p:sp>
      <p:sp>
        <p:nvSpPr>
          <p:cNvPr id="22" name="TextBox 21">
            <a:extLst>
              <a:ext uri="{FF2B5EF4-FFF2-40B4-BE49-F238E27FC236}">
                <a16:creationId xmlns:a16="http://schemas.microsoft.com/office/drawing/2014/main" id="{0AB6B564-3009-A63A-A77D-22DC6635304B}"/>
              </a:ext>
            </a:extLst>
          </p:cNvPr>
          <p:cNvSpPr txBox="1"/>
          <p:nvPr userDrawn="1"/>
        </p:nvSpPr>
        <p:spPr>
          <a:xfrm>
            <a:off x="11358961" y="6434080"/>
            <a:ext cx="379141" cy="138499"/>
          </a:xfrm>
          <a:prstGeom prst="rect">
            <a:avLst/>
          </a:prstGeom>
          <a:noFill/>
        </p:spPr>
        <p:txBody>
          <a:bodyPr wrap="square" lIns="0" tIns="0" rIns="0" bIns="0" rtlCol="0" anchor="b">
            <a:spAutoFit/>
          </a:bodyPr>
          <a:lstStyle/>
          <a:p>
            <a:pPr algn="r"/>
            <a:fld id="{2E41F6C8-4AC0-3E4A-83FC-D61DA5B25C9B}" type="slidenum">
              <a:rPr lang="en-US" sz="900" smtClean="0">
                <a:solidFill>
                  <a:schemeClr val="tx2"/>
                </a:solidFill>
              </a:rPr>
              <a:pPr algn="r"/>
              <a:t>‹#›</a:t>
            </a:fld>
            <a:endParaRPr lang="en-US" sz="900">
              <a:solidFill>
                <a:schemeClr val="tx2"/>
              </a:solidFill>
            </a:endParaRPr>
          </a:p>
        </p:txBody>
      </p:sp>
      <p:sp>
        <p:nvSpPr>
          <p:cNvPr id="2" name="Text Placeholder 3">
            <a:extLst>
              <a:ext uri="{FF2B5EF4-FFF2-40B4-BE49-F238E27FC236}">
                <a16:creationId xmlns:a16="http://schemas.microsoft.com/office/drawing/2014/main" id="{3C475EF6-76D7-D142-A733-E0C10E97E817}"/>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24881371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Only Navy">
    <p:bg>
      <p:bgPr>
        <a:solidFill>
          <a:schemeClr val="tx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E75330-0906-7041-819F-960237FD5FBB}"/>
              </a:ext>
            </a:extLst>
          </p:cNvPr>
          <p:cNvSpPr>
            <a:spLocks noGrp="1"/>
          </p:cNvSpPr>
          <p:nvPr>
            <p:ph type="title" hasCustomPrompt="1"/>
          </p:nvPr>
        </p:nvSpPr>
        <p:spPr/>
        <p:txBody>
          <a:bodyPr/>
          <a:lstStyle>
            <a:lvl1pPr>
              <a:defRPr>
                <a:solidFill>
                  <a:schemeClr val="bg1"/>
                </a:solidFill>
              </a:defRPr>
            </a:lvl1pPr>
          </a:lstStyle>
          <a:p>
            <a:r>
              <a:rPr lang="en-US"/>
              <a:t>Click to Edit Master Title Style</a:t>
            </a:r>
          </a:p>
        </p:txBody>
      </p:sp>
      <p:pic>
        <p:nvPicPr>
          <p:cNvPr id="3" name="Graphic 2">
            <a:extLst>
              <a:ext uri="{FF2B5EF4-FFF2-40B4-BE49-F238E27FC236}">
                <a16:creationId xmlns:a16="http://schemas.microsoft.com/office/drawing/2014/main" id="{7BCCD3FC-E970-9B4D-90AC-053046A517E2}"/>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457200" y="6181344"/>
            <a:ext cx="187325" cy="355215"/>
          </a:xfrm>
          <a:prstGeom prst="rect">
            <a:avLst/>
          </a:prstGeom>
        </p:spPr>
      </p:pic>
      <p:sp>
        <p:nvSpPr>
          <p:cNvPr id="6" name="TextBox 5">
            <a:extLst>
              <a:ext uri="{FF2B5EF4-FFF2-40B4-BE49-F238E27FC236}">
                <a16:creationId xmlns:a16="http://schemas.microsoft.com/office/drawing/2014/main" id="{4E4AA359-29EA-5F4F-BDCD-44D77DDDBA39}"/>
              </a:ext>
            </a:extLst>
          </p:cNvPr>
          <p:cNvSpPr txBox="1"/>
          <p:nvPr/>
        </p:nvSpPr>
        <p:spPr>
          <a:xfrm>
            <a:off x="11358961" y="6434080"/>
            <a:ext cx="379141" cy="138499"/>
          </a:xfrm>
          <a:prstGeom prst="rect">
            <a:avLst/>
          </a:prstGeom>
          <a:noFill/>
        </p:spPr>
        <p:txBody>
          <a:bodyPr wrap="square" lIns="0" tIns="0" rIns="0" bIns="0" rtlCol="0" anchor="b">
            <a:spAutoFit/>
          </a:bodyPr>
          <a:lstStyle/>
          <a:p>
            <a:pPr algn="r"/>
            <a:fld id="{2E41F6C8-4AC0-3E4A-83FC-D61DA5B25C9B}" type="slidenum">
              <a:rPr lang="en-US" sz="900" smtClean="0">
                <a:solidFill>
                  <a:schemeClr val="bg1"/>
                </a:solidFill>
              </a:rPr>
              <a:pPr algn="r"/>
              <a:t>‹#›</a:t>
            </a:fld>
            <a:endParaRPr lang="en-US" sz="900">
              <a:solidFill>
                <a:schemeClr val="bg1"/>
              </a:solidFill>
            </a:endParaRPr>
          </a:p>
        </p:txBody>
      </p:sp>
      <p:sp>
        <p:nvSpPr>
          <p:cNvPr id="2" name="Text Placeholder 3">
            <a:extLst>
              <a:ext uri="{FF2B5EF4-FFF2-40B4-BE49-F238E27FC236}">
                <a16:creationId xmlns:a16="http://schemas.microsoft.com/office/drawing/2014/main" id="{889D9D53-A1B6-B53A-C16C-9CD6F922D75C}"/>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28196084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C5B0DF66-7FB8-254D-86AC-C0A1063CF651}"/>
              </a:ext>
            </a:extLst>
          </p:cNvPr>
          <p:cNvGraphicFramePr>
            <a:graphicFrameLocks noChangeAspect="1"/>
          </p:cNvGraphicFramePr>
          <p:nvPr>
            <p:custDataLst>
              <p:tags r:id="rId1"/>
            </p:custDataLst>
            <p:extLst>
              <p:ext uri="{D42A27DB-BD31-4B8C-83A1-F6EECF244321}">
                <p14:modId xmlns:p14="http://schemas.microsoft.com/office/powerpoint/2010/main" val="38479511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Object 7" hidden="1">
                        <a:extLst>
                          <a:ext uri="{FF2B5EF4-FFF2-40B4-BE49-F238E27FC236}">
                            <a16:creationId xmlns:a16="http://schemas.microsoft.com/office/drawing/2014/main" id="{C5B0DF66-7FB8-254D-86AC-C0A1063CF65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2" name="Text Placeholder 11">
            <a:extLst>
              <a:ext uri="{FF2B5EF4-FFF2-40B4-BE49-F238E27FC236}">
                <a16:creationId xmlns:a16="http://schemas.microsoft.com/office/drawing/2014/main" id="{6D864AB1-FA21-E948-BBC5-87E7C74C69C3}"/>
              </a:ext>
            </a:extLst>
          </p:cNvPr>
          <p:cNvSpPr>
            <a:spLocks noGrp="1"/>
          </p:cNvSpPr>
          <p:nvPr>
            <p:ph type="body" sz="quarter" idx="11"/>
          </p:nvPr>
        </p:nvSpPr>
        <p:spPr>
          <a:xfrm>
            <a:off x="457199" y="1691640"/>
            <a:ext cx="2651125" cy="4315460"/>
          </a:xfrm>
        </p:spPr>
        <p:txBody>
          <a:bodyPr/>
          <a:lstStyle>
            <a:lvl1pPr marL="0" indent="0">
              <a:lnSpc>
                <a:spcPct val="120000"/>
              </a:lnSpc>
              <a:spcBef>
                <a:spcPts val="1600"/>
              </a:spcBef>
              <a:buNone/>
              <a:defRPr sz="1400">
                <a:latin typeface="+mn-lt"/>
              </a:defRPr>
            </a:lvl1pPr>
          </a:lstStyle>
          <a:p>
            <a:pPr lvl="0"/>
            <a:r>
              <a:rPr lang="en-US"/>
              <a:t>Click to edit Master text styles</a:t>
            </a:r>
          </a:p>
        </p:txBody>
      </p:sp>
      <p:sp>
        <p:nvSpPr>
          <p:cNvPr id="15" name="Table Placeholder 14">
            <a:extLst>
              <a:ext uri="{FF2B5EF4-FFF2-40B4-BE49-F238E27FC236}">
                <a16:creationId xmlns:a16="http://schemas.microsoft.com/office/drawing/2014/main" id="{A26E02A6-FCD4-2349-A224-1CAE40B3C672}"/>
              </a:ext>
            </a:extLst>
          </p:cNvPr>
          <p:cNvSpPr>
            <a:spLocks noGrp="1"/>
          </p:cNvSpPr>
          <p:nvPr>
            <p:ph type="tbl" sz="quarter" idx="12"/>
          </p:nvPr>
        </p:nvSpPr>
        <p:spPr>
          <a:xfrm>
            <a:off x="3336925" y="1691641"/>
            <a:ext cx="8397875" cy="4315460"/>
          </a:xfrm>
        </p:spPr>
        <p:txBody>
          <a:bodyPr/>
          <a:lstStyle>
            <a:lvl1pPr marL="0" indent="0">
              <a:buNone/>
              <a:defRPr sz="1400">
                <a:latin typeface="+mn-lt"/>
              </a:defRPr>
            </a:lvl1pPr>
          </a:lstStyle>
          <a:p>
            <a:r>
              <a:rPr lang="en-US"/>
              <a:t>Click icon to add table</a:t>
            </a:r>
          </a:p>
        </p:txBody>
      </p:sp>
      <p:sp>
        <p:nvSpPr>
          <p:cNvPr id="3" name="Title 2">
            <a:extLst>
              <a:ext uri="{FF2B5EF4-FFF2-40B4-BE49-F238E27FC236}">
                <a16:creationId xmlns:a16="http://schemas.microsoft.com/office/drawing/2014/main" id="{323086E9-DD46-BF44-9FB9-ECD66EB7820F}"/>
              </a:ext>
            </a:extLst>
          </p:cNvPr>
          <p:cNvSpPr>
            <a:spLocks noGrp="1"/>
          </p:cNvSpPr>
          <p:nvPr>
            <p:ph type="title" hasCustomPrompt="1"/>
          </p:nvPr>
        </p:nvSpPr>
        <p:spPr/>
        <p:txBody>
          <a:bodyPr/>
          <a:lstStyle/>
          <a:p>
            <a:r>
              <a:rPr lang="en-US"/>
              <a:t>Click to Edit Master Title Style</a:t>
            </a:r>
          </a:p>
        </p:txBody>
      </p:sp>
      <p:sp>
        <p:nvSpPr>
          <p:cNvPr id="2" name="Text Placeholder 3">
            <a:extLst>
              <a:ext uri="{FF2B5EF4-FFF2-40B4-BE49-F238E27FC236}">
                <a16:creationId xmlns:a16="http://schemas.microsoft.com/office/drawing/2014/main" id="{7F34AC2F-EC51-D5FD-5D5D-2FDE10F5C68E}"/>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41832322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F88B5C4-9683-A7B3-49B2-F4F11A5CA1A4}"/>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754050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C5B0DF66-7FB8-254D-86AC-C0A1063CF651}"/>
              </a:ext>
            </a:extLst>
          </p:cNvPr>
          <p:cNvGraphicFramePr>
            <a:graphicFrameLocks noChangeAspect="1"/>
          </p:cNvGraphicFramePr>
          <p:nvPr>
            <p:custDataLst>
              <p:tags r:id="rId1"/>
            </p:custDataLst>
            <p:extLst>
              <p:ext uri="{D42A27DB-BD31-4B8C-83A1-F6EECF244321}">
                <p14:modId xmlns:p14="http://schemas.microsoft.com/office/powerpoint/2010/main" val="13882687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Object 7" hidden="1">
                        <a:extLst>
                          <a:ext uri="{FF2B5EF4-FFF2-40B4-BE49-F238E27FC236}">
                            <a16:creationId xmlns:a16="http://schemas.microsoft.com/office/drawing/2014/main" id="{C5B0DF66-7FB8-254D-86AC-C0A1063CF65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2" name="Text Placeholder 11">
            <a:extLst>
              <a:ext uri="{FF2B5EF4-FFF2-40B4-BE49-F238E27FC236}">
                <a16:creationId xmlns:a16="http://schemas.microsoft.com/office/drawing/2014/main" id="{6D864AB1-FA21-E948-BBC5-87E7C74C69C3}"/>
              </a:ext>
            </a:extLst>
          </p:cNvPr>
          <p:cNvSpPr>
            <a:spLocks noGrp="1"/>
          </p:cNvSpPr>
          <p:nvPr>
            <p:ph type="body" sz="quarter" idx="11"/>
          </p:nvPr>
        </p:nvSpPr>
        <p:spPr>
          <a:xfrm>
            <a:off x="457200" y="1691640"/>
            <a:ext cx="2651124" cy="4315460"/>
          </a:xfrm>
        </p:spPr>
        <p:txBody>
          <a:bodyPr/>
          <a:lstStyle>
            <a:lvl1pPr marL="0" indent="0">
              <a:lnSpc>
                <a:spcPct val="120000"/>
              </a:lnSpc>
              <a:spcBef>
                <a:spcPts val="1600"/>
              </a:spcBef>
              <a:buNone/>
              <a:defRPr sz="1400">
                <a:latin typeface="+mn-lt"/>
              </a:defRPr>
            </a:lvl1pPr>
          </a:lstStyle>
          <a:p>
            <a:pPr lvl="0"/>
            <a:r>
              <a:rPr lang="en-US"/>
              <a:t>Click to edit Master text styles</a:t>
            </a:r>
          </a:p>
        </p:txBody>
      </p:sp>
      <p:sp>
        <p:nvSpPr>
          <p:cNvPr id="5" name="Picture Placeholder 4">
            <a:extLst>
              <a:ext uri="{FF2B5EF4-FFF2-40B4-BE49-F238E27FC236}">
                <a16:creationId xmlns:a16="http://schemas.microsoft.com/office/drawing/2014/main" id="{2D6B9CC2-0A93-824B-8784-1E187A641DF1}"/>
              </a:ext>
            </a:extLst>
          </p:cNvPr>
          <p:cNvSpPr>
            <a:spLocks noGrp="1"/>
          </p:cNvSpPr>
          <p:nvPr>
            <p:ph type="pic" sz="quarter" idx="13"/>
          </p:nvPr>
        </p:nvSpPr>
        <p:spPr>
          <a:xfrm>
            <a:off x="3336925" y="0"/>
            <a:ext cx="8855075" cy="6858000"/>
          </a:xfrm>
          <a:solidFill>
            <a:schemeClr val="bg1">
              <a:lumMod val="95000"/>
            </a:schemeClr>
          </a:solidFill>
        </p:spPr>
        <p:txBody>
          <a:bodyPr/>
          <a:lstStyle>
            <a:lvl1pPr marL="0" indent="0">
              <a:buNone/>
              <a:defRPr sz="1200"/>
            </a:lvl1pPr>
          </a:lstStyle>
          <a:p>
            <a:r>
              <a:rPr lang="en-US"/>
              <a:t>Click icon to add picture</a:t>
            </a:r>
          </a:p>
        </p:txBody>
      </p:sp>
      <p:sp>
        <p:nvSpPr>
          <p:cNvPr id="3" name="Title 2">
            <a:extLst>
              <a:ext uri="{FF2B5EF4-FFF2-40B4-BE49-F238E27FC236}">
                <a16:creationId xmlns:a16="http://schemas.microsoft.com/office/drawing/2014/main" id="{4D84F6E5-E352-B74C-8251-2905A2D26949}"/>
              </a:ext>
            </a:extLst>
          </p:cNvPr>
          <p:cNvSpPr>
            <a:spLocks noGrp="1"/>
          </p:cNvSpPr>
          <p:nvPr>
            <p:ph type="title" hasCustomPrompt="1"/>
          </p:nvPr>
        </p:nvSpPr>
        <p:spPr>
          <a:xfrm>
            <a:off x="457199" y="384048"/>
            <a:ext cx="2651125" cy="822960"/>
          </a:xfrm>
        </p:spPr>
        <p:txBody>
          <a:bodyPr/>
          <a:lstStyle/>
          <a:p>
            <a:r>
              <a:rPr lang="en-US"/>
              <a:t>Click to Add Title</a:t>
            </a:r>
          </a:p>
        </p:txBody>
      </p:sp>
      <p:sp>
        <p:nvSpPr>
          <p:cNvPr id="6" name="TextBox 5">
            <a:extLst>
              <a:ext uri="{FF2B5EF4-FFF2-40B4-BE49-F238E27FC236}">
                <a16:creationId xmlns:a16="http://schemas.microsoft.com/office/drawing/2014/main" id="{B253B4B6-C1D0-C046-A80C-B92B81F6585D}"/>
              </a:ext>
            </a:extLst>
          </p:cNvPr>
          <p:cNvSpPr txBox="1"/>
          <p:nvPr userDrawn="1"/>
        </p:nvSpPr>
        <p:spPr>
          <a:xfrm>
            <a:off x="11358961" y="6434080"/>
            <a:ext cx="379141" cy="138499"/>
          </a:xfrm>
          <a:prstGeom prst="rect">
            <a:avLst/>
          </a:prstGeom>
          <a:noFill/>
        </p:spPr>
        <p:txBody>
          <a:bodyPr wrap="square" lIns="0" tIns="0" rIns="0" bIns="0" rtlCol="0" anchor="b">
            <a:spAutoFit/>
          </a:bodyPr>
          <a:lstStyle/>
          <a:p>
            <a:pPr algn="r"/>
            <a:fld id="{2E41F6C8-4AC0-3E4A-83FC-D61DA5B25C9B}" type="slidenum">
              <a:rPr lang="en-US" sz="900" smtClean="0">
                <a:solidFill>
                  <a:schemeClr val="bg1"/>
                </a:solidFill>
              </a:rPr>
              <a:pPr algn="r"/>
              <a:t>‹#›</a:t>
            </a:fld>
            <a:endParaRPr lang="en-US" sz="900">
              <a:solidFill>
                <a:schemeClr val="bg1"/>
              </a:solidFill>
            </a:endParaRPr>
          </a:p>
        </p:txBody>
      </p:sp>
      <p:sp>
        <p:nvSpPr>
          <p:cNvPr id="2" name="Text Placeholder 3">
            <a:extLst>
              <a:ext uri="{FF2B5EF4-FFF2-40B4-BE49-F238E27FC236}">
                <a16:creationId xmlns:a16="http://schemas.microsoft.com/office/drawing/2014/main" id="{C342DDDD-3486-26B4-2451-F65D2C0A1553}"/>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29375335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Image Shape">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C5B0DF66-7FB8-254D-86AC-C0A1063CF651}"/>
              </a:ext>
            </a:extLst>
          </p:cNvPr>
          <p:cNvGraphicFramePr>
            <a:graphicFrameLocks noChangeAspect="1"/>
          </p:cNvGraphicFramePr>
          <p:nvPr>
            <p:custDataLst>
              <p:tags r:id="rId1"/>
            </p:custDataLst>
            <p:extLst>
              <p:ext uri="{D42A27DB-BD31-4B8C-83A1-F6EECF244321}">
                <p14:modId xmlns:p14="http://schemas.microsoft.com/office/powerpoint/2010/main" val="157679720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Object 7" hidden="1">
                        <a:extLst>
                          <a:ext uri="{FF2B5EF4-FFF2-40B4-BE49-F238E27FC236}">
                            <a16:creationId xmlns:a16="http://schemas.microsoft.com/office/drawing/2014/main" id="{C5B0DF66-7FB8-254D-86AC-C0A1063CF65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2" name="Text Placeholder 11">
            <a:extLst>
              <a:ext uri="{FF2B5EF4-FFF2-40B4-BE49-F238E27FC236}">
                <a16:creationId xmlns:a16="http://schemas.microsoft.com/office/drawing/2014/main" id="{6D864AB1-FA21-E948-BBC5-87E7C74C69C3}"/>
              </a:ext>
            </a:extLst>
          </p:cNvPr>
          <p:cNvSpPr>
            <a:spLocks noGrp="1"/>
          </p:cNvSpPr>
          <p:nvPr>
            <p:ph type="body" sz="quarter" idx="11"/>
          </p:nvPr>
        </p:nvSpPr>
        <p:spPr>
          <a:xfrm>
            <a:off x="457200" y="1691640"/>
            <a:ext cx="5529262" cy="2600960"/>
          </a:xfrm>
        </p:spPr>
        <p:txBody>
          <a:bodyPr/>
          <a:lstStyle>
            <a:lvl1pPr marL="0" indent="0">
              <a:lnSpc>
                <a:spcPct val="120000"/>
              </a:lnSpc>
              <a:buNone/>
              <a:defRPr sz="1600">
                <a:latin typeface="+mn-lt"/>
              </a:defRPr>
            </a:lvl1pPr>
          </a:lstStyle>
          <a:p>
            <a:pPr lvl="0"/>
            <a:r>
              <a:rPr lang="en-US"/>
              <a:t>Click to edit Master text styles</a:t>
            </a:r>
          </a:p>
        </p:txBody>
      </p:sp>
      <p:sp>
        <p:nvSpPr>
          <p:cNvPr id="17" name="Picture Placeholder 16">
            <a:extLst>
              <a:ext uri="{FF2B5EF4-FFF2-40B4-BE49-F238E27FC236}">
                <a16:creationId xmlns:a16="http://schemas.microsoft.com/office/drawing/2014/main" id="{1C387F9A-7C61-504D-95FA-41854B1EFD1B}"/>
              </a:ext>
            </a:extLst>
          </p:cNvPr>
          <p:cNvSpPr>
            <a:spLocks noGrp="1"/>
          </p:cNvSpPr>
          <p:nvPr>
            <p:ph type="pic" sz="quarter" idx="13"/>
          </p:nvPr>
        </p:nvSpPr>
        <p:spPr>
          <a:xfrm>
            <a:off x="3662552" y="2076450"/>
            <a:ext cx="8529448" cy="4781550"/>
          </a:xfrm>
          <a:custGeom>
            <a:avLst/>
            <a:gdLst>
              <a:gd name="connsiteX0" fmla="*/ 4767761 w 8529448"/>
              <a:gd name="connsiteY0" fmla="*/ 0 h 4781550"/>
              <a:gd name="connsiteX1" fmla="*/ 8529448 w 8529448"/>
              <a:gd name="connsiteY1" fmla="*/ 3772567 h 4781550"/>
              <a:gd name="connsiteX2" fmla="*/ 8529448 w 8529448"/>
              <a:gd name="connsiteY2" fmla="*/ 4781550 h 4781550"/>
              <a:gd name="connsiteX3" fmla="*/ 5501201 w 8529448"/>
              <a:gd name="connsiteY3" fmla="*/ 4781550 h 4781550"/>
              <a:gd name="connsiteX4" fmla="*/ 4766726 w 8529448"/>
              <a:gd name="connsiteY4" fmla="*/ 4044950 h 4781550"/>
              <a:gd name="connsiteX5" fmla="*/ 4032250 w 8529448"/>
              <a:gd name="connsiteY5" fmla="*/ 4781550 h 4781550"/>
              <a:gd name="connsiteX6" fmla="*/ 0 w 8529448"/>
              <a:gd name="connsiteY6" fmla="*/ 4781550 h 4781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29448" h="4781550">
                <a:moveTo>
                  <a:pt x="4767761" y="0"/>
                </a:moveTo>
                <a:lnTo>
                  <a:pt x="8529448" y="3772567"/>
                </a:lnTo>
                <a:lnTo>
                  <a:pt x="8529448" y="4781550"/>
                </a:lnTo>
                <a:lnTo>
                  <a:pt x="5501201" y="4781550"/>
                </a:lnTo>
                <a:lnTo>
                  <a:pt x="4766726" y="4044950"/>
                </a:lnTo>
                <a:lnTo>
                  <a:pt x="4032250" y="4781550"/>
                </a:lnTo>
                <a:lnTo>
                  <a:pt x="0" y="4781550"/>
                </a:lnTo>
                <a:close/>
              </a:path>
            </a:pathLst>
          </a:custGeom>
          <a:solidFill>
            <a:schemeClr val="bg1">
              <a:lumMod val="95000"/>
            </a:schemeClr>
          </a:solidFill>
        </p:spPr>
        <p:txBody>
          <a:bodyPr wrap="square" anchor="ctr">
            <a:noAutofit/>
          </a:bodyPr>
          <a:lstStyle>
            <a:lvl1pPr marL="0" indent="0" algn="ctr">
              <a:buNone/>
              <a:defRPr sz="1200"/>
            </a:lvl1pPr>
          </a:lstStyle>
          <a:p>
            <a:r>
              <a:rPr lang="en-US"/>
              <a:t>Click icon to add picture</a:t>
            </a:r>
          </a:p>
        </p:txBody>
      </p:sp>
      <p:sp>
        <p:nvSpPr>
          <p:cNvPr id="3" name="Title 2">
            <a:extLst>
              <a:ext uri="{FF2B5EF4-FFF2-40B4-BE49-F238E27FC236}">
                <a16:creationId xmlns:a16="http://schemas.microsoft.com/office/drawing/2014/main" id="{4D84F6E5-E352-B74C-8251-2905A2D26949}"/>
              </a:ext>
            </a:extLst>
          </p:cNvPr>
          <p:cNvSpPr>
            <a:spLocks noGrp="1"/>
          </p:cNvSpPr>
          <p:nvPr>
            <p:ph type="title" hasCustomPrompt="1"/>
          </p:nvPr>
        </p:nvSpPr>
        <p:spPr>
          <a:xfrm>
            <a:off x="457199" y="384048"/>
            <a:ext cx="5529263" cy="822960"/>
          </a:xfrm>
        </p:spPr>
        <p:txBody>
          <a:bodyPr/>
          <a:lstStyle/>
          <a:p>
            <a:r>
              <a:rPr lang="en-US"/>
              <a:t>Click to Add Title</a:t>
            </a:r>
          </a:p>
        </p:txBody>
      </p:sp>
    </p:spTree>
    <p:extLst>
      <p:ext uri="{BB962C8B-B14F-4D97-AF65-F5344CB8AC3E}">
        <p14:creationId xmlns:p14="http://schemas.microsoft.com/office/powerpoint/2010/main" val="20943731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lumn Image">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C5B0DF66-7FB8-254D-86AC-C0A1063CF651}"/>
              </a:ext>
            </a:extLst>
          </p:cNvPr>
          <p:cNvGraphicFramePr>
            <a:graphicFrameLocks noChangeAspect="1"/>
          </p:cNvGraphicFramePr>
          <p:nvPr>
            <p:custDataLst>
              <p:tags r:id="rId1"/>
            </p:custDataLst>
            <p:extLst>
              <p:ext uri="{D42A27DB-BD31-4B8C-83A1-F6EECF244321}">
                <p14:modId xmlns:p14="http://schemas.microsoft.com/office/powerpoint/2010/main" val="127230717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Object 7" hidden="1">
                        <a:extLst>
                          <a:ext uri="{FF2B5EF4-FFF2-40B4-BE49-F238E27FC236}">
                            <a16:creationId xmlns:a16="http://schemas.microsoft.com/office/drawing/2014/main" id="{C5B0DF66-7FB8-254D-86AC-C0A1063CF65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6" name="Text Placeholder 5">
            <a:extLst>
              <a:ext uri="{FF2B5EF4-FFF2-40B4-BE49-F238E27FC236}">
                <a16:creationId xmlns:a16="http://schemas.microsoft.com/office/drawing/2014/main" id="{189F3AE6-AACE-6B4E-8D44-B359D956868D}"/>
              </a:ext>
            </a:extLst>
          </p:cNvPr>
          <p:cNvSpPr>
            <a:spLocks noGrp="1"/>
          </p:cNvSpPr>
          <p:nvPr>
            <p:ph type="body" sz="quarter" idx="14"/>
          </p:nvPr>
        </p:nvSpPr>
        <p:spPr>
          <a:xfrm>
            <a:off x="457200" y="1691640"/>
            <a:ext cx="5334000" cy="4315460"/>
          </a:xfrm>
        </p:spPr>
        <p:txBody>
          <a:bodyPr/>
          <a:lstStyle>
            <a:lvl1pPr marL="0" indent="0">
              <a:lnSpc>
                <a:spcPct val="120000"/>
              </a:lnSpc>
              <a:spcBef>
                <a:spcPts val="1600"/>
              </a:spcBef>
              <a:buNone/>
              <a:defRPr sz="1600" b="0" i="0">
                <a:latin typeface="+mn-lt"/>
              </a:defRPr>
            </a:lvl1pPr>
            <a:lvl2pPr marL="230188" indent="-225425">
              <a:lnSpc>
                <a:spcPct val="120000"/>
              </a:lnSpc>
              <a:spcBef>
                <a:spcPts val="1600"/>
              </a:spcBef>
              <a:buFont typeface="Elevance Sans" pitchFamily="2" charset="0"/>
              <a:buChar char="•"/>
              <a:tabLst/>
              <a:defRPr sz="1600">
                <a:latin typeface="+mn-lt"/>
              </a:defRPr>
            </a:lvl2pPr>
            <a:lvl3pPr marL="236537" indent="0">
              <a:lnSpc>
                <a:spcPct val="100000"/>
              </a:lnSpc>
              <a:buNone/>
              <a:tabLst/>
              <a:defRPr sz="1400">
                <a:latin typeface="+mn-lt"/>
              </a:defRPr>
            </a:lvl3pPr>
            <a:lvl4pPr marL="685800" indent="-230188">
              <a:lnSpc>
                <a:spcPct val="100000"/>
              </a:lnSpc>
              <a:tabLst/>
              <a:defRPr sz="1400">
                <a:latin typeface="+mn-lt"/>
              </a:defRPr>
            </a:lvl4pPr>
            <a:lvl5pPr marL="915988" indent="-230188">
              <a:lnSpc>
                <a:spcPct val="100000"/>
              </a:lnSpc>
              <a:tabLst/>
              <a:defRPr sz="1400">
                <a:latin typeface="+mn-lt"/>
              </a:defRPr>
            </a:lvl5pPr>
          </a:lstStyle>
          <a:p>
            <a:pPr lvl="0"/>
            <a:r>
              <a:rPr lang="en-US"/>
              <a:t>Click to edit Master text styles</a:t>
            </a:r>
          </a:p>
          <a:p>
            <a:pPr lvl="1"/>
            <a:r>
              <a:rPr lang="en-US"/>
              <a:t>Second level</a:t>
            </a:r>
          </a:p>
        </p:txBody>
      </p:sp>
      <p:sp>
        <p:nvSpPr>
          <p:cNvPr id="5" name="Picture Placeholder 4">
            <a:extLst>
              <a:ext uri="{FF2B5EF4-FFF2-40B4-BE49-F238E27FC236}">
                <a16:creationId xmlns:a16="http://schemas.microsoft.com/office/drawing/2014/main" id="{2D6B9CC2-0A93-824B-8784-1E187A641DF1}"/>
              </a:ext>
            </a:extLst>
          </p:cNvPr>
          <p:cNvSpPr>
            <a:spLocks noGrp="1"/>
          </p:cNvSpPr>
          <p:nvPr>
            <p:ph type="pic" sz="quarter" idx="13"/>
          </p:nvPr>
        </p:nvSpPr>
        <p:spPr>
          <a:xfrm>
            <a:off x="6096000" y="0"/>
            <a:ext cx="6096000" cy="6858000"/>
          </a:xfrm>
          <a:solidFill>
            <a:schemeClr val="bg1">
              <a:lumMod val="95000"/>
            </a:schemeClr>
          </a:solidFill>
        </p:spPr>
        <p:txBody>
          <a:bodyPr/>
          <a:lstStyle>
            <a:lvl1pPr marL="0" indent="0">
              <a:buNone/>
              <a:defRPr sz="1200"/>
            </a:lvl1pPr>
          </a:lstStyle>
          <a:p>
            <a:r>
              <a:rPr lang="en-US"/>
              <a:t>Click icon to add picture</a:t>
            </a:r>
          </a:p>
        </p:txBody>
      </p:sp>
      <p:sp>
        <p:nvSpPr>
          <p:cNvPr id="3" name="Title 2">
            <a:extLst>
              <a:ext uri="{FF2B5EF4-FFF2-40B4-BE49-F238E27FC236}">
                <a16:creationId xmlns:a16="http://schemas.microsoft.com/office/drawing/2014/main" id="{F0D6646E-C578-A14A-A853-62114E9D76C2}"/>
              </a:ext>
            </a:extLst>
          </p:cNvPr>
          <p:cNvSpPr>
            <a:spLocks noGrp="1"/>
          </p:cNvSpPr>
          <p:nvPr>
            <p:ph type="title" hasCustomPrompt="1"/>
          </p:nvPr>
        </p:nvSpPr>
        <p:spPr>
          <a:xfrm>
            <a:off x="457200" y="384048"/>
            <a:ext cx="5334000" cy="822960"/>
          </a:xfrm>
        </p:spPr>
        <p:txBody>
          <a:bodyPr/>
          <a:lstStyle/>
          <a:p>
            <a:r>
              <a:rPr lang="en-US"/>
              <a:t>Click to Add Title</a:t>
            </a:r>
          </a:p>
        </p:txBody>
      </p:sp>
      <p:sp>
        <p:nvSpPr>
          <p:cNvPr id="7" name="TextBox 6">
            <a:extLst>
              <a:ext uri="{FF2B5EF4-FFF2-40B4-BE49-F238E27FC236}">
                <a16:creationId xmlns:a16="http://schemas.microsoft.com/office/drawing/2014/main" id="{D586DF63-5DBC-C185-3023-269F41D66D0E}"/>
              </a:ext>
            </a:extLst>
          </p:cNvPr>
          <p:cNvSpPr txBox="1"/>
          <p:nvPr userDrawn="1"/>
        </p:nvSpPr>
        <p:spPr>
          <a:xfrm>
            <a:off x="11358961" y="6434080"/>
            <a:ext cx="379141" cy="138499"/>
          </a:xfrm>
          <a:prstGeom prst="rect">
            <a:avLst/>
          </a:prstGeom>
          <a:noFill/>
        </p:spPr>
        <p:txBody>
          <a:bodyPr wrap="square" lIns="0" tIns="0" rIns="0" bIns="0" rtlCol="0" anchor="b">
            <a:spAutoFit/>
          </a:bodyPr>
          <a:lstStyle/>
          <a:p>
            <a:pPr algn="r"/>
            <a:fld id="{2E41F6C8-4AC0-3E4A-83FC-D61DA5B25C9B}" type="slidenum">
              <a:rPr lang="en-US" sz="900" smtClean="0">
                <a:solidFill>
                  <a:schemeClr val="bg1"/>
                </a:solidFill>
              </a:rPr>
              <a:pPr algn="r"/>
              <a:t>‹#›</a:t>
            </a:fld>
            <a:endParaRPr lang="en-US" sz="900">
              <a:solidFill>
                <a:schemeClr val="bg1"/>
              </a:solidFill>
            </a:endParaRPr>
          </a:p>
        </p:txBody>
      </p:sp>
      <p:sp>
        <p:nvSpPr>
          <p:cNvPr id="2" name="Text Placeholder 3">
            <a:extLst>
              <a:ext uri="{FF2B5EF4-FFF2-40B4-BE49-F238E27FC236}">
                <a16:creationId xmlns:a16="http://schemas.microsoft.com/office/drawing/2014/main" id="{13C018C7-5E06-6B06-BB65-2CAE83A0FA0D}"/>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28124085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lumn Spli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C5B0DF66-7FB8-254D-86AC-C0A1063CF651}"/>
              </a:ext>
            </a:extLst>
          </p:cNvPr>
          <p:cNvGraphicFramePr>
            <a:graphicFrameLocks noChangeAspect="1"/>
          </p:cNvGraphicFramePr>
          <p:nvPr>
            <p:custDataLst>
              <p:tags r:id="rId1"/>
            </p:custDataLst>
            <p:extLst>
              <p:ext uri="{D42A27DB-BD31-4B8C-83A1-F6EECF244321}">
                <p14:modId xmlns:p14="http://schemas.microsoft.com/office/powerpoint/2010/main" val="274731016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Object 7" hidden="1">
                        <a:extLst>
                          <a:ext uri="{FF2B5EF4-FFF2-40B4-BE49-F238E27FC236}">
                            <a16:creationId xmlns:a16="http://schemas.microsoft.com/office/drawing/2014/main" id="{C5B0DF66-7FB8-254D-86AC-C0A1063CF65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Rectangle 2">
            <a:extLst>
              <a:ext uri="{FF2B5EF4-FFF2-40B4-BE49-F238E27FC236}">
                <a16:creationId xmlns:a16="http://schemas.microsoft.com/office/drawing/2014/main" id="{CC481F15-58C8-BB47-847B-AFEF12FCE234}"/>
              </a:ext>
            </a:extLst>
          </p:cNvPr>
          <p:cNvSpPr/>
          <p:nvPr/>
        </p:nvSpPr>
        <p:spPr>
          <a:xfrm>
            <a:off x="6095999" y="0"/>
            <a:ext cx="6096001" cy="6858000"/>
          </a:xfrm>
          <a:prstGeom prst="rect">
            <a:avLst/>
          </a:prstGeom>
          <a:solidFill>
            <a:srgbClr val="D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1" name="Text Placeholder 5">
            <a:extLst>
              <a:ext uri="{FF2B5EF4-FFF2-40B4-BE49-F238E27FC236}">
                <a16:creationId xmlns:a16="http://schemas.microsoft.com/office/drawing/2014/main" id="{5B62D9A9-B92C-3149-8DE0-C101312E2085}"/>
              </a:ext>
            </a:extLst>
          </p:cNvPr>
          <p:cNvSpPr>
            <a:spLocks noGrp="1"/>
          </p:cNvSpPr>
          <p:nvPr>
            <p:ph type="body" sz="quarter" idx="14"/>
          </p:nvPr>
        </p:nvSpPr>
        <p:spPr>
          <a:xfrm>
            <a:off x="457200" y="1691640"/>
            <a:ext cx="5334000" cy="4315460"/>
          </a:xfrm>
        </p:spPr>
        <p:txBody>
          <a:bodyPr/>
          <a:lstStyle>
            <a:lvl1pPr marL="0" indent="0">
              <a:lnSpc>
                <a:spcPct val="120000"/>
              </a:lnSpc>
              <a:spcBef>
                <a:spcPts val="1600"/>
              </a:spcBef>
              <a:buNone/>
              <a:defRPr sz="1600" b="0" i="0">
                <a:latin typeface="+mn-lt"/>
              </a:defRPr>
            </a:lvl1pPr>
            <a:lvl2pPr marL="230188" indent="-225425">
              <a:lnSpc>
                <a:spcPct val="120000"/>
              </a:lnSpc>
              <a:spcBef>
                <a:spcPts val="1600"/>
              </a:spcBef>
              <a:buFont typeface="Elevance Sans" pitchFamily="2" charset="0"/>
              <a:buChar char="•"/>
              <a:tabLst/>
              <a:defRPr sz="1600">
                <a:latin typeface="+mn-lt"/>
              </a:defRPr>
            </a:lvl2pPr>
            <a:lvl3pPr marL="236537" indent="0">
              <a:lnSpc>
                <a:spcPct val="100000"/>
              </a:lnSpc>
              <a:buNone/>
              <a:tabLst/>
              <a:defRPr sz="1400">
                <a:latin typeface="+mn-lt"/>
              </a:defRPr>
            </a:lvl3pPr>
            <a:lvl4pPr marL="685800" indent="-230188">
              <a:lnSpc>
                <a:spcPct val="100000"/>
              </a:lnSpc>
              <a:tabLst/>
              <a:defRPr sz="1400">
                <a:latin typeface="+mn-lt"/>
              </a:defRPr>
            </a:lvl4pPr>
            <a:lvl5pPr marL="915988" indent="-230188">
              <a:lnSpc>
                <a:spcPct val="100000"/>
              </a:lnSpc>
              <a:tabLst/>
              <a:defRPr sz="1400">
                <a:latin typeface="+mn-lt"/>
              </a:defRPr>
            </a:lvl5pPr>
          </a:lstStyle>
          <a:p>
            <a:pPr lvl="0"/>
            <a:r>
              <a:rPr lang="en-US"/>
              <a:t>Click to edit Master text styles</a:t>
            </a:r>
          </a:p>
          <a:p>
            <a:pPr lvl="1"/>
            <a:r>
              <a:rPr lang="en-US"/>
              <a:t>Second level</a:t>
            </a:r>
          </a:p>
        </p:txBody>
      </p:sp>
      <p:sp>
        <p:nvSpPr>
          <p:cNvPr id="4" name="Title 3">
            <a:extLst>
              <a:ext uri="{FF2B5EF4-FFF2-40B4-BE49-F238E27FC236}">
                <a16:creationId xmlns:a16="http://schemas.microsoft.com/office/drawing/2014/main" id="{E5107B16-D40D-4D49-AC9F-081161A30D41}"/>
              </a:ext>
            </a:extLst>
          </p:cNvPr>
          <p:cNvSpPr>
            <a:spLocks noGrp="1"/>
          </p:cNvSpPr>
          <p:nvPr>
            <p:ph type="title" hasCustomPrompt="1"/>
          </p:nvPr>
        </p:nvSpPr>
        <p:spPr>
          <a:xfrm>
            <a:off x="457200" y="384048"/>
            <a:ext cx="5334000" cy="822960"/>
          </a:xfrm>
        </p:spPr>
        <p:txBody>
          <a:bodyPr/>
          <a:lstStyle/>
          <a:p>
            <a:r>
              <a:rPr lang="en-US"/>
              <a:t>Click to Add Title</a:t>
            </a:r>
          </a:p>
        </p:txBody>
      </p:sp>
      <p:sp>
        <p:nvSpPr>
          <p:cNvPr id="16" name="TextBox 15">
            <a:extLst>
              <a:ext uri="{FF2B5EF4-FFF2-40B4-BE49-F238E27FC236}">
                <a16:creationId xmlns:a16="http://schemas.microsoft.com/office/drawing/2014/main" id="{AD9F5B07-CC0C-8242-81AD-1C0EB2CDA362}"/>
              </a:ext>
            </a:extLst>
          </p:cNvPr>
          <p:cNvSpPr txBox="1"/>
          <p:nvPr/>
        </p:nvSpPr>
        <p:spPr>
          <a:xfrm>
            <a:off x="11358961" y="6434080"/>
            <a:ext cx="379141" cy="138499"/>
          </a:xfrm>
          <a:prstGeom prst="rect">
            <a:avLst/>
          </a:prstGeom>
          <a:noFill/>
        </p:spPr>
        <p:txBody>
          <a:bodyPr wrap="square" lIns="0" tIns="0" rIns="0" bIns="0" rtlCol="0" anchor="b">
            <a:spAutoFit/>
          </a:bodyPr>
          <a:lstStyle/>
          <a:p>
            <a:pPr algn="r"/>
            <a:fld id="{2E41F6C8-4AC0-3E4A-83FC-D61DA5B25C9B}" type="slidenum">
              <a:rPr lang="en-US" sz="900" smtClean="0">
                <a:solidFill>
                  <a:schemeClr val="tx2"/>
                </a:solidFill>
              </a:rPr>
              <a:pPr algn="r"/>
              <a:t>‹#›</a:t>
            </a:fld>
            <a:endParaRPr lang="en-US" sz="900">
              <a:solidFill>
                <a:schemeClr val="tx2"/>
              </a:solidFill>
            </a:endParaRPr>
          </a:p>
        </p:txBody>
      </p:sp>
      <p:sp>
        <p:nvSpPr>
          <p:cNvPr id="2" name="Text Placeholder 3">
            <a:extLst>
              <a:ext uri="{FF2B5EF4-FFF2-40B4-BE49-F238E27FC236}">
                <a16:creationId xmlns:a16="http://schemas.microsoft.com/office/drawing/2014/main" id="{0D9B0BBA-4808-7FD1-BC73-712CFD1A270D}"/>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15346570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lumn Spli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C481F15-58C8-BB47-847B-AFEF12FCE234}"/>
              </a:ext>
            </a:extLst>
          </p:cNvPr>
          <p:cNvSpPr/>
          <p:nvPr userDrawn="1"/>
        </p:nvSpPr>
        <p:spPr>
          <a:xfrm>
            <a:off x="6096000" y="0"/>
            <a:ext cx="6096000" cy="6858000"/>
          </a:xfrm>
          <a:prstGeom prst="rect">
            <a:avLst/>
          </a:prstGeom>
          <a:solidFill>
            <a:srgbClr val="D9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3" name="Picture Placeholder 22">
            <a:extLst>
              <a:ext uri="{FF2B5EF4-FFF2-40B4-BE49-F238E27FC236}">
                <a16:creationId xmlns:a16="http://schemas.microsoft.com/office/drawing/2014/main" id="{C7E88C62-B078-D543-A31B-4986E3330988}"/>
              </a:ext>
            </a:extLst>
          </p:cNvPr>
          <p:cNvSpPr>
            <a:spLocks noGrp="1"/>
          </p:cNvSpPr>
          <p:nvPr>
            <p:ph type="pic" sz="quarter" idx="19" hasCustomPrompt="1"/>
          </p:nvPr>
        </p:nvSpPr>
        <p:spPr>
          <a:xfrm>
            <a:off x="6665120" y="2346325"/>
            <a:ext cx="731837" cy="731276"/>
          </a:xfrm>
        </p:spPr>
        <p:txBody>
          <a:bodyPr/>
          <a:lstStyle>
            <a:lvl1pPr algn="ctr">
              <a:defRPr sz="1000">
                <a:solidFill>
                  <a:schemeClr val="tx2"/>
                </a:solidFill>
              </a:defRPr>
            </a:lvl1pPr>
          </a:lstStyle>
          <a:p>
            <a:r>
              <a:rPr lang="en-US"/>
              <a:t>icon</a:t>
            </a:r>
          </a:p>
        </p:txBody>
      </p:sp>
      <p:graphicFrame>
        <p:nvGraphicFramePr>
          <p:cNvPr id="8" name="Object 7" hidden="1">
            <a:extLst>
              <a:ext uri="{FF2B5EF4-FFF2-40B4-BE49-F238E27FC236}">
                <a16:creationId xmlns:a16="http://schemas.microsoft.com/office/drawing/2014/main" id="{C5B0DF66-7FB8-254D-86AC-C0A1063CF651}"/>
              </a:ext>
            </a:extLst>
          </p:cNvPr>
          <p:cNvGraphicFramePr>
            <a:graphicFrameLocks noChangeAspect="1"/>
          </p:cNvGraphicFramePr>
          <p:nvPr>
            <p:custDataLst>
              <p:tags r:id="rId1"/>
            </p:custDataLst>
            <p:extLst>
              <p:ext uri="{D42A27DB-BD31-4B8C-83A1-F6EECF244321}">
                <p14:modId xmlns:p14="http://schemas.microsoft.com/office/powerpoint/2010/main" val="274731016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Object 7" hidden="1">
                        <a:extLst>
                          <a:ext uri="{FF2B5EF4-FFF2-40B4-BE49-F238E27FC236}">
                            <a16:creationId xmlns:a16="http://schemas.microsoft.com/office/drawing/2014/main" id="{C5B0DF66-7FB8-254D-86AC-C0A1063CF65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E5107B16-D40D-4D49-AC9F-081161A30D41}"/>
              </a:ext>
            </a:extLst>
          </p:cNvPr>
          <p:cNvSpPr>
            <a:spLocks noGrp="1"/>
          </p:cNvSpPr>
          <p:nvPr>
            <p:ph type="title" hasCustomPrompt="1"/>
          </p:nvPr>
        </p:nvSpPr>
        <p:spPr>
          <a:xfrm>
            <a:off x="457200" y="384048"/>
            <a:ext cx="5334000" cy="822960"/>
          </a:xfrm>
        </p:spPr>
        <p:txBody>
          <a:bodyPr/>
          <a:lstStyle/>
          <a:p>
            <a:r>
              <a:rPr lang="en-US"/>
              <a:t>Click to add title</a:t>
            </a:r>
          </a:p>
        </p:txBody>
      </p:sp>
      <p:sp>
        <p:nvSpPr>
          <p:cNvPr id="16" name="TextBox 15">
            <a:extLst>
              <a:ext uri="{FF2B5EF4-FFF2-40B4-BE49-F238E27FC236}">
                <a16:creationId xmlns:a16="http://schemas.microsoft.com/office/drawing/2014/main" id="{AD9F5B07-CC0C-8242-81AD-1C0EB2CDA362}"/>
              </a:ext>
            </a:extLst>
          </p:cNvPr>
          <p:cNvSpPr txBox="1"/>
          <p:nvPr/>
        </p:nvSpPr>
        <p:spPr>
          <a:xfrm>
            <a:off x="11358961" y="6434080"/>
            <a:ext cx="379141" cy="138499"/>
          </a:xfrm>
          <a:prstGeom prst="rect">
            <a:avLst/>
          </a:prstGeom>
          <a:noFill/>
        </p:spPr>
        <p:txBody>
          <a:bodyPr wrap="square" lIns="0" tIns="0" rIns="0" bIns="0" rtlCol="0" anchor="b">
            <a:spAutoFit/>
          </a:bodyPr>
          <a:lstStyle/>
          <a:p>
            <a:pPr algn="r"/>
            <a:fld id="{2E41F6C8-4AC0-3E4A-83FC-D61DA5B25C9B}" type="slidenum">
              <a:rPr lang="en-US" sz="900" smtClean="0">
                <a:solidFill>
                  <a:schemeClr val="tx2"/>
                </a:solidFill>
              </a:rPr>
              <a:pPr algn="r"/>
              <a:t>‹#›</a:t>
            </a:fld>
            <a:endParaRPr lang="en-US" sz="900">
              <a:solidFill>
                <a:schemeClr val="tx2"/>
              </a:solidFill>
            </a:endParaRPr>
          </a:p>
        </p:txBody>
      </p:sp>
      <p:sp>
        <p:nvSpPr>
          <p:cNvPr id="19" name="Text Placeholder 18">
            <a:extLst>
              <a:ext uri="{FF2B5EF4-FFF2-40B4-BE49-F238E27FC236}">
                <a16:creationId xmlns:a16="http://schemas.microsoft.com/office/drawing/2014/main" id="{2628AA8C-3AA3-804C-BAC2-938EE013A99D}"/>
              </a:ext>
            </a:extLst>
          </p:cNvPr>
          <p:cNvSpPr>
            <a:spLocks noGrp="1"/>
          </p:cNvSpPr>
          <p:nvPr>
            <p:ph type="body" sz="quarter" idx="16"/>
          </p:nvPr>
        </p:nvSpPr>
        <p:spPr>
          <a:xfrm>
            <a:off x="7915275" y="2354336"/>
            <a:ext cx="3818526" cy="723265"/>
          </a:xfrm>
        </p:spPr>
        <p:txBody>
          <a:bodyPr/>
          <a:lstStyle>
            <a:lvl1pPr>
              <a:lnSpc>
                <a:spcPct val="120000"/>
              </a:lnSpc>
              <a:defRPr sz="1200" b="0" i="0">
                <a:latin typeface="Elevance Sans" pitchFamily="2" charset="0"/>
              </a:defRPr>
            </a:lvl1pPr>
          </a:lstStyle>
          <a:p>
            <a:pPr lvl="0"/>
            <a:r>
              <a:rPr lang="en-US"/>
              <a:t>Click to edit Master text styles</a:t>
            </a:r>
          </a:p>
        </p:txBody>
      </p:sp>
      <p:sp>
        <p:nvSpPr>
          <p:cNvPr id="20" name="Text Placeholder 18">
            <a:extLst>
              <a:ext uri="{FF2B5EF4-FFF2-40B4-BE49-F238E27FC236}">
                <a16:creationId xmlns:a16="http://schemas.microsoft.com/office/drawing/2014/main" id="{60BE6EBB-EB34-2242-AEBC-48C5BF2653DE}"/>
              </a:ext>
            </a:extLst>
          </p:cNvPr>
          <p:cNvSpPr>
            <a:spLocks noGrp="1"/>
          </p:cNvSpPr>
          <p:nvPr>
            <p:ph type="body" sz="quarter" idx="17"/>
          </p:nvPr>
        </p:nvSpPr>
        <p:spPr>
          <a:xfrm>
            <a:off x="7915275" y="3736210"/>
            <a:ext cx="3818526" cy="723265"/>
          </a:xfrm>
        </p:spPr>
        <p:txBody>
          <a:bodyPr/>
          <a:lstStyle>
            <a:lvl1pPr>
              <a:lnSpc>
                <a:spcPct val="120000"/>
              </a:lnSpc>
              <a:defRPr sz="1200" b="0" i="0">
                <a:latin typeface="Elevance Sans" pitchFamily="2" charset="0"/>
              </a:defRPr>
            </a:lvl1pPr>
          </a:lstStyle>
          <a:p>
            <a:pPr lvl="0"/>
            <a:r>
              <a:rPr lang="en-US"/>
              <a:t>Click to edit Master text styles</a:t>
            </a:r>
          </a:p>
        </p:txBody>
      </p:sp>
      <p:sp>
        <p:nvSpPr>
          <p:cNvPr id="21" name="Text Placeholder 18">
            <a:extLst>
              <a:ext uri="{FF2B5EF4-FFF2-40B4-BE49-F238E27FC236}">
                <a16:creationId xmlns:a16="http://schemas.microsoft.com/office/drawing/2014/main" id="{62787009-1D09-0143-B730-093388290FEE}"/>
              </a:ext>
            </a:extLst>
          </p:cNvPr>
          <p:cNvSpPr>
            <a:spLocks noGrp="1"/>
          </p:cNvSpPr>
          <p:nvPr>
            <p:ph type="body" sz="quarter" idx="18"/>
          </p:nvPr>
        </p:nvSpPr>
        <p:spPr>
          <a:xfrm>
            <a:off x="7915275" y="5118084"/>
            <a:ext cx="3818526" cy="723265"/>
          </a:xfrm>
        </p:spPr>
        <p:txBody>
          <a:bodyPr/>
          <a:lstStyle>
            <a:lvl1pPr>
              <a:lnSpc>
                <a:spcPct val="120000"/>
              </a:lnSpc>
              <a:defRPr sz="1200" b="0" i="0">
                <a:latin typeface="Elevance Sans" pitchFamily="2" charset="0"/>
              </a:defRPr>
            </a:lvl1pPr>
          </a:lstStyle>
          <a:p>
            <a:pPr lvl="0"/>
            <a:r>
              <a:rPr lang="en-US"/>
              <a:t>Click to edit Master text styles</a:t>
            </a:r>
          </a:p>
        </p:txBody>
      </p:sp>
      <p:sp>
        <p:nvSpPr>
          <p:cNvPr id="24" name="Picture Placeholder 22">
            <a:extLst>
              <a:ext uri="{FF2B5EF4-FFF2-40B4-BE49-F238E27FC236}">
                <a16:creationId xmlns:a16="http://schemas.microsoft.com/office/drawing/2014/main" id="{926707BB-0CF8-D742-A1DA-677AC916C15E}"/>
              </a:ext>
            </a:extLst>
          </p:cNvPr>
          <p:cNvSpPr>
            <a:spLocks noGrp="1"/>
          </p:cNvSpPr>
          <p:nvPr>
            <p:ph type="pic" sz="quarter" idx="20" hasCustomPrompt="1"/>
          </p:nvPr>
        </p:nvSpPr>
        <p:spPr>
          <a:xfrm>
            <a:off x="6665120" y="3736210"/>
            <a:ext cx="731837" cy="731276"/>
          </a:xfrm>
        </p:spPr>
        <p:txBody>
          <a:bodyPr/>
          <a:lstStyle>
            <a:lvl1pPr algn="ctr">
              <a:defRPr sz="1000">
                <a:solidFill>
                  <a:schemeClr val="tx2"/>
                </a:solidFill>
              </a:defRPr>
            </a:lvl1pPr>
          </a:lstStyle>
          <a:p>
            <a:r>
              <a:rPr lang="en-US"/>
              <a:t>icon</a:t>
            </a:r>
          </a:p>
        </p:txBody>
      </p:sp>
      <p:sp>
        <p:nvSpPr>
          <p:cNvPr id="25" name="Picture Placeholder 22">
            <a:extLst>
              <a:ext uri="{FF2B5EF4-FFF2-40B4-BE49-F238E27FC236}">
                <a16:creationId xmlns:a16="http://schemas.microsoft.com/office/drawing/2014/main" id="{F2140207-71CD-1744-B834-6438BAD46B26}"/>
              </a:ext>
            </a:extLst>
          </p:cNvPr>
          <p:cNvSpPr>
            <a:spLocks noGrp="1"/>
          </p:cNvSpPr>
          <p:nvPr>
            <p:ph type="pic" sz="quarter" idx="21" hasCustomPrompt="1"/>
          </p:nvPr>
        </p:nvSpPr>
        <p:spPr>
          <a:xfrm>
            <a:off x="6665120" y="5118084"/>
            <a:ext cx="731837" cy="731276"/>
          </a:xfrm>
        </p:spPr>
        <p:txBody>
          <a:bodyPr/>
          <a:lstStyle>
            <a:lvl1pPr algn="ctr">
              <a:defRPr sz="1000">
                <a:solidFill>
                  <a:schemeClr val="tx2"/>
                </a:solidFill>
              </a:defRPr>
            </a:lvl1pPr>
          </a:lstStyle>
          <a:p>
            <a:r>
              <a:rPr lang="en-US"/>
              <a:t>icon</a:t>
            </a:r>
          </a:p>
        </p:txBody>
      </p:sp>
      <p:sp>
        <p:nvSpPr>
          <p:cNvPr id="15" name="Text Placeholder 5">
            <a:extLst>
              <a:ext uri="{FF2B5EF4-FFF2-40B4-BE49-F238E27FC236}">
                <a16:creationId xmlns:a16="http://schemas.microsoft.com/office/drawing/2014/main" id="{E0B1BDC5-0DAA-4703-BDF1-DE058F603E8D}"/>
              </a:ext>
            </a:extLst>
          </p:cNvPr>
          <p:cNvSpPr>
            <a:spLocks noGrp="1"/>
          </p:cNvSpPr>
          <p:nvPr>
            <p:ph type="body" sz="quarter" idx="22"/>
          </p:nvPr>
        </p:nvSpPr>
        <p:spPr>
          <a:xfrm>
            <a:off x="457200" y="1691640"/>
            <a:ext cx="5415280" cy="4315460"/>
          </a:xfrm>
        </p:spPr>
        <p:txBody>
          <a:bodyPr/>
          <a:lstStyle>
            <a:lvl1pPr marL="0" indent="0">
              <a:lnSpc>
                <a:spcPct val="120000"/>
              </a:lnSpc>
              <a:spcBef>
                <a:spcPts val="1600"/>
              </a:spcBef>
              <a:buNone/>
              <a:defRPr sz="1600" b="0" i="0">
                <a:latin typeface="+mj-lt"/>
              </a:defRPr>
            </a:lvl1pPr>
            <a:lvl2pPr marL="4763" indent="0">
              <a:lnSpc>
                <a:spcPct val="120000"/>
              </a:lnSpc>
              <a:spcBef>
                <a:spcPts val="1600"/>
              </a:spcBef>
              <a:buFont typeface="Elevance Sans" pitchFamily="2" charset="0"/>
              <a:buNone/>
              <a:tabLst/>
              <a:defRPr sz="1600">
                <a:latin typeface="+mn-lt"/>
              </a:defRPr>
            </a:lvl2pPr>
            <a:lvl3pPr marL="236537" indent="0">
              <a:lnSpc>
                <a:spcPct val="100000"/>
              </a:lnSpc>
              <a:buNone/>
              <a:tabLst/>
              <a:defRPr sz="1400">
                <a:latin typeface="+mn-lt"/>
              </a:defRPr>
            </a:lvl3pPr>
            <a:lvl4pPr marL="685800" indent="-230188">
              <a:lnSpc>
                <a:spcPct val="100000"/>
              </a:lnSpc>
              <a:tabLst/>
              <a:defRPr sz="1400">
                <a:latin typeface="+mn-lt"/>
              </a:defRPr>
            </a:lvl4pPr>
            <a:lvl5pPr marL="915988" indent="-230188">
              <a:lnSpc>
                <a:spcPct val="100000"/>
              </a:lnSpc>
              <a:tabLst/>
              <a:defRPr sz="1400">
                <a:latin typeface="+mn-lt"/>
              </a:defRPr>
            </a:lvl5pPr>
          </a:lstStyle>
          <a:p>
            <a:pPr lvl="0"/>
            <a:r>
              <a:rPr lang="en-US"/>
              <a:t>Click to edit Master text styles</a:t>
            </a:r>
          </a:p>
          <a:p>
            <a:pPr lvl="1"/>
            <a:r>
              <a:rPr lang="en-US"/>
              <a:t>Second level</a:t>
            </a:r>
          </a:p>
        </p:txBody>
      </p:sp>
      <p:sp>
        <p:nvSpPr>
          <p:cNvPr id="2" name="Text Placeholder 3">
            <a:extLst>
              <a:ext uri="{FF2B5EF4-FFF2-40B4-BE49-F238E27FC236}">
                <a16:creationId xmlns:a16="http://schemas.microsoft.com/office/drawing/2014/main" id="{91E70C0D-27E7-D4F3-7E26-40FF5DBE2AA6}"/>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41381312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vider or Statement Image">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11418EC-3C88-4D46-862D-8E997A834E37}"/>
              </a:ext>
            </a:extLst>
          </p:cNvPr>
          <p:cNvSpPr>
            <a:spLocks noGrp="1"/>
          </p:cNvSpPr>
          <p:nvPr>
            <p:ph type="pic" sz="quarter" idx="10"/>
          </p:nvPr>
        </p:nvSpPr>
        <p:spPr>
          <a:xfrm>
            <a:off x="0" y="0"/>
            <a:ext cx="12192000" cy="6858000"/>
          </a:xfrm>
          <a:solidFill>
            <a:schemeClr val="bg1">
              <a:lumMod val="95000"/>
            </a:schemeClr>
          </a:solidFill>
        </p:spPr>
        <p:txBody>
          <a:bodyPr vert="horz" lIns="0" tIns="0" rIns="0" bIns="0" rtlCol="0">
            <a:noAutofit/>
          </a:bodyPr>
          <a:lstStyle>
            <a:lvl1pPr>
              <a:defRPr lang="en-US" sz="1200"/>
            </a:lvl1pPr>
          </a:lstStyle>
          <a:p>
            <a:pPr lvl="0"/>
            <a:r>
              <a:rPr lang="en-US"/>
              <a:t>Click icon to add picture</a:t>
            </a:r>
          </a:p>
        </p:txBody>
      </p:sp>
      <p:graphicFrame>
        <p:nvGraphicFramePr>
          <p:cNvPr id="6" name="Object 5" hidden="1">
            <a:extLst>
              <a:ext uri="{FF2B5EF4-FFF2-40B4-BE49-F238E27FC236}">
                <a16:creationId xmlns:a16="http://schemas.microsoft.com/office/drawing/2014/main" id="{0E2AA750-F07B-144C-B416-DBC2747129E4}"/>
              </a:ext>
            </a:extLst>
          </p:cNvPr>
          <p:cNvGraphicFramePr>
            <a:graphicFrameLocks noChangeAspect="1"/>
          </p:cNvGraphicFramePr>
          <p:nvPr>
            <p:custDataLst>
              <p:tags r:id="rId1"/>
            </p:custDataLst>
            <p:extLst>
              <p:ext uri="{D42A27DB-BD31-4B8C-83A1-F6EECF244321}">
                <p14:modId xmlns:p14="http://schemas.microsoft.com/office/powerpoint/2010/main" val="283315764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Object 5" hidden="1">
                        <a:extLst>
                          <a:ext uri="{FF2B5EF4-FFF2-40B4-BE49-F238E27FC236}">
                            <a16:creationId xmlns:a16="http://schemas.microsoft.com/office/drawing/2014/main" id="{0E2AA750-F07B-144C-B416-DBC2747129E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48361CF-360D-4700-9A5B-1320F8B47D9D}"/>
              </a:ext>
            </a:extLst>
          </p:cNvPr>
          <p:cNvSpPr>
            <a:spLocks noGrp="1"/>
          </p:cNvSpPr>
          <p:nvPr>
            <p:ph type="title" hasCustomPrompt="1"/>
          </p:nvPr>
        </p:nvSpPr>
        <p:spPr>
          <a:xfrm>
            <a:off x="457200" y="431800"/>
            <a:ext cx="8307388" cy="2997200"/>
          </a:xfrm>
        </p:spPr>
        <p:txBody>
          <a:bodyPr vert="horz"/>
          <a:lstStyle>
            <a:lvl1pPr>
              <a:defRPr sz="6600">
                <a:solidFill>
                  <a:schemeClr val="bg1"/>
                </a:solidFill>
              </a:defRPr>
            </a:lvl1pPr>
          </a:lstStyle>
          <a:p>
            <a:r>
              <a:rPr lang="en-US"/>
              <a:t>Hero Statement </a:t>
            </a:r>
            <a:br>
              <a:rPr lang="en-US"/>
            </a:br>
            <a:r>
              <a:rPr lang="en-US"/>
              <a:t>or Divider Title Here</a:t>
            </a:r>
          </a:p>
        </p:txBody>
      </p:sp>
      <p:pic>
        <p:nvPicPr>
          <p:cNvPr id="7" name="Graphic 6">
            <a:extLst>
              <a:ext uri="{FF2B5EF4-FFF2-40B4-BE49-F238E27FC236}">
                <a16:creationId xmlns:a16="http://schemas.microsoft.com/office/drawing/2014/main" id="{F04B8F74-C724-9D47-A108-ADDF062EF84D}"/>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457200" y="6181344"/>
            <a:ext cx="187325" cy="355215"/>
          </a:xfrm>
          <a:prstGeom prst="rect">
            <a:avLst/>
          </a:prstGeom>
        </p:spPr>
      </p:pic>
      <p:sp>
        <p:nvSpPr>
          <p:cNvPr id="10" name="TextBox 9">
            <a:extLst>
              <a:ext uri="{FF2B5EF4-FFF2-40B4-BE49-F238E27FC236}">
                <a16:creationId xmlns:a16="http://schemas.microsoft.com/office/drawing/2014/main" id="{44FEF507-A62F-5045-943E-3F3CBD4D2700}"/>
              </a:ext>
            </a:extLst>
          </p:cNvPr>
          <p:cNvSpPr txBox="1"/>
          <p:nvPr/>
        </p:nvSpPr>
        <p:spPr>
          <a:xfrm>
            <a:off x="11358961" y="6434080"/>
            <a:ext cx="379141" cy="138499"/>
          </a:xfrm>
          <a:prstGeom prst="rect">
            <a:avLst/>
          </a:prstGeom>
          <a:noFill/>
        </p:spPr>
        <p:txBody>
          <a:bodyPr wrap="square" lIns="0" tIns="0" rIns="0" bIns="0" rtlCol="0" anchor="b">
            <a:spAutoFit/>
          </a:bodyPr>
          <a:lstStyle/>
          <a:p>
            <a:pPr algn="r"/>
            <a:fld id="{2E41F6C8-4AC0-3E4A-83FC-D61DA5B25C9B}" type="slidenum">
              <a:rPr lang="en-US" sz="900" smtClean="0">
                <a:solidFill>
                  <a:schemeClr val="bg1"/>
                </a:solidFill>
              </a:rPr>
              <a:pPr algn="r"/>
              <a:t>‹#›</a:t>
            </a:fld>
            <a:endParaRPr lang="en-US" sz="900">
              <a:solidFill>
                <a:schemeClr val="bg1"/>
              </a:solidFill>
            </a:endParaRPr>
          </a:p>
        </p:txBody>
      </p:sp>
      <p:sp>
        <p:nvSpPr>
          <p:cNvPr id="3" name="Text Placeholder 3">
            <a:extLst>
              <a:ext uri="{FF2B5EF4-FFF2-40B4-BE49-F238E27FC236}">
                <a16:creationId xmlns:a16="http://schemas.microsoft.com/office/drawing/2014/main" id="{F2214FCA-FD73-7320-A1B4-E40A36E6F0C6}"/>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solidFill>
                  <a:schemeClr val="bg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26736097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Divider or Statement Pale Blue Supergraphic">
    <p:bg>
      <p:bgPr>
        <a:solidFill>
          <a:srgbClr val="E1EDFF"/>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0F90E29-BAF4-9E4C-A3E3-C6C0929A3380}"/>
              </a:ext>
            </a:extLst>
          </p:cNvPr>
          <p:cNvGrpSpPr/>
          <p:nvPr/>
        </p:nvGrpSpPr>
        <p:grpSpPr>
          <a:xfrm>
            <a:off x="3618230" y="2076450"/>
            <a:ext cx="9624165" cy="4826000"/>
            <a:chOff x="3618230" y="2076450"/>
            <a:chExt cx="9624165" cy="4826000"/>
          </a:xfrm>
        </p:grpSpPr>
        <p:sp>
          <p:nvSpPr>
            <p:cNvPr id="9" name="Triangle 8">
              <a:extLst>
                <a:ext uri="{FF2B5EF4-FFF2-40B4-BE49-F238E27FC236}">
                  <a16:creationId xmlns:a16="http://schemas.microsoft.com/office/drawing/2014/main" id="{E6174F10-9B3F-0A4A-902C-2351415C59F5}"/>
                </a:ext>
              </a:extLst>
            </p:cNvPr>
            <p:cNvSpPr/>
            <p:nvPr/>
          </p:nvSpPr>
          <p:spPr>
            <a:xfrm>
              <a:off x="3618230" y="2076450"/>
              <a:ext cx="9624165" cy="4826000"/>
            </a:xfrm>
            <a:prstGeom prst="triangle">
              <a:avLst/>
            </a:prstGeom>
            <a:no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riangle 10">
              <a:extLst>
                <a:ext uri="{FF2B5EF4-FFF2-40B4-BE49-F238E27FC236}">
                  <a16:creationId xmlns:a16="http://schemas.microsoft.com/office/drawing/2014/main" id="{B34F316F-1CFF-874E-8020-1209F761045C}"/>
                </a:ext>
              </a:extLst>
            </p:cNvPr>
            <p:cNvSpPr/>
            <p:nvPr/>
          </p:nvSpPr>
          <p:spPr>
            <a:xfrm>
              <a:off x="4348481" y="2816506"/>
              <a:ext cx="8148320" cy="4085943"/>
            </a:xfrm>
            <a:prstGeom prst="triangle">
              <a:avLst/>
            </a:prstGeom>
            <a:no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A668D6B0-3122-5E4C-97D8-1667F0FB4B16}"/>
                </a:ext>
              </a:extLst>
            </p:cNvPr>
            <p:cNvSpPr/>
            <p:nvPr/>
          </p:nvSpPr>
          <p:spPr>
            <a:xfrm>
              <a:off x="5085081" y="3549650"/>
              <a:ext cx="6686260" cy="3352799"/>
            </a:xfrm>
            <a:prstGeom prst="triangle">
              <a:avLst/>
            </a:prstGeom>
            <a:no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angle 12">
              <a:extLst>
                <a:ext uri="{FF2B5EF4-FFF2-40B4-BE49-F238E27FC236}">
                  <a16:creationId xmlns:a16="http://schemas.microsoft.com/office/drawing/2014/main" id="{E7689295-4F18-4649-B5EC-0B0557353781}"/>
                </a:ext>
              </a:extLst>
            </p:cNvPr>
            <p:cNvSpPr/>
            <p:nvPr/>
          </p:nvSpPr>
          <p:spPr>
            <a:xfrm>
              <a:off x="6920231" y="5391150"/>
              <a:ext cx="3013881" cy="1511299"/>
            </a:xfrm>
            <a:prstGeom prst="triangle">
              <a:avLst/>
            </a:prstGeom>
            <a:no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riangle 13">
              <a:extLst>
                <a:ext uri="{FF2B5EF4-FFF2-40B4-BE49-F238E27FC236}">
                  <a16:creationId xmlns:a16="http://schemas.microsoft.com/office/drawing/2014/main" id="{DF06AE74-A98D-0245-8831-F664B2FA53FB}"/>
                </a:ext>
              </a:extLst>
            </p:cNvPr>
            <p:cNvSpPr/>
            <p:nvPr/>
          </p:nvSpPr>
          <p:spPr>
            <a:xfrm>
              <a:off x="7650481" y="6121400"/>
              <a:ext cx="1557593" cy="781049"/>
            </a:xfrm>
            <a:prstGeom prst="triangle">
              <a:avLst/>
            </a:prstGeom>
            <a:noFill/>
            <a:ln w="63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6" name="Object 5" hidden="1">
            <a:extLst>
              <a:ext uri="{FF2B5EF4-FFF2-40B4-BE49-F238E27FC236}">
                <a16:creationId xmlns:a16="http://schemas.microsoft.com/office/drawing/2014/main" id="{0E2AA750-F07B-144C-B416-DBC2747129E4}"/>
              </a:ext>
            </a:extLst>
          </p:cNvPr>
          <p:cNvGraphicFramePr>
            <a:graphicFrameLocks noChangeAspect="1"/>
          </p:cNvGraphicFramePr>
          <p:nvPr>
            <p:custDataLst>
              <p:tags r:id="rId1"/>
            </p:custDataLst>
            <p:extLst>
              <p:ext uri="{D42A27DB-BD31-4B8C-83A1-F6EECF244321}">
                <p14:modId xmlns:p14="http://schemas.microsoft.com/office/powerpoint/2010/main" val="30771293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Object 5" hidden="1">
                        <a:extLst>
                          <a:ext uri="{FF2B5EF4-FFF2-40B4-BE49-F238E27FC236}">
                            <a16:creationId xmlns:a16="http://schemas.microsoft.com/office/drawing/2014/main" id="{0E2AA750-F07B-144C-B416-DBC2747129E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48361CF-360D-4700-9A5B-1320F8B47D9D}"/>
              </a:ext>
            </a:extLst>
          </p:cNvPr>
          <p:cNvSpPr>
            <a:spLocks noGrp="1"/>
          </p:cNvSpPr>
          <p:nvPr>
            <p:ph type="title" hasCustomPrompt="1"/>
          </p:nvPr>
        </p:nvSpPr>
        <p:spPr>
          <a:xfrm>
            <a:off x="457200" y="431800"/>
            <a:ext cx="8307388" cy="2146300"/>
          </a:xfrm>
        </p:spPr>
        <p:txBody>
          <a:bodyPr vert="horz"/>
          <a:lstStyle>
            <a:lvl1pPr>
              <a:defRPr sz="6600">
                <a:solidFill>
                  <a:schemeClr val="tx1"/>
                </a:solidFill>
              </a:defRPr>
            </a:lvl1pPr>
          </a:lstStyle>
          <a:p>
            <a:r>
              <a:rPr lang="en-US"/>
              <a:t>Hero Statement </a:t>
            </a:r>
            <a:br>
              <a:rPr lang="en-US"/>
            </a:br>
            <a:r>
              <a:rPr lang="en-US"/>
              <a:t>or Divider Title Here</a:t>
            </a:r>
          </a:p>
        </p:txBody>
      </p:sp>
      <p:pic>
        <p:nvPicPr>
          <p:cNvPr id="16" name="Graphic 15">
            <a:extLst>
              <a:ext uri="{FF2B5EF4-FFF2-40B4-BE49-F238E27FC236}">
                <a16:creationId xmlns:a16="http://schemas.microsoft.com/office/drawing/2014/main" id="{FC167E7C-63DB-B44B-9460-1CC621732B03}"/>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57200" y="6181344"/>
            <a:ext cx="187325" cy="355216"/>
          </a:xfrm>
          <a:prstGeom prst="rect">
            <a:avLst/>
          </a:prstGeom>
        </p:spPr>
      </p:pic>
      <p:sp>
        <p:nvSpPr>
          <p:cNvPr id="18" name="TextBox 17">
            <a:extLst>
              <a:ext uri="{FF2B5EF4-FFF2-40B4-BE49-F238E27FC236}">
                <a16:creationId xmlns:a16="http://schemas.microsoft.com/office/drawing/2014/main" id="{5171EC9A-3FCB-D640-AF36-C3E697D172BC}"/>
              </a:ext>
            </a:extLst>
          </p:cNvPr>
          <p:cNvSpPr txBox="1"/>
          <p:nvPr/>
        </p:nvSpPr>
        <p:spPr>
          <a:xfrm>
            <a:off x="11358961" y="6434080"/>
            <a:ext cx="379141" cy="138499"/>
          </a:xfrm>
          <a:prstGeom prst="rect">
            <a:avLst/>
          </a:prstGeom>
          <a:noFill/>
        </p:spPr>
        <p:txBody>
          <a:bodyPr wrap="square" lIns="0" tIns="0" rIns="0" bIns="0" rtlCol="0" anchor="b">
            <a:spAutoFit/>
          </a:bodyPr>
          <a:lstStyle/>
          <a:p>
            <a:pPr algn="r"/>
            <a:fld id="{2E41F6C8-4AC0-3E4A-83FC-D61DA5B25C9B}" type="slidenum">
              <a:rPr lang="en-US" sz="900" smtClean="0">
                <a:solidFill>
                  <a:schemeClr val="tx2"/>
                </a:solidFill>
              </a:rPr>
              <a:pPr algn="r"/>
              <a:t>‹#›</a:t>
            </a:fld>
            <a:endParaRPr lang="en-US" sz="900">
              <a:solidFill>
                <a:schemeClr val="tx2"/>
              </a:solidFill>
            </a:endParaRPr>
          </a:p>
        </p:txBody>
      </p:sp>
      <p:sp>
        <p:nvSpPr>
          <p:cNvPr id="3" name="Text Placeholder 3">
            <a:extLst>
              <a:ext uri="{FF2B5EF4-FFF2-40B4-BE49-F238E27FC236}">
                <a16:creationId xmlns:a16="http://schemas.microsoft.com/office/drawing/2014/main" id="{51507010-A872-E24F-7610-512734FCC955}"/>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18800291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Divider or Statement Pale Blue">
    <p:bg>
      <p:bgPr>
        <a:solidFill>
          <a:srgbClr val="E1EDFF"/>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0E2AA750-F07B-144C-B416-DBC2747129E4}"/>
              </a:ext>
            </a:extLst>
          </p:cNvPr>
          <p:cNvGraphicFramePr>
            <a:graphicFrameLocks noChangeAspect="1"/>
          </p:cNvGraphicFramePr>
          <p:nvPr>
            <p:custDataLst>
              <p:tags r:id="rId1"/>
            </p:custDataLst>
            <p:extLst>
              <p:ext uri="{D42A27DB-BD31-4B8C-83A1-F6EECF244321}">
                <p14:modId xmlns:p14="http://schemas.microsoft.com/office/powerpoint/2010/main" val="30771293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Object 5" hidden="1">
                        <a:extLst>
                          <a:ext uri="{FF2B5EF4-FFF2-40B4-BE49-F238E27FC236}">
                            <a16:creationId xmlns:a16="http://schemas.microsoft.com/office/drawing/2014/main" id="{0E2AA750-F07B-144C-B416-DBC2747129E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48361CF-360D-4700-9A5B-1320F8B47D9D}"/>
              </a:ext>
            </a:extLst>
          </p:cNvPr>
          <p:cNvSpPr>
            <a:spLocks noGrp="1"/>
          </p:cNvSpPr>
          <p:nvPr>
            <p:ph type="title" hasCustomPrompt="1"/>
          </p:nvPr>
        </p:nvSpPr>
        <p:spPr>
          <a:xfrm>
            <a:off x="457200" y="431800"/>
            <a:ext cx="8307388" cy="2146300"/>
          </a:xfrm>
        </p:spPr>
        <p:txBody>
          <a:bodyPr vert="horz"/>
          <a:lstStyle>
            <a:lvl1pPr>
              <a:defRPr sz="6600">
                <a:solidFill>
                  <a:schemeClr val="tx1"/>
                </a:solidFill>
              </a:defRPr>
            </a:lvl1pPr>
          </a:lstStyle>
          <a:p>
            <a:r>
              <a:rPr lang="en-US"/>
              <a:t>Hero Statement </a:t>
            </a:r>
            <a:br>
              <a:rPr lang="en-US"/>
            </a:br>
            <a:r>
              <a:rPr lang="en-US"/>
              <a:t>or Divider Title Here</a:t>
            </a:r>
          </a:p>
        </p:txBody>
      </p:sp>
      <p:pic>
        <p:nvPicPr>
          <p:cNvPr id="16" name="Graphic 15">
            <a:extLst>
              <a:ext uri="{FF2B5EF4-FFF2-40B4-BE49-F238E27FC236}">
                <a16:creationId xmlns:a16="http://schemas.microsoft.com/office/drawing/2014/main" id="{FC167E7C-63DB-B44B-9460-1CC621732B03}"/>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57200" y="6181344"/>
            <a:ext cx="187325" cy="355216"/>
          </a:xfrm>
          <a:prstGeom prst="rect">
            <a:avLst/>
          </a:prstGeom>
        </p:spPr>
      </p:pic>
      <p:sp>
        <p:nvSpPr>
          <p:cNvPr id="18" name="TextBox 17">
            <a:extLst>
              <a:ext uri="{FF2B5EF4-FFF2-40B4-BE49-F238E27FC236}">
                <a16:creationId xmlns:a16="http://schemas.microsoft.com/office/drawing/2014/main" id="{5171EC9A-3FCB-D640-AF36-C3E697D172BC}"/>
              </a:ext>
            </a:extLst>
          </p:cNvPr>
          <p:cNvSpPr txBox="1"/>
          <p:nvPr/>
        </p:nvSpPr>
        <p:spPr>
          <a:xfrm>
            <a:off x="11358961" y="6434080"/>
            <a:ext cx="379141" cy="138499"/>
          </a:xfrm>
          <a:prstGeom prst="rect">
            <a:avLst/>
          </a:prstGeom>
          <a:noFill/>
        </p:spPr>
        <p:txBody>
          <a:bodyPr wrap="square" lIns="0" tIns="0" rIns="0" bIns="0" rtlCol="0" anchor="b">
            <a:spAutoFit/>
          </a:bodyPr>
          <a:lstStyle/>
          <a:p>
            <a:pPr algn="r"/>
            <a:fld id="{2E41F6C8-4AC0-3E4A-83FC-D61DA5B25C9B}" type="slidenum">
              <a:rPr lang="en-US" sz="900" smtClean="0">
                <a:solidFill>
                  <a:schemeClr val="tx2"/>
                </a:solidFill>
              </a:rPr>
              <a:pPr algn="r"/>
              <a:t>‹#›</a:t>
            </a:fld>
            <a:endParaRPr lang="en-US" sz="900">
              <a:solidFill>
                <a:schemeClr val="tx2"/>
              </a:solidFill>
            </a:endParaRPr>
          </a:p>
        </p:txBody>
      </p:sp>
      <p:sp>
        <p:nvSpPr>
          <p:cNvPr id="3" name="Text Placeholder 3">
            <a:extLst>
              <a:ext uri="{FF2B5EF4-FFF2-40B4-BE49-F238E27FC236}">
                <a16:creationId xmlns:a16="http://schemas.microsoft.com/office/drawing/2014/main" id="{632F565F-8CA1-5D5C-B2E2-5F9B07AB17B6}"/>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25769062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Divider or Statement Navy Supergraphic">
    <p:bg>
      <p:bgPr>
        <a:solidFill>
          <a:srgbClr val="1A3673"/>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0E2AA750-F07B-144C-B416-DBC2747129E4}"/>
              </a:ext>
            </a:extLst>
          </p:cNvPr>
          <p:cNvGraphicFramePr>
            <a:graphicFrameLocks noChangeAspect="1"/>
          </p:cNvGraphicFramePr>
          <p:nvPr>
            <p:custDataLst>
              <p:tags r:id="rId1"/>
            </p:custDataLst>
            <p:extLst>
              <p:ext uri="{D42A27DB-BD31-4B8C-83A1-F6EECF244321}">
                <p14:modId xmlns:p14="http://schemas.microsoft.com/office/powerpoint/2010/main" val="27658415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Object 5" hidden="1">
                        <a:extLst>
                          <a:ext uri="{FF2B5EF4-FFF2-40B4-BE49-F238E27FC236}">
                            <a16:creationId xmlns:a16="http://schemas.microsoft.com/office/drawing/2014/main" id="{0E2AA750-F07B-144C-B416-DBC2747129E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grpSp>
        <p:nvGrpSpPr>
          <p:cNvPr id="10" name="Group 9">
            <a:extLst>
              <a:ext uri="{FF2B5EF4-FFF2-40B4-BE49-F238E27FC236}">
                <a16:creationId xmlns:a16="http://schemas.microsoft.com/office/drawing/2014/main" id="{10F90E29-BAF4-9E4C-A3E3-C6C0929A3380}"/>
              </a:ext>
            </a:extLst>
          </p:cNvPr>
          <p:cNvGrpSpPr/>
          <p:nvPr/>
        </p:nvGrpSpPr>
        <p:grpSpPr>
          <a:xfrm>
            <a:off x="3618230" y="2076450"/>
            <a:ext cx="9624165" cy="4826000"/>
            <a:chOff x="3618230" y="2076450"/>
            <a:chExt cx="9624165" cy="4826000"/>
          </a:xfrm>
        </p:grpSpPr>
        <p:sp>
          <p:nvSpPr>
            <p:cNvPr id="9" name="Triangle 8">
              <a:extLst>
                <a:ext uri="{FF2B5EF4-FFF2-40B4-BE49-F238E27FC236}">
                  <a16:creationId xmlns:a16="http://schemas.microsoft.com/office/drawing/2014/main" id="{E6174F10-9B3F-0A4A-902C-2351415C59F5}"/>
                </a:ext>
              </a:extLst>
            </p:cNvPr>
            <p:cNvSpPr/>
            <p:nvPr/>
          </p:nvSpPr>
          <p:spPr>
            <a:xfrm>
              <a:off x="3618230" y="2076450"/>
              <a:ext cx="9624165" cy="4826000"/>
            </a:xfrm>
            <a:prstGeom prst="triangle">
              <a:avLst/>
            </a:prstGeom>
            <a:no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riangle 10">
              <a:extLst>
                <a:ext uri="{FF2B5EF4-FFF2-40B4-BE49-F238E27FC236}">
                  <a16:creationId xmlns:a16="http://schemas.microsoft.com/office/drawing/2014/main" id="{B34F316F-1CFF-874E-8020-1209F761045C}"/>
                </a:ext>
              </a:extLst>
            </p:cNvPr>
            <p:cNvSpPr/>
            <p:nvPr/>
          </p:nvSpPr>
          <p:spPr>
            <a:xfrm>
              <a:off x="4348481" y="2816506"/>
              <a:ext cx="8148320" cy="4085943"/>
            </a:xfrm>
            <a:prstGeom prst="triangle">
              <a:avLst/>
            </a:prstGeom>
            <a:no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riangle 11">
              <a:extLst>
                <a:ext uri="{FF2B5EF4-FFF2-40B4-BE49-F238E27FC236}">
                  <a16:creationId xmlns:a16="http://schemas.microsoft.com/office/drawing/2014/main" id="{A668D6B0-3122-5E4C-97D8-1667F0FB4B16}"/>
                </a:ext>
              </a:extLst>
            </p:cNvPr>
            <p:cNvSpPr/>
            <p:nvPr/>
          </p:nvSpPr>
          <p:spPr>
            <a:xfrm>
              <a:off x="5085081" y="3549650"/>
              <a:ext cx="6686260" cy="3352799"/>
            </a:xfrm>
            <a:prstGeom prst="triangle">
              <a:avLst/>
            </a:prstGeom>
            <a:no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riangle 12">
              <a:extLst>
                <a:ext uri="{FF2B5EF4-FFF2-40B4-BE49-F238E27FC236}">
                  <a16:creationId xmlns:a16="http://schemas.microsoft.com/office/drawing/2014/main" id="{E7689295-4F18-4649-B5EC-0B0557353781}"/>
                </a:ext>
              </a:extLst>
            </p:cNvPr>
            <p:cNvSpPr/>
            <p:nvPr/>
          </p:nvSpPr>
          <p:spPr>
            <a:xfrm>
              <a:off x="6920231" y="5391150"/>
              <a:ext cx="3013881" cy="1511299"/>
            </a:xfrm>
            <a:prstGeom prst="triangle">
              <a:avLst/>
            </a:prstGeom>
            <a:no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riangle 13">
              <a:extLst>
                <a:ext uri="{FF2B5EF4-FFF2-40B4-BE49-F238E27FC236}">
                  <a16:creationId xmlns:a16="http://schemas.microsoft.com/office/drawing/2014/main" id="{DF06AE74-A98D-0245-8831-F664B2FA53FB}"/>
                </a:ext>
              </a:extLst>
            </p:cNvPr>
            <p:cNvSpPr/>
            <p:nvPr/>
          </p:nvSpPr>
          <p:spPr>
            <a:xfrm>
              <a:off x="7650481" y="6121400"/>
              <a:ext cx="1557593" cy="781049"/>
            </a:xfrm>
            <a:prstGeom prst="triangle">
              <a:avLst/>
            </a:prstGeom>
            <a:noFill/>
            <a:ln w="63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48361CF-360D-4700-9A5B-1320F8B47D9D}"/>
              </a:ext>
            </a:extLst>
          </p:cNvPr>
          <p:cNvSpPr>
            <a:spLocks noGrp="1"/>
          </p:cNvSpPr>
          <p:nvPr>
            <p:ph type="title" hasCustomPrompt="1"/>
          </p:nvPr>
        </p:nvSpPr>
        <p:spPr>
          <a:xfrm>
            <a:off x="457200" y="431800"/>
            <a:ext cx="8307388" cy="2146300"/>
          </a:xfrm>
        </p:spPr>
        <p:txBody>
          <a:bodyPr vert="horz"/>
          <a:lstStyle>
            <a:lvl1pPr>
              <a:defRPr sz="6600">
                <a:solidFill>
                  <a:schemeClr val="bg1"/>
                </a:solidFill>
              </a:defRPr>
            </a:lvl1pPr>
          </a:lstStyle>
          <a:p>
            <a:r>
              <a:rPr lang="en-US"/>
              <a:t>Hero Statement </a:t>
            </a:r>
            <a:br>
              <a:rPr lang="en-US"/>
            </a:br>
            <a:r>
              <a:rPr lang="en-US"/>
              <a:t>or Divider Title Here</a:t>
            </a:r>
          </a:p>
        </p:txBody>
      </p:sp>
      <p:pic>
        <p:nvPicPr>
          <p:cNvPr id="7" name="Graphic 6">
            <a:extLst>
              <a:ext uri="{FF2B5EF4-FFF2-40B4-BE49-F238E27FC236}">
                <a16:creationId xmlns:a16="http://schemas.microsoft.com/office/drawing/2014/main" id="{F04B8F74-C724-9D47-A108-ADDF062EF84D}"/>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457200" y="6181344"/>
            <a:ext cx="187325" cy="355215"/>
          </a:xfrm>
          <a:prstGeom prst="rect">
            <a:avLst/>
          </a:prstGeom>
        </p:spPr>
      </p:pic>
      <p:sp>
        <p:nvSpPr>
          <p:cNvPr id="17" name="TextBox 16">
            <a:extLst>
              <a:ext uri="{FF2B5EF4-FFF2-40B4-BE49-F238E27FC236}">
                <a16:creationId xmlns:a16="http://schemas.microsoft.com/office/drawing/2014/main" id="{890AE740-6CAB-F549-92C4-3E31CD5CDCAC}"/>
              </a:ext>
            </a:extLst>
          </p:cNvPr>
          <p:cNvSpPr txBox="1"/>
          <p:nvPr/>
        </p:nvSpPr>
        <p:spPr>
          <a:xfrm>
            <a:off x="11358961" y="6434080"/>
            <a:ext cx="379141" cy="138499"/>
          </a:xfrm>
          <a:prstGeom prst="rect">
            <a:avLst/>
          </a:prstGeom>
          <a:noFill/>
        </p:spPr>
        <p:txBody>
          <a:bodyPr wrap="square" lIns="0" tIns="0" rIns="0" bIns="0" rtlCol="0" anchor="b">
            <a:spAutoFit/>
          </a:bodyPr>
          <a:lstStyle/>
          <a:p>
            <a:pPr algn="r"/>
            <a:fld id="{2E41F6C8-4AC0-3E4A-83FC-D61DA5B25C9B}" type="slidenum">
              <a:rPr lang="en-US" sz="900" smtClean="0">
                <a:solidFill>
                  <a:schemeClr val="bg1"/>
                </a:solidFill>
              </a:rPr>
              <a:pPr algn="r"/>
              <a:t>‹#›</a:t>
            </a:fld>
            <a:endParaRPr lang="en-US" sz="900">
              <a:solidFill>
                <a:schemeClr val="bg1"/>
              </a:solidFill>
            </a:endParaRPr>
          </a:p>
        </p:txBody>
      </p:sp>
      <p:sp>
        <p:nvSpPr>
          <p:cNvPr id="3" name="Text Placeholder 3">
            <a:extLst>
              <a:ext uri="{FF2B5EF4-FFF2-40B4-BE49-F238E27FC236}">
                <a16:creationId xmlns:a16="http://schemas.microsoft.com/office/drawing/2014/main" id="{DB4A6DF4-A7E1-35BB-A19A-D95BF1F94861}"/>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solidFill>
                  <a:schemeClr val="bg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25333311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ivider or Statement Navy">
    <p:bg>
      <p:bgPr>
        <a:solidFill>
          <a:srgbClr val="1A3673"/>
        </a:solidFill>
        <a:effectLst/>
      </p:bgPr>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0E2AA750-F07B-144C-B416-DBC2747129E4}"/>
              </a:ext>
            </a:extLst>
          </p:cNvPr>
          <p:cNvGraphicFramePr>
            <a:graphicFrameLocks noChangeAspect="1"/>
          </p:cNvGraphicFramePr>
          <p:nvPr>
            <p:custDataLst>
              <p:tags r:id="rId1"/>
            </p:custDataLst>
            <p:extLst>
              <p:ext uri="{D42A27DB-BD31-4B8C-83A1-F6EECF244321}">
                <p14:modId xmlns:p14="http://schemas.microsoft.com/office/powerpoint/2010/main" val="27658415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Object 5" hidden="1">
                        <a:extLst>
                          <a:ext uri="{FF2B5EF4-FFF2-40B4-BE49-F238E27FC236}">
                            <a16:creationId xmlns:a16="http://schemas.microsoft.com/office/drawing/2014/main" id="{0E2AA750-F07B-144C-B416-DBC2747129E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48361CF-360D-4700-9A5B-1320F8B47D9D}"/>
              </a:ext>
            </a:extLst>
          </p:cNvPr>
          <p:cNvSpPr>
            <a:spLocks noGrp="1"/>
          </p:cNvSpPr>
          <p:nvPr>
            <p:ph type="title" hasCustomPrompt="1"/>
          </p:nvPr>
        </p:nvSpPr>
        <p:spPr>
          <a:xfrm>
            <a:off x="457200" y="431800"/>
            <a:ext cx="8307388" cy="2146300"/>
          </a:xfrm>
        </p:spPr>
        <p:txBody>
          <a:bodyPr vert="horz"/>
          <a:lstStyle>
            <a:lvl1pPr>
              <a:defRPr sz="6600">
                <a:solidFill>
                  <a:schemeClr val="bg1"/>
                </a:solidFill>
              </a:defRPr>
            </a:lvl1pPr>
          </a:lstStyle>
          <a:p>
            <a:r>
              <a:rPr lang="en-US"/>
              <a:t>Hero Statement </a:t>
            </a:r>
            <a:br>
              <a:rPr lang="en-US"/>
            </a:br>
            <a:r>
              <a:rPr lang="en-US"/>
              <a:t>or Divider Title Here</a:t>
            </a:r>
          </a:p>
        </p:txBody>
      </p:sp>
      <p:pic>
        <p:nvPicPr>
          <p:cNvPr id="7" name="Graphic 6">
            <a:extLst>
              <a:ext uri="{FF2B5EF4-FFF2-40B4-BE49-F238E27FC236}">
                <a16:creationId xmlns:a16="http://schemas.microsoft.com/office/drawing/2014/main" id="{F04B8F74-C724-9D47-A108-ADDF062EF84D}"/>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457200" y="6181344"/>
            <a:ext cx="187325" cy="355215"/>
          </a:xfrm>
          <a:prstGeom prst="rect">
            <a:avLst/>
          </a:prstGeom>
        </p:spPr>
      </p:pic>
      <p:sp>
        <p:nvSpPr>
          <p:cNvPr id="17" name="TextBox 16">
            <a:extLst>
              <a:ext uri="{FF2B5EF4-FFF2-40B4-BE49-F238E27FC236}">
                <a16:creationId xmlns:a16="http://schemas.microsoft.com/office/drawing/2014/main" id="{890AE740-6CAB-F549-92C4-3E31CD5CDCAC}"/>
              </a:ext>
            </a:extLst>
          </p:cNvPr>
          <p:cNvSpPr txBox="1"/>
          <p:nvPr/>
        </p:nvSpPr>
        <p:spPr>
          <a:xfrm>
            <a:off x="11358961" y="6434080"/>
            <a:ext cx="379141" cy="138499"/>
          </a:xfrm>
          <a:prstGeom prst="rect">
            <a:avLst/>
          </a:prstGeom>
          <a:noFill/>
        </p:spPr>
        <p:txBody>
          <a:bodyPr wrap="square" lIns="0" tIns="0" rIns="0" bIns="0" rtlCol="0" anchor="b">
            <a:spAutoFit/>
          </a:bodyPr>
          <a:lstStyle/>
          <a:p>
            <a:pPr algn="r"/>
            <a:fld id="{2E41F6C8-4AC0-3E4A-83FC-D61DA5B25C9B}" type="slidenum">
              <a:rPr lang="en-US" sz="900" smtClean="0">
                <a:solidFill>
                  <a:schemeClr val="bg1"/>
                </a:solidFill>
              </a:rPr>
              <a:pPr algn="r"/>
              <a:t>‹#›</a:t>
            </a:fld>
            <a:endParaRPr lang="en-US" sz="900">
              <a:solidFill>
                <a:schemeClr val="bg1"/>
              </a:solidFill>
            </a:endParaRPr>
          </a:p>
        </p:txBody>
      </p:sp>
      <p:sp>
        <p:nvSpPr>
          <p:cNvPr id="3" name="Text Placeholder 3">
            <a:extLst>
              <a:ext uri="{FF2B5EF4-FFF2-40B4-BE49-F238E27FC236}">
                <a16:creationId xmlns:a16="http://schemas.microsoft.com/office/drawing/2014/main" id="{FDA7D2EA-4B33-4012-7FA0-AE89B13F854D}"/>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solidFill>
                  <a:schemeClr val="bg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6204128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BCDB34A6-9C97-D944-BC35-27B2143CB8E0}"/>
              </a:ext>
            </a:extLst>
          </p:cNvPr>
          <p:cNvGraphicFramePr>
            <a:graphicFrameLocks noChangeAspect="1"/>
          </p:cNvGraphicFramePr>
          <p:nvPr>
            <p:custDataLst>
              <p:tags r:id="rId1"/>
            </p:custDataLst>
            <p:extLst>
              <p:ext uri="{D42A27DB-BD31-4B8C-83A1-F6EECF244321}">
                <p14:modId xmlns:p14="http://schemas.microsoft.com/office/powerpoint/2010/main" val="37185182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3" name="Object 2" hidden="1">
                        <a:extLst>
                          <a:ext uri="{FF2B5EF4-FFF2-40B4-BE49-F238E27FC236}">
                            <a16:creationId xmlns:a16="http://schemas.microsoft.com/office/drawing/2014/main" id="{BCDB34A6-9C97-D944-BC35-27B2143CB8E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2" name="Text Placeholder 11">
            <a:extLst>
              <a:ext uri="{FF2B5EF4-FFF2-40B4-BE49-F238E27FC236}">
                <a16:creationId xmlns:a16="http://schemas.microsoft.com/office/drawing/2014/main" id="{9401D61D-0752-DE49-BDB6-75A071DE2EC9}"/>
              </a:ext>
            </a:extLst>
          </p:cNvPr>
          <p:cNvSpPr>
            <a:spLocks noGrp="1"/>
          </p:cNvSpPr>
          <p:nvPr>
            <p:ph type="body" sz="quarter" idx="12" hasCustomPrompt="1"/>
          </p:nvPr>
        </p:nvSpPr>
        <p:spPr>
          <a:xfrm>
            <a:off x="457200" y="2069432"/>
            <a:ext cx="8307388" cy="2791326"/>
          </a:xfrm>
        </p:spPr>
        <p:txBody>
          <a:bodyPr/>
          <a:lstStyle>
            <a:lvl1pPr marL="0" indent="0">
              <a:lnSpc>
                <a:spcPct val="100000"/>
              </a:lnSpc>
              <a:buNone/>
              <a:defRPr sz="2800">
                <a:solidFill>
                  <a:schemeClr val="tx1"/>
                </a:solidFill>
                <a:latin typeface="+mj-lt"/>
              </a:defRPr>
            </a:lvl1pPr>
          </a:lstStyle>
          <a:p>
            <a:pPr lvl="0"/>
            <a:r>
              <a:rPr lang="en-US"/>
              <a:t>Click to Edit Master text styles</a:t>
            </a:r>
          </a:p>
        </p:txBody>
      </p:sp>
      <p:sp>
        <p:nvSpPr>
          <p:cNvPr id="4" name="Freeform 3">
            <a:extLst>
              <a:ext uri="{FF2B5EF4-FFF2-40B4-BE49-F238E27FC236}">
                <a16:creationId xmlns:a16="http://schemas.microsoft.com/office/drawing/2014/main" id="{BB7AEB5F-5A12-4849-8321-7BDC78220BA5}"/>
              </a:ext>
            </a:extLst>
          </p:cNvPr>
          <p:cNvSpPr/>
          <p:nvPr/>
        </p:nvSpPr>
        <p:spPr>
          <a:xfrm>
            <a:off x="457200" y="1229951"/>
            <a:ext cx="713929" cy="542703"/>
          </a:xfrm>
          <a:custGeom>
            <a:avLst/>
            <a:gdLst>
              <a:gd name="connsiteX0" fmla="*/ 0 w 713929"/>
              <a:gd name="connsiteY0" fmla="*/ 405722 h 542703"/>
              <a:gd name="connsiteX1" fmla="*/ 44841 w 713929"/>
              <a:gd name="connsiteY1" fmla="*/ 276573 h 542703"/>
              <a:gd name="connsiteX2" fmla="*/ 205472 w 713929"/>
              <a:gd name="connsiteY2" fmla="*/ 0 h 542703"/>
              <a:gd name="connsiteX3" fmla="*/ 321414 w 713929"/>
              <a:gd name="connsiteY3" fmla="*/ 0 h 542703"/>
              <a:gd name="connsiteX4" fmla="*/ 187044 w 713929"/>
              <a:gd name="connsiteY4" fmla="*/ 281948 h 542703"/>
              <a:gd name="connsiteX5" fmla="*/ 279183 w 713929"/>
              <a:gd name="connsiteY5" fmla="*/ 405722 h 542703"/>
              <a:gd name="connsiteX6" fmla="*/ 139592 w 713929"/>
              <a:gd name="connsiteY6" fmla="*/ 542703 h 542703"/>
              <a:gd name="connsiteX7" fmla="*/ 0 w 713929"/>
              <a:gd name="connsiteY7" fmla="*/ 405722 h 542703"/>
              <a:gd name="connsiteX8" fmla="*/ 392515 w 713929"/>
              <a:gd name="connsiteY8" fmla="*/ 405722 h 542703"/>
              <a:gd name="connsiteX9" fmla="*/ 434592 w 713929"/>
              <a:gd name="connsiteY9" fmla="*/ 276573 h 542703"/>
              <a:gd name="connsiteX10" fmla="*/ 595376 w 713929"/>
              <a:gd name="connsiteY10" fmla="*/ 0 h 542703"/>
              <a:gd name="connsiteX11" fmla="*/ 713930 w 713929"/>
              <a:gd name="connsiteY11" fmla="*/ 0 h 542703"/>
              <a:gd name="connsiteX12" fmla="*/ 579559 w 713929"/>
              <a:gd name="connsiteY12" fmla="*/ 281948 h 542703"/>
              <a:gd name="connsiteX13" fmla="*/ 669088 w 713929"/>
              <a:gd name="connsiteY13" fmla="*/ 405722 h 542703"/>
              <a:gd name="connsiteX14" fmla="*/ 532107 w 713929"/>
              <a:gd name="connsiteY14" fmla="*/ 542703 h 542703"/>
              <a:gd name="connsiteX15" fmla="*/ 392515 w 713929"/>
              <a:gd name="connsiteY15" fmla="*/ 405722 h 542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3929" h="542703">
                <a:moveTo>
                  <a:pt x="0" y="405722"/>
                </a:moveTo>
                <a:cubicBezTo>
                  <a:pt x="0" y="368866"/>
                  <a:pt x="13207" y="324025"/>
                  <a:pt x="44841" y="276573"/>
                </a:cubicBezTo>
                <a:lnTo>
                  <a:pt x="205472" y="0"/>
                </a:lnTo>
                <a:lnTo>
                  <a:pt x="321414" y="0"/>
                </a:lnTo>
                <a:lnTo>
                  <a:pt x="187044" y="281948"/>
                </a:lnTo>
                <a:cubicBezTo>
                  <a:pt x="239717" y="302986"/>
                  <a:pt x="279183" y="347828"/>
                  <a:pt x="279183" y="405722"/>
                </a:cubicBezTo>
                <a:cubicBezTo>
                  <a:pt x="279183" y="482044"/>
                  <a:pt x="218525" y="542703"/>
                  <a:pt x="139592" y="542703"/>
                </a:cubicBezTo>
                <a:cubicBezTo>
                  <a:pt x="60659" y="542703"/>
                  <a:pt x="0" y="482044"/>
                  <a:pt x="0" y="405722"/>
                </a:cubicBezTo>
                <a:close/>
                <a:moveTo>
                  <a:pt x="392515" y="405722"/>
                </a:moveTo>
                <a:cubicBezTo>
                  <a:pt x="392515" y="368866"/>
                  <a:pt x="405722" y="324025"/>
                  <a:pt x="434592" y="276573"/>
                </a:cubicBezTo>
                <a:lnTo>
                  <a:pt x="595376" y="0"/>
                </a:lnTo>
                <a:lnTo>
                  <a:pt x="713930" y="0"/>
                </a:lnTo>
                <a:lnTo>
                  <a:pt x="579559" y="281948"/>
                </a:lnTo>
                <a:cubicBezTo>
                  <a:pt x="632232" y="302986"/>
                  <a:pt x="669088" y="347828"/>
                  <a:pt x="669088" y="405722"/>
                </a:cubicBezTo>
                <a:cubicBezTo>
                  <a:pt x="669088" y="482044"/>
                  <a:pt x="611194" y="542703"/>
                  <a:pt x="532107" y="542703"/>
                </a:cubicBezTo>
                <a:cubicBezTo>
                  <a:pt x="453020" y="542703"/>
                  <a:pt x="392515" y="482044"/>
                  <a:pt x="392515" y="405722"/>
                </a:cubicBezTo>
                <a:close/>
              </a:path>
            </a:pathLst>
          </a:custGeom>
          <a:solidFill>
            <a:schemeClr val="accent5"/>
          </a:solidFill>
          <a:ln w="15329" cap="flat">
            <a:noFill/>
            <a:prstDash val="solid"/>
            <a:miter/>
          </a:ln>
        </p:spPr>
        <p:txBody>
          <a:bodyPr rtlCol="0" anchor="ctr"/>
          <a:lstStyle/>
          <a:p>
            <a:endParaRPr lang="en-US">
              <a:solidFill>
                <a:schemeClr val="accent5"/>
              </a:solidFill>
            </a:endParaRPr>
          </a:p>
        </p:txBody>
      </p:sp>
      <p:sp>
        <p:nvSpPr>
          <p:cNvPr id="2" name="Text Placeholder 3">
            <a:extLst>
              <a:ext uri="{FF2B5EF4-FFF2-40B4-BE49-F238E27FC236}">
                <a16:creationId xmlns:a16="http://schemas.microsoft.com/office/drawing/2014/main" id="{4C4F3A0A-3972-E124-9634-3085908FDFCC}"/>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38073965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Quote Navy">
    <p:bg>
      <p:bgPr>
        <a:solidFill>
          <a:srgbClr val="1A3673"/>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BCDB34A6-9C97-D944-BC35-27B2143CB8E0}"/>
              </a:ext>
            </a:extLst>
          </p:cNvPr>
          <p:cNvGraphicFramePr>
            <a:graphicFrameLocks noChangeAspect="1"/>
          </p:cNvGraphicFramePr>
          <p:nvPr>
            <p:custDataLst>
              <p:tags r:id="rId1"/>
            </p:custDataLst>
            <p:extLst>
              <p:ext uri="{D42A27DB-BD31-4B8C-83A1-F6EECF244321}">
                <p14:modId xmlns:p14="http://schemas.microsoft.com/office/powerpoint/2010/main" val="23738677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3" name="Object 2" hidden="1">
                        <a:extLst>
                          <a:ext uri="{FF2B5EF4-FFF2-40B4-BE49-F238E27FC236}">
                            <a16:creationId xmlns:a16="http://schemas.microsoft.com/office/drawing/2014/main" id="{BCDB34A6-9C97-D944-BC35-27B2143CB8E0}"/>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12" name="Text Placeholder 11">
            <a:extLst>
              <a:ext uri="{FF2B5EF4-FFF2-40B4-BE49-F238E27FC236}">
                <a16:creationId xmlns:a16="http://schemas.microsoft.com/office/drawing/2014/main" id="{9401D61D-0752-DE49-BDB6-75A071DE2EC9}"/>
              </a:ext>
            </a:extLst>
          </p:cNvPr>
          <p:cNvSpPr>
            <a:spLocks noGrp="1"/>
          </p:cNvSpPr>
          <p:nvPr>
            <p:ph type="body" sz="quarter" idx="12" hasCustomPrompt="1"/>
          </p:nvPr>
        </p:nvSpPr>
        <p:spPr>
          <a:xfrm>
            <a:off x="457200" y="2069432"/>
            <a:ext cx="8307388" cy="2791326"/>
          </a:xfrm>
        </p:spPr>
        <p:txBody>
          <a:bodyPr/>
          <a:lstStyle>
            <a:lvl1pPr marL="0" indent="0">
              <a:lnSpc>
                <a:spcPct val="100000"/>
              </a:lnSpc>
              <a:buNone/>
              <a:defRPr sz="2800">
                <a:solidFill>
                  <a:schemeClr val="bg1"/>
                </a:solidFill>
                <a:latin typeface="+mj-lt"/>
              </a:defRPr>
            </a:lvl1pPr>
          </a:lstStyle>
          <a:p>
            <a:pPr lvl="0"/>
            <a:r>
              <a:rPr lang="en-US"/>
              <a:t>Click to Edit Master text styles</a:t>
            </a:r>
          </a:p>
        </p:txBody>
      </p:sp>
      <p:sp>
        <p:nvSpPr>
          <p:cNvPr id="10" name="TextBox 9">
            <a:extLst>
              <a:ext uri="{FF2B5EF4-FFF2-40B4-BE49-F238E27FC236}">
                <a16:creationId xmlns:a16="http://schemas.microsoft.com/office/drawing/2014/main" id="{5BEE62C7-B07C-3340-AA0C-134CBE664315}"/>
              </a:ext>
            </a:extLst>
          </p:cNvPr>
          <p:cNvSpPr txBox="1"/>
          <p:nvPr/>
        </p:nvSpPr>
        <p:spPr>
          <a:xfrm>
            <a:off x="11358961" y="6434080"/>
            <a:ext cx="379141" cy="138499"/>
          </a:xfrm>
          <a:prstGeom prst="rect">
            <a:avLst/>
          </a:prstGeom>
          <a:noFill/>
        </p:spPr>
        <p:txBody>
          <a:bodyPr wrap="square" lIns="0" tIns="0" rIns="0" bIns="0" rtlCol="0" anchor="b">
            <a:spAutoFit/>
          </a:bodyPr>
          <a:lstStyle/>
          <a:p>
            <a:pPr algn="r"/>
            <a:fld id="{2E41F6C8-4AC0-3E4A-83FC-D61DA5B25C9B}" type="slidenum">
              <a:rPr lang="en-US" sz="900" smtClean="0">
                <a:solidFill>
                  <a:schemeClr val="bg1"/>
                </a:solidFill>
              </a:rPr>
              <a:pPr algn="r"/>
              <a:t>‹#›</a:t>
            </a:fld>
            <a:endParaRPr lang="en-US" sz="900">
              <a:solidFill>
                <a:schemeClr val="bg1"/>
              </a:solidFill>
            </a:endParaRPr>
          </a:p>
        </p:txBody>
      </p:sp>
      <p:pic>
        <p:nvPicPr>
          <p:cNvPr id="11" name="Graphic 10">
            <a:extLst>
              <a:ext uri="{FF2B5EF4-FFF2-40B4-BE49-F238E27FC236}">
                <a16:creationId xmlns:a16="http://schemas.microsoft.com/office/drawing/2014/main" id="{33F28961-58AA-9848-B823-096EC03E3DE1}"/>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p:blipFill>
        <p:spPr>
          <a:xfrm>
            <a:off x="457200" y="6181344"/>
            <a:ext cx="187325" cy="355215"/>
          </a:xfrm>
          <a:prstGeom prst="rect">
            <a:avLst/>
          </a:prstGeom>
        </p:spPr>
      </p:pic>
      <p:sp>
        <p:nvSpPr>
          <p:cNvPr id="13" name="Freeform 12">
            <a:extLst>
              <a:ext uri="{FF2B5EF4-FFF2-40B4-BE49-F238E27FC236}">
                <a16:creationId xmlns:a16="http://schemas.microsoft.com/office/drawing/2014/main" id="{5D20399E-76CF-2149-B65E-025FF7F7B6B3}"/>
              </a:ext>
            </a:extLst>
          </p:cNvPr>
          <p:cNvSpPr/>
          <p:nvPr userDrawn="1"/>
        </p:nvSpPr>
        <p:spPr>
          <a:xfrm>
            <a:off x="457200" y="1229951"/>
            <a:ext cx="713929" cy="542703"/>
          </a:xfrm>
          <a:custGeom>
            <a:avLst/>
            <a:gdLst>
              <a:gd name="connsiteX0" fmla="*/ 0 w 713929"/>
              <a:gd name="connsiteY0" fmla="*/ 405722 h 542703"/>
              <a:gd name="connsiteX1" fmla="*/ 44841 w 713929"/>
              <a:gd name="connsiteY1" fmla="*/ 276573 h 542703"/>
              <a:gd name="connsiteX2" fmla="*/ 205472 w 713929"/>
              <a:gd name="connsiteY2" fmla="*/ 0 h 542703"/>
              <a:gd name="connsiteX3" fmla="*/ 321414 w 713929"/>
              <a:gd name="connsiteY3" fmla="*/ 0 h 542703"/>
              <a:gd name="connsiteX4" fmla="*/ 187044 w 713929"/>
              <a:gd name="connsiteY4" fmla="*/ 281948 h 542703"/>
              <a:gd name="connsiteX5" fmla="*/ 279183 w 713929"/>
              <a:gd name="connsiteY5" fmla="*/ 405722 h 542703"/>
              <a:gd name="connsiteX6" fmla="*/ 139592 w 713929"/>
              <a:gd name="connsiteY6" fmla="*/ 542703 h 542703"/>
              <a:gd name="connsiteX7" fmla="*/ 0 w 713929"/>
              <a:gd name="connsiteY7" fmla="*/ 405722 h 542703"/>
              <a:gd name="connsiteX8" fmla="*/ 392515 w 713929"/>
              <a:gd name="connsiteY8" fmla="*/ 405722 h 542703"/>
              <a:gd name="connsiteX9" fmla="*/ 434592 w 713929"/>
              <a:gd name="connsiteY9" fmla="*/ 276573 h 542703"/>
              <a:gd name="connsiteX10" fmla="*/ 595376 w 713929"/>
              <a:gd name="connsiteY10" fmla="*/ 0 h 542703"/>
              <a:gd name="connsiteX11" fmla="*/ 713930 w 713929"/>
              <a:gd name="connsiteY11" fmla="*/ 0 h 542703"/>
              <a:gd name="connsiteX12" fmla="*/ 579559 w 713929"/>
              <a:gd name="connsiteY12" fmla="*/ 281948 h 542703"/>
              <a:gd name="connsiteX13" fmla="*/ 669088 w 713929"/>
              <a:gd name="connsiteY13" fmla="*/ 405722 h 542703"/>
              <a:gd name="connsiteX14" fmla="*/ 532107 w 713929"/>
              <a:gd name="connsiteY14" fmla="*/ 542703 h 542703"/>
              <a:gd name="connsiteX15" fmla="*/ 392515 w 713929"/>
              <a:gd name="connsiteY15" fmla="*/ 405722 h 542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13929" h="542703">
                <a:moveTo>
                  <a:pt x="0" y="405722"/>
                </a:moveTo>
                <a:cubicBezTo>
                  <a:pt x="0" y="368866"/>
                  <a:pt x="13207" y="324025"/>
                  <a:pt x="44841" y="276573"/>
                </a:cubicBezTo>
                <a:lnTo>
                  <a:pt x="205472" y="0"/>
                </a:lnTo>
                <a:lnTo>
                  <a:pt x="321414" y="0"/>
                </a:lnTo>
                <a:lnTo>
                  <a:pt x="187044" y="281948"/>
                </a:lnTo>
                <a:cubicBezTo>
                  <a:pt x="239717" y="302986"/>
                  <a:pt x="279183" y="347828"/>
                  <a:pt x="279183" y="405722"/>
                </a:cubicBezTo>
                <a:cubicBezTo>
                  <a:pt x="279183" y="482044"/>
                  <a:pt x="218525" y="542703"/>
                  <a:pt x="139592" y="542703"/>
                </a:cubicBezTo>
                <a:cubicBezTo>
                  <a:pt x="60659" y="542703"/>
                  <a:pt x="0" y="482044"/>
                  <a:pt x="0" y="405722"/>
                </a:cubicBezTo>
                <a:close/>
                <a:moveTo>
                  <a:pt x="392515" y="405722"/>
                </a:moveTo>
                <a:cubicBezTo>
                  <a:pt x="392515" y="368866"/>
                  <a:pt x="405722" y="324025"/>
                  <a:pt x="434592" y="276573"/>
                </a:cubicBezTo>
                <a:lnTo>
                  <a:pt x="595376" y="0"/>
                </a:lnTo>
                <a:lnTo>
                  <a:pt x="713930" y="0"/>
                </a:lnTo>
                <a:lnTo>
                  <a:pt x="579559" y="281948"/>
                </a:lnTo>
                <a:cubicBezTo>
                  <a:pt x="632232" y="302986"/>
                  <a:pt x="669088" y="347828"/>
                  <a:pt x="669088" y="405722"/>
                </a:cubicBezTo>
                <a:cubicBezTo>
                  <a:pt x="669088" y="482044"/>
                  <a:pt x="611194" y="542703"/>
                  <a:pt x="532107" y="542703"/>
                </a:cubicBezTo>
                <a:cubicBezTo>
                  <a:pt x="453020" y="542703"/>
                  <a:pt x="392515" y="482044"/>
                  <a:pt x="392515" y="405722"/>
                </a:cubicBezTo>
                <a:close/>
              </a:path>
            </a:pathLst>
          </a:custGeom>
          <a:solidFill>
            <a:schemeClr val="accent6"/>
          </a:solidFill>
          <a:ln w="15329" cap="flat">
            <a:noFill/>
            <a:prstDash val="solid"/>
            <a:miter/>
          </a:ln>
        </p:spPr>
        <p:txBody>
          <a:bodyPr rtlCol="0" anchor="ctr"/>
          <a:lstStyle/>
          <a:p>
            <a:endParaRPr lang="en-US"/>
          </a:p>
        </p:txBody>
      </p:sp>
      <p:sp>
        <p:nvSpPr>
          <p:cNvPr id="2" name="Text Placeholder 3">
            <a:extLst>
              <a:ext uri="{FF2B5EF4-FFF2-40B4-BE49-F238E27FC236}">
                <a16:creationId xmlns:a16="http://schemas.microsoft.com/office/drawing/2014/main" id="{1363E910-A888-2920-86DF-3BC67D6D0203}"/>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19692918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ar 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6BD2943-DB3A-6F45-8E73-6B1C54FB6CB8}"/>
              </a:ext>
            </a:extLst>
          </p:cNvPr>
          <p:cNvSpPr/>
          <p:nvPr/>
        </p:nvSpPr>
        <p:spPr>
          <a:xfrm>
            <a:off x="0" y="0"/>
            <a:ext cx="12192000" cy="1207008"/>
          </a:xfrm>
          <a:prstGeom prst="rect">
            <a:avLst/>
          </a:prstGeom>
          <a:solidFill>
            <a:srgbClr val="E1E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Object 5" hidden="1">
            <a:extLst>
              <a:ext uri="{FF2B5EF4-FFF2-40B4-BE49-F238E27FC236}">
                <a16:creationId xmlns:a16="http://schemas.microsoft.com/office/drawing/2014/main" id="{F6710D8F-0C63-AC41-AED8-7250F0DC1BE5}"/>
              </a:ext>
            </a:extLst>
          </p:cNvPr>
          <p:cNvGraphicFramePr>
            <a:graphicFrameLocks noChangeAspect="1"/>
          </p:cNvGraphicFramePr>
          <p:nvPr>
            <p:custDataLst>
              <p:tags r:id="rId1"/>
            </p:custDataLst>
            <p:extLst>
              <p:ext uri="{D42A27DB-BD31-4B8C-83A1-F6EECF244321}">
                <p14:modId xmlns:p14="http://schemas.microsoft.com/office/powerpoint/2010/main" val="22972913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Object 5" hidden="1">
                        <a:extLst>
                          <a:ext uri="{FF2B5EF4-FFF2-40B4-BE49-F238E27FC236}">
                            <a16:creationId xmlns:a16="http://schemas.microsoft.com/office/drawing/2014/main" id="{F6710D8F-0C63-AC41-AED8-7250F0DC1BE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B793E11-CA7F-4409-AF5F-4334AE726D78}"/>
              </a:ext>
            </a:extLst>
          </p:cNvPr>
          <p:cNvSpPr>
            <a:spLocks noGrp="1"/>
          </p:cNvSpPr>
          <p:nvPr>
            <p:ph type="title" hasCustomPrompt="1"/>
          </p:nvPr>
        </p:nvSpPr>
        <p:spPr/>
        <p:txBody>
          <a:bodyPr vert="horz"/>
          <a:lstStyle/>
          <a:p>
            <a:r>
              <a:rPr lang="en-US"/>
              <a:t>Click to Edit Master Title Style</a:t>
            </a:r>
          </a:p>
        </p:txBody>
      </p:sp>
      <p:sp>
        <p:nvSpPr>
          <p:cNvPr id="11" name="TextBox 10">
            <a:extLst>
              <a:ext uri="{FF2B5EF4-FFF2-40B4-BE49-F238E27FC236}">
                <a16:creationId xmlns:a16="http://schemas.microsoft.com/office/drawing/2014/main" id="{AFD28C7D-8653-A64D-9D01-E67E0D43199F}"/>
              </a:ext>
            </a:extLst>
          </p:cNvPr>
          <p:cNvSpPr txBox="1"/>
          <p:nvPr/>
        </p:nvSpPr>
        <p:spPr>
          <a:xfrm>
            <a:off x="11358961" y="6434080"/>
            <a:ext cx="379141" cy="138499"/>
          </a:xfrm>
          <a:prstGeom prst="rect">
            <a:avLst/>
          </a:prstGeom>
          <a:noFill/>
        </p:spPr>
        <p:txBody>
          <a:bodyPr wrap="square" lIns="0" tIns="0" rIns="0" bIns="0" rtlCol="0" anchor="b">
            <a:spAutoFit/>
          </a:bodyPr>
          <a:lstStyle/>
          <a:p>
            <a:pPr algn="r"/>
            <a:fld id="{2E41F6C8-4AC0-3E4A-83FC-D61DA5B25C9B}" type="slidenum">
              <a:rPr lang="en-US" sz="900" smtClean="0">
                <a:solidFill>
                  <a:schemeClr val="tx2"/>
                </a:solidFill>
              </a:rPr>
              <a:pPr algn="r"/>
              <a:t>‹#›</a:t>
            </a:fld>
            <a:endParaRPr lang="en-US" sz="900">
              <a:solidFill>
                <a:schemeClr val="tx2"/>
              </a:solidFill>
            </a:endParaRPr>
          </a:p>
        </p:txBody>
      </p:sp>
      <p:sp>
        <p:nvSpPr>
          <p:cNvPr id="10" name="Text Placeholder 4">
            <a:extLst>
              <a:ext uri="{FF2B5EF4-FFF2-40B4-BE49-F238E27FC236}">
                <a16:creationId xmlns:a16="http://schemas.microsoft.com/office/drawing/2014/main" id="{F82784AF-F5F3-381D-B95C-A2048F44D5DA}"/>
              </a:ext>
            </a:extLst>
          </p:cNvPr>
          <p:cNvSpPr>
            <a:spLocks noGrp="1"/>
          </p:cNvSpPr>
          <p:nvPr>
            <p:ph type="body" sz="quarter" idx="10"/>
          </p:nvPr>
        </p:nvSpPr>
        <p:spPr>
          <a:xfrm>
            <a:off x="457200" y="1694048"/>
            <a:ext cx="11319164" cy="43130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3">
            <a:extLst>
              <a:ext uri="{FF2B5EF4-FFF2-40B4-BE49-F238E27FC236}">
                <a16:creationId xmlns:a16="http://schemas.microsoft.com/office/drawing/2014/main" id="{9271FB41-9750-2743-9E4D-D2B63581A5B4}"/>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1392873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ar Two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8E4D345-2197-6D4C-8F0D-3BC6B2AB1F25}"/>
              </a:ext>
            </a:extLst>
          </p:cNvPr>
          <p:cNvSpPr/>
          <p:nvPr/>
        </p:nvSpPr>
        <p:spPr>
          <a:xfrm>
            <a:off x="0" y="0"/>
            <a:ext cx="12192000" cy="1207008"/>
          </a:xfrm>
          <a:prstGeom prst="rect">
            <a:avLst/>
          </a:prstGeom>
          <a:solidFill>
            <a:srgbClr val="E1E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Object 7" hidden="1">
            <a:extLst>
              <a:ext uri="{FF2B5EF4-FFF2-40B4-BE49-F238E27FC236}">
                <a16:creationId xmlns:a16="http://schemas.microsoft.com/office/drawing/2014/main" id="{C5B0DF66-7FB8-254D-86AC-C0A1063CF651}"/>
              </a:ext>
            </a:extLst>
          </p:cNvPr>
          <p:cNvGraphicFramePr>
            <a:graphicFrameLocks noChangeAspect="1"/>
          </p:cNvGraphicFramePr>
          <p:nvPr>
            <p:custDataLst>
              <p:tags r:id="rId1"/>
            </p:custDataLst>
            <p:extLst>
              <p:ext uri="{D42A27DB-BD31-4B8C-83A1-F6EECF244321}">
                <p14:modId xmlns:p14="http://schemas.microsoft.com/office/powerpoint/2010/main" val="232635323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Object 7" hidden="1">
                        <a:extLst>
                          <a:ext uri="{FF2B5EF4-FFF2-40B4-BE49-F238E27FC236}">
                            <a16:creationId xmlns:a16="http://schemas.microsoft.com/office/drawing/2014/main" id="{C5B0DF66-7FB8-254D-86AC-C0A1063CF65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7237868D-9B84-AE4F-B833-8E8C7F585207}"/>
              </a:ext>
            </a:extLst>
          </p:cNvPr>
          <p:cNvSpPr>
            <a:spLocks noGrp="1"/>
          </p:cNvSpPr>
          <p:nvPr>
            <p:ph type="title" hasCustomPrompt="1"/>
          </p:nvPr>
        </p:nvSpPr>
        <p:spPr/>
        <p:txBody>
          <a:bodyPr/>
          <a:lstStyle/>
          <a:p>
            <a:r>
              <a:rPr lang="en-US"/>
              <a:t>Click to Edit Master Title Style</a:t>
            </a:r>
          </a:p>
        </p:txBody>
      </p:sp>
      <p:sp>
        <p:nvSpPr>
          <p:cNvPr id="9" name="Content Placeholder 5">
            <a:extLst>
              <a:ext uri="{FF2B5EF4-FFF2-40B4-BE49-F238E27FC236}">
                <a16:creationId xmlns:a16="http://schemas.microsoft.com/office/drawing/2014/main" id="{414C1B55-FB49-1B45-80DF-F67865047AC0}"/>
              </a:ext>
            </a:extLst>
          </p:cNvPr>
          <p:cNvSpPr>
            <a:spLocks noGrp="1"/>
          </p:cNvSpPr>
          <p:nvPr>
            <p:ph sz="quarter" idx="11"/>
          </p:nvPr>
        </p:nvSpPr>
        <p:spPr>
          <a:xfrm>
            <a:off x="457199" y="1691640"/>
            <a:ext cx="5529263" cy="4315460"/>
          </a:xfrm>
        </p:spPr>
        <p:txBody>
          <a:bodyPr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5">
            <a:extLst>
              <a:ext uri="{FF2B5EF4-FFF2-40B4-BE49-F238E27FC236}">
                <a16:creationId xmlns:a16="http://schemas.microsoft.com/office/drawing/2014/main" id="{3CE53746-D2D1-A542-9C3B-721279458886}"/>
              </a:ext>
            </a:extLst>
          </p:cNvPr>
          <p:cNvSpPr>
            <a:spLocks noGrp="1"/>
          </p:cNvSpPr>
          <p:nvPr>
            <p:ph sz="quarter" idx="12"/>
          </p:nvPr>
        </p:nvSpPr>
        <p:spPr>
          <a:xfrm>
            <a:off x="6215063" y="1691640"/>
            <a:ext cx="5529263" cy="4315460"/>
          </a:xfrm>
        </p:spPr>
        <p:txBody>
          <a:bodyPr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3">
            <a:extLst>
              <a:ext uri="{FF2B5EF4-FFF2-40B4-BE49-F238E27FC236}">
                <a16:creationId xmlns:a16="http://schemas.microsoft.com/office/drawing/2014/main" id="{503EDB54-378F-99B8-CC18-679656E09840}"/>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22918859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ar Three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1B14E8-876B-374C-8CD3-A164EDD6BA34}"/>
              </a:ext>
            </a:extLst>
          </p:cNvPr>
          <p:cNvSpPr/>
          <p:nvPr/>
        </p:nvSpPr>
        <p:spPr>
          <a:xfrm>
            <a:off x="0" y="0"/>
            <a:ext cx="12192000" cy="1207008"/>
          </a:xfrm>
          <a:prstGeom prst="rect">
            <a:avLst/>
          </a:prstGeom>
          <a:solidFill>
            <a:srgbClr val="E1E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Object 7" hidden="1">
            <a:extLst>
              <a:ext uri="{FF2B5EF4-FFF2-40B4-BE49-F238E27FC236}">
                <a16:creationId xmlns:a16="http://schemas.microsoft.com/office/drawing/2014/main" id="{C5B0DF66-7FB8-254D-86AC-C0A1063CF651}"/>
              </a:ext>
            </a:extLst>
          </p:cNvPr>
          <p:cNvGraphicFramePr>
            <a:graphicFrameLocks noChangeAspect="1"/>
          </p:cNvGraphicFramePr>
          <p:nvPr>
            <p:custDataLst>
              <p:tags r:id="rId1"/>
            </p:custDataLst>
            <p:extLst>
              <p:ext uri="{D42A27DB-BD31-4B8C-83A1-F6EECF244321}">
                <p14:modId xmlns:p14="http://schemas.microsoft.com/office/powerpoint/2010/main" val="23292488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Object 7" hidden="1">
                        <a:extLst>
                          <a:ext uri="{FF2B5EF4-FFF2-40B4-BE49-F238E27FC236}">
                            <a16:creationId xmlns:a16="http://schemas.microsoft.com/office/drawing/2014/main" id="{C5B0DF66-7FB8-254D-86AC-C0A1063CF65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581CAC1E-A9D0-C348-9CA5-ACB7F2A85EDF}"/>
              </a:ext>
            </a:extLst>
          </p:cNvPr>
          <p:cNvSpPr>
            <a:spLocks noGrp="1"/>
          </p:cNvSpPr>
          <p:nvPr>
            <p:ph type="title" hasCustomPrompt="1"/>
          </p:nvPr>
        </p:nvSpPr>
        <p:spPr/>
        <p:txBody>
          <a:bodyPr/>
          <a:lstStyle/>
          <a:p>
            <a:r>
              <a:rPr lang="en-US"/>
              <a:t>Click to Edit Master Title Style</a:t>
            </a:r>
          </a:p>
        </p:txBody>
      </p:sp>
      <p:sp>
        <p:nvSpPr>
          <p:cNvPr id="12" name="Content Placeholder 5">
            <a:extLst>
              <a:ext uri="{FF2B5EF4-FFF2-40B4-BE49-F238E27FC236}">
                <a16:creationId xmlns:a16="http://schemas.microsoft.com/office/drawing/2014/main" id="{C1C43114-B0E1-2846-9078-B6D57EAF7066}"/>
              </a:ext>
            </a:extLst>
          </p:cNvPr>
          <p:cNvSpPr>
            <a:spLocks noGrp="1"/>
          </p:cNvSpPr>
          <p:nvPr>
            <p:ph sz="quarter" idx="11"/>
          </p:nvPr>
        </p:nvSpPr>
        <p:spPr>
          <a:xfrm>
            <a:off x="457200" y="1691640"/>
            <a:ext cx="3609976" cy="4315460"/>
          </a:xfrm>
        </p:spPr>
        <p:txBody>
          <a:bodyPr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5">
            <a:extLst>
              <a:ext uri="{FF2B5EF4-FFF2-40B4-BE49-F238E27FC236}">
                <a16:creationId xmlns:a16="http://schemas.microsoft.com/office/drawing/2014/main" id="{021BE228-66AE-6843-8E02-F38AB2654096}"/>
              </a:ext>
            </a:extLst>
          </p:cNvPr>
          <p:cNvSpPr>
            <a:spLocks noGrp="1"/>
          </p:cNvSpPr>
          <p:nvPr>
            <p:ph sz="quarter" idx="13"/>
          </p:nvPr>
        </p:nvSpPr>
        <p:spPr>
          <a:xfrm>
            <a:off x="4295273" y="1691640"/>
            <a:ext cx="3609976" cy="4315460"/>
          </a:xfrm>
        </p:spPr>
        <p:txBody>
          <a:bodyPr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5">
            <a:extLst>
              <a:ext uri="{FF2B5EF4-FFF2-40B4-BE49-F238E27FC236}">
                <a16:creationId xmlns:a16="http://schemas.microsoft.com/office/drawing/2014/main" id="{9AB33A90-9E8D-1947-98FD-768EFEB80DE8}"/>
              </a:ext>
            </a:extLst>
          </p:cNvPr>
          <p:cNvSpPr>
            <a:spLocks noGrp="1"/>
          </p:cNvSpPr>
          <p:nvPr>
            <p:ph sz="quarter" idx="14"/>
          </p:nvPr>
        </p:nvSpPr>
        <p:spPr>
          <a:xfrm>
            <a:off x="8133346" y="1691640"/>
            <a:ext cx="3598406" cy="4315460"/>
          </a:xfrm>
        </p:spPr>
        <p:txBody>
          <a:bodyPr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3">
            <a:extLst>
              <a:ext uri="{FF2B5EF4-FFF2-40B4-BE49-F238E27FC236}">
                <a16:creationId xmlns:a16="http://schemas.microsoft.com/office/drawing/2014/main" id="{011DC2D6-F105-DB5C-2503-09FEBF15033C}"/>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15815598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Bar Four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5CB2052-3245-174F-AC3A-24DE254967CC}"/>
              </a:ext>
            </a:extLst>
          </p:cNvPr>
          <p:cNvSpPr/>
          <p:nvPr/>
        </p:nvSpPr>
        <p:spPr>
          <a:xfrm>
            <a:off x="0" y="0"/>
            <a:ext cx="12192000" cy="1207008"/>
          </a:xfrm>
          <a:prstGeom prst="rect">
            <a:avLst/>
          </a:prstGeom>
          <a:solidFill>
            <a:srgbClr val="E1E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Object 7" hidden="1">
            <a:extLst>
              <a:ext uri="{FF2B5EF4-FFF2-40B4-BE49-F238E27FC236}">
                <a16:creationId xmlns:a16="http://schemas.microsoft.com/office/drawing/2014/main" id="{C5B0DF66-7FB8-254D-86AC-C0A1063CF651}"/>
              </a:ext>
            </a:extLst>
          </p:cNvPr>
          <p:cNvGraphicFramePr>
            <a:graphicFrameLocks noChangeAspect="1"/>
          </p:cNvGraphicFramePr>
          <p:nvPr>
            <p:custDataLst>
              <p:tags r:id="rId1"/>
            </p:custDataLst>
            <p:extLst>
              <p:ext uri="{D42A27DB-BD31-4B8C-83A1-F6EECF244321}">
                <p14:modId xmlns:p14="http://schemas.microsoft.com/office/powerpoint/2010/main" val="37802702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Object 7" hidden="1">
                        <a:extLst>
                          <a:ext uri="{FF2B5EF4-FFF2-40B4-BE49-F238E27FC236}">
                            <a16:creationId xmlns:a16="http://schemas.microsoft.com/office/drawing/2014/main" id="{C5B0DF66-7FB8-254D-86AC-C0A1063CF65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E4186CE-9B9E-5841-BFD2-4B0A423A8DC0}"/>
              </a:ext>
            </a:extLst>
          </p:cNvPr>
          <p:cNvSpPr>
            <a:spLocks noGrp="1"/>
          </p:cNvSpPr>
          <p:nvPr>
            <p:ph type="title" hasCustomPrompt="1"/>
          </p:nvPr>
        </p:nvSpPr>
        <p:spPr/>
        <p:txBody>
          <a:bodyPr/>
          <a:lstStyle/>
          <a:p>
            <a:r>
              <a:rPr lang="en-US"/>
              <a:t>Click to Edit Master Title Style</a:t>
            </a:r>
          </a:p>
        </p:txBody>
      </p:sp>
      <p:sp>
        <p:nvSpPr>
          <p:cNvPr id="17" name="Content Placeholder 5">
            <a:extLst>
              <a:ext uri="{FF2B5EF4-FFF2-40B4-BE49-F238E27FC236}">
                <a16:creationId xmlns:a16="http://schemas.microsoft.com/office/drawing/2014/main" id="{11CE56C1-B93C-D94A-8192-1CB3B0A8CE88}"/>
              </a:ext>
            </a:extLst>
          </p:cNvPr>
          <p:cNvSpPr>
            <a:spLocks noGrp="1"/>
          </p:cNvSpPr>
          <p:nvPr>
            <p:ph sz="quarter" idx="11" hasCustomPrompt="1"/>
          </p:nvPr>
        </p:nvSpPr>
        <p:spPr>
          <a:xfrm>
            <a:off x="457200" y="1691640"/>
            <a:ext cx="2641210" cy="4315460"/>
          </a:xfrm>
        </p:spPr>
        <p:txBody>
          <a:bodyPr rIns="182880"/>
          <a:lstStyle>
            <a:lvl1pPr>
              <a:spcBef>
                <a:spcPts val="1600"/>
              </a:spcBef>
              <a:defRPr sz="1600"/>
            </a:lvl1pPr>
            <a:lvl2pPr>
              <a:spcBef>
                <a:spcPts val="1600"/>
              </a:spcBef>
              <a:defRPr sz="1600"/>
            </a:lvl2pPr>
            <a:lvl3pPr>
              <a:spcBef>
                <a:spcPts val="1600"/>
              </a:spcBef>
              <a:defRPr sz="1600"/>
            </a:lvl3pPr>
            <a:lvl4pPr>
              <a:spcBef>
                <a:spcPts val="1600"/>
              </a:spcBef>
              <a:defRPr sz="1600"/>
            </a:lvl4pPr>
            <a:lvl5pPr>
              <a:spcBef>
                <a:spcPts val="1600"/>
              </a:spcBef>
              <a:defRPr sz="1600"/>
            </a:lvl5pPr>
          </a:lstStyle>
          <a:p>
            <a:pPr lvl="0"/>
            <a:r>
              <a:rPr lang="en-US"/>
              <a:t>Click to edit Master text  </a:t>
            </a:r>
          </a:p>
          <a:p>
            <a:pPr lvl="1"/>
            <a:r>
              <a:rPr lang="en-US"/>
              <a:t>Second level</a:t>
            </a:r>
          </a:p>
          <a:p>
            <a:pPr lvl="2"/>
            <a:r>
              <a:rPr lang="en-US"/>
              <a:t>Third level</a:t>
            </a:r>
          </a:p>
          <a:p>
            <a:pPr lvl="3"/>
            <a:r>
              <a:rPr lang="en-US"/>
              <a:t>Fourth level</a:t>
            </a:r>
          </a:p>
          <a:p>
            <a:pPr lvl="4"/>
            <a:r>
              <a:rPr lang="en-US"/>
              <a:t>Fifth level</a:t>
            </a:r>
          </a:p>
        </p:txBody>
      </p:sp>
      <p:sp>
        <p:nvSpPr>
          <p:cNvPr id="18" name="Content Placeholder 5">
            <a:extLst>
              <a:ext uri="{FF2B5EF4-FFF2-40B4-BE49-F238E27FC236}">
                <a16:creationId xmlns:a16="http://schemas.microsoft.com/office/drawing/2014/main" id="{F7638F24-71DD-4146-A915-B0D515A40997}"/>
              </a:ext>
            </a:extLst>
          </p:cNvPr>
          <p:cNvSpPr>
            <a:spLocks noGrp="1"/>
          </p:cNvSpPr>
          <p:nvPr>
            <p:ph sz="quarter" idx="14" hasCustomPrompt="1"/>
          </p:nvPr>
        </p:nvSpPr>
        <p:spPr>
          <a:xfrm>
            <a:off x="3345253" y="1691640"/>
            <a:ext cx="2641210" cy="4315460"/>
          </a:xfrm>
        </p:spPr>
        <p:txBody>
          <a:bodyPr rIns="182880"/>
          <a:lstStyle>
            <a:lvl1pPr>
              <a:spcBef>
                <a:spcPts val="1600"/>
              </a:spcBef>
              <a:defRPr sz="1600"/>
            </a:lvl1pPr>
            <a:lvl2pPr>
              <a:spcBef>
                <a:spcPts val="1600"/>
              </a:spcBef>
              <a:defRPr sz="1600"/>
            </a:lvl2pPr>
            <a:lvl3pPr>
              <a:spcBef>
                <a:spcPts val="1600"/>
              </a:spcBef>
              <a:defRPr sz="1600"/>
            </a:lvl3pPr>
            <a:lvl4pPr>
              <a:spcBef>
                <a:spcPts val="1600"/>
              </a:spcBef>
              <a:defRPr sz="1600"/>
            </a:lvl4pPr>
            <a:lvl5pPr>
              <a:spcBef>
                <a:spcPts val="1600"/>
              </a:spcBef>
              <a:defRPr sz="1600"/>
            </a:lvl5pPr>
          </a:lstStyle>
          <a:p>
            <a:pPr lvl="0"/>
            <a:r>
              <a:rPr lang="en-US"/>
              <a:t>Click to edit Master text  </a:t>
            </a:r>
          </a:p>
          <a:p>
            <a:pPr lvl="1"/>
            <a:r>
              <a:rPr lang="en-US"/>
              <a:t>Second level</a:t>
            </a:r>
          </a:p>
          <a:p>
            <a:pPr lvl="2"/>
            <a:r>
              <a:rPr lang="en-US"/>
              <a:t>Third level</a:t>
            </a:r>
          </a:p>
          <a:p>
            <a:pPr lvl="3"/>
            <a:r>
              <a:rPr lang="en-US"/>
              <a:t>Fourth level</a:t>
            </a:r>
          </a:p>
          <a:p>
            <a:pPr lvl="4"/>
            <a:r>
              <a:rPr lang="en-US"/>
              <a:t>Fifth level</a:t>
            </a:r>
          </a:p>
        </p:txBody>
      </p:sp>
      <p:sp>
        <p:nvSpPr>
          <p:cNvPr id="19" name="Content Placeholder 5">
            <a:extLst>
              <a:ext uri="{FF2B5EF4-FFF2-40B4-BE49-F238E27FC236}">
                <a16:creationId xmlns:a16="http://schemas.microsoft.com/office/drawing/2014/main" id="{5A48B911-B828-7D44-8E9E-7D9E85352FF4}"/>
              </a:ext>
            </a:extLst>
          </p:cNvPr>
          <p:cNvSpPr>
            <a:spLocks noGrp="1"/>
          </p:cNvSpPr>
          <p:nvPr>
            <p:ph sz="quarter" idx="15" hasCustomPrompt="1"/>
          </p:nvPr>
        </p:nvSpPr>
        <p:spPr>
          <a:xfrm>
            <a:off x="6223390" y="1691640"/>
            <a:ext cx="2641210" cy="4315460"/>
          </a:xfrm>
        </p:spPr>
        <p:txBody>
          <a:bodyPr rIns="182880"/>
          <a:lstStyle>
            <a:lvl1pPr>
              <a:spcBef>
                <a:spcPts val="1600"/>
              </a:spcBef>
              <a:defRPr sz="1600"/>
            </a:lvl1pPr>
            <a:lvl2pPr>
              <a:spcBef>
                <a:spcPts val="1600"/>
              </a:spcBef>
              <a:defRPr sz="1600"/>
            </a:lvl2pPr>
            <a:lvl3pPr>
              <a:spcBef>
                <a:spcPts val="1600"/>
              </a:spcBef>
              <a:defRPr sz="1600"/>
            </a:lvl3pPr>
            <a:lvl4pPr>
              <a:spcBef>
                <a:spcPts val="1600"/>
              </a:spcBef>
              <a:defRPr sz="1600"/>
            </a:lvl4pPr>
            <a:lvl5pPr>
              <a:spcBef>
                <a:spcPts val="1600"/>
              </a:spcBef>
              <a:defRPr sz="1600"/>
            </a:lvl5pPr>
          </a:lstStyle>
          <a:p>
            <a:pPr lvl="0"/>
            <a:r>
              <a:rPr lang="en-US"/>
              <a:t>Click to edit Master text  </a:t>
            </a:r>
          </a:p>
          <a:p>
            <a:pPr lvl="1"/>
            <a:r>
              <a:rPr lang="en-US"/>
              <a:t>Second level</a:t>
            </a:r>
          </a:p>
          <a:p>
            <a:pPr lvl="2"/>
            <a:r>
              <a:rPr lang="en-US"/>
              <a:t>Third level</a:t>
            </a:r>
          </a:p>
          <a:p>
            <a:pPr lvl="3"/>
            <a:r>
              <a:rPr lang="en-US"/>
              <a:t>Fourth level</a:t>
            </a:r>
          </a:p>
          <a:p>
            <a:pPr lvl="4"/>
            <a:r>
              <a:rPr lang="en-US"/>
              <a:t>Fifth level</a:t>
            </a:r>
          </a:p>
        </p:txBody>
      </p:sp>
      <p:sp>
        <p:nvSpPr>
          <p:cNvPr id="20" name="Content Placeholder 5">
            <a:extLst>
              <a:ext uri="{FF2B5EF4-FFF2-40B4-BE49-F238E27FC236}">
                <a16:creationId xmlns:a16="http://schemas.microsoft.com/office/drawing/2014/main" id="{967E14D1-92A5-B141-A9A2-66BA6C306933}"/>
              </a:ext>
            </a:extLst>
          </p:cNvPr>
          <p:cNvSpPr>
            <a:spLocks noGrp="1"/>
          </p:cNvSpPr>
          <p:nvPr>
            <p:ph sz="quarter" idx="16" hasCustomPrompt="1"/>
          </p:nvPr>
        </p:nvSpPr>
        <p:spPr>
          <a:xfrm>
            <a:off x="9093200" y="1691640"/>
            <a:ext cx="2641600" cy="4315460"/>
          </a:xfrm>
        </p:spPr>
        <p:txBody>
          <a:bodyPr rIns="182880"/>
          <a:lstStyle>
            <a:lvl1pPr>
              <a:spcBef>
                <a:spcPts val="1600"/>
              </a:spcBef>
              <a:defRPr sz="1600"/>
            </a:lvl1pPr>
            <a:lvl2pPr>
              <a:spcBef>
                <a:spcPts val="1600"/>
              </a:spcBef>
              <a:defRPr sz="1600"/>
            </a:lvl2pPr>
            <a:lvl3pPr>
              <a:spcBef>
                <a:spcPts val="1600"/>
              </a:spcBef>
              <a:defRPr sz="1600"/>
            </a:lvl3pPr>
            <a:lvl4pPr>
              <a:spcBef>
                <a:spcPts val="1600"/>
              </a:spcBef>
              <a:defRPr sz="1600"/>
            </a:lvl4pPr>
            <a:lvl5pPr>
              <a:spcBef>
                <a:spcPts val="1600"/>
              </a:spcBef>
              <a:defRPr sz="1600"/>
            </a:lvl5pPr>
          </a:lstStyle>
          <a:p>
            <a:pPr lvl="0"/>
            <a:r>
              <a:rPr lang="en-US"/>
              <a:t>Click to edit Master text  </a:t>
            </a:r>
          </a:p>
          <a:p>
            <a:pPr lvl="1"/>
            <a:r>
              <a:rPr lang="en-US"/>
              <a:t>Second level</a:t>
            </a:r>
          </a:p>
          <a:p>
            <a:pPr lvl="2"/>
            <a:r>
              <a:rPr lang="en-US"/>
              <a:t>Third level</a:t>
            </a:r>
          </a:p>
          <a:p>
            <a:pPr lvl="3"/>
            <a:r>
              <a:rPr lang="en-US"/>
              <a:t>Fourth level</a:t>
            </a:r>
          </a:p>
          <a:p>
            <a:pPr lvl="4"/>
            <a:r>
              <a:rPr lang="en-US"/>
              <a:t>Fifth level</a:t>
            </a:r>
          </a:p>
        </p:txBody>
      </p:sp>
      <p:sp>
        <p:nvSpPr>
          <p:cNvPr id="2" name="Text Placeholder 3">
            <a:extLst>
              <a:ext uri="{FF2B5EF4-FFF2-40B4-BE49-F238E27FC236}">
                <a16:creationId xmlns:a16="http://schemas.microsoft.com/office/drawing/2014/main" id="{7D46588A-5F6A-5D41-4F61-6D36CF5933E5}"/>
              </a:ext>
            </a:extLst>
          </p:cNvPr>
          <p:cNvSpPr>
            <a:spLocks noGrp="1"/>
          </p:cNvSpPr>
          <p:nvPr>
            <p:ph type="body" sz="half" idx="2" hasCustomPrompt="1"/>
          </p:nvPr>
        </p:nvSpPr>
        <p:spPr>
          <a:xfrm>
            <a:off x="1461052" y="6271591"/>
            <a:ext cx="9321248" cy="300988"/>
          </a:xfrm>
        </p:spPr>
        <p:txBody>
          <a:bodyPr anchor="b" anchorCtr="0"/>
          <a:lstStyle>
            <a:lvl1pPr marL="0" indent="0" algn="l">
              <a:buNone/>
              <a:defRPr sz="9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footnote/source</a:t>
            </a:r>
          </a:p>
        </p:txBody>
      </p:sp>
    </p:spTree>
    <p:extLst>
      <p:ext uri="{BB962C8B-B14F-4D97-AF65-F5344CB8AC3E}">
        <p14:creationId xmlns:p14="http://schemas.microsoft.com/office/powerpoint/2010/main" val="323272133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Back Pag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4291589-CD70-D544-A42B-7CBFCA4D12B5}"/>
              </a:ext>
            </a:extLst>
          </p:cNvPr>
          <p:cNvGraphicFramePr>
            <a:graphicFrameLocks noChangeAspect="1"/>
          </p:cNvGraphicFramePr>
          <p:nvPr>
            <p:custDataLst>
              <p:tags r:id="rId1"/>
            </p:custDataLst>
            <p:extLst>
              <p:ext uri="{D42A27DB-BD31-4B8C-83A1-F6EECF244321}">
                <p14:modId xmlns:p14="http://schemas.microsoft.com/office/powerpoint/2010/main" val="146953105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3" name="Object 2" hidden="1">
                        <a:extLst>
                          <a:ext uri="{FF2B5EF4-FFF2-40B4-BE49-F238E27FC236}">
                            <a16:creationId xmlns:a16="http://schemas.microsoft.com/office/drawing/2014/main" id="{84291589-CD70-D544-A42B-7CBFCA4D12B5}"/>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pic>
        <p:nvPicPr>
          <p:cNvPr id="10" name="Graphic 9">
            <a:extLst>
              <a:ext uri="{FF2B5EF4-FFF2-40B4-BE49-F238E27FC236}">
                <a16:creationId xmlns:a16="http://schemas.microsoft.com/office/drawing/2014/main" id="{EBA4124E-1371-3C43-9337-09E74D7B9820}"/>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002698" y="2964215"/>
            <a:ext cx="2186604" cy="929571"/>
          </a:xfrm>
          <a:prstGeom prst="rect">
            <a:avLst/>
          </a:prstGeom>
        </p:spPr>
      </p:pic>
    </p:spTree>
    <p:extLst>
      <p:ext uri="{BB962C8B-B14F-4D97-AF65-F5344CB8AC3E}">
        <p14:creationId xmlns:p14="http://schemas.microsoft.com/office/powerpoint/2010/main" val="213501114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oleObject" Target="../embeddings/oleObject1.bin"/><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3.sv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40"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4FE45441-7E5B-8F4F-AEE9-C817B4D674E4}"/>
              </a:ext>
            </a:extLst>
          </p:cNvPr>
          <p:cNvGraphicFramePr>
            <a:graphicFrameLocks noChangeAspect="1"/>
          </p:cNvGraphicFramePr>
          <p:nvPr>
            <p:custDataLst>
              <p:tags r:id="rId38"/>
            </p:custDataLst>
            <p:extLst>
              <p:ext uri="{D42A27DB-BD31-4B8C-83A1-F6EECF244321}">
                <p14:modId xmlns:p14="http://schemas.microsoft.com/office/powerpoint/2010/main" val="13170027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9" imgW="7772400" imgH="10058400" progId="TCLayout.ActiveDocument.1">
                  <p:embed/>
                </p:oleObj>
              </mc:Choice>
              <mc:Fallback>
                <p:oleObj name="think-cell Slide" r:id="rId39" imgW="7772400" imgH="10058400" progId="TCLayout.ActiveDocument.1">
                  <p:embed/>
                  <p:pic>
                    <p:nvPicPr>
                      <p:cNvPr id="7" name="Object 6" hidden="1">
                        <a:extLst>
                          <a:ext uri="{FF2B5EF4-FFF2-40B4-BE49-F238E27FC236}">
                            <a16:creationId xmlns:a16="http://schemas.microsoft.com/office/drawing/2014/main" id="{4FE45441-7E5B-8F4F-AEE9-C817B4D674E4}"/>
                          </a:ext>
                        </a:extLst>
                      </p:cNvPr>
                      <p:cNvPicPr/>
                      <p:nvPr/>
                    </p:nvPicPr>
                    <p:blipFill>
                      <a:blip r:embed="rId40"/>
                      <a:stretch>
                        <a:fillRect/>
                      </a:stretch>
                    </p:blipFill>
                    <p:spPr>
                      <a:xfrm>
                        <a:off x="1588" y="1588"/>
                        <a:ext cx="1227"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8C88F042-2AFB-42B5-BB01-4498F4506EAD}"/>
              </a:ext>
            </a:extLst>
          </p:cNvPr>
          <p:cNvSpPr>
            <a:spLocks noGrp="1"/>
          </p:cNvSpPr>
          <p:nvPr>
            <p:ph type="title"/>
          </p:nvPr>
        </p:nvSpPr>
        <p:spPr>
          <a:xfrm>
            <a:off x="457200" y="384048"/>
            <a:ext cx="11274552" cy="822960"/>
          </a:xfrm>
          <a:prstGeom prst="rect">
            <a:avLst/>
          </a:prstGeom>
        </p:spPr>
        <p:txBody>
          <a:bodyPr vert="horz" lIns="0" tIns="0" rIns="0" bIns="0" rtlCol="0" anchor="t"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FBA90925-69FD-4467-9C11-D2AEE94BABAD}"/>
              </a:ext>
            </a:extLst>
          </p:cNvPr>
          <p:cNvSpPr>
            <a:spLocks noGrp="1"/>
          </p:cNvSpPr>
          <p:nvPr>
            <p:ph type="body" idx="1"/>
          </p:nvPr>
        </p:nvSpPr>
        <p:spPr>
          <a:xfrm>
            <a:off x="457200" y="1694048"/>
            <a:ext cx="11274552" cy="431305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5" name="Graphic 24">
            <a:extLst>
              <a:ext uri="{FF2B5EF4-FFF2-40B4-BE49-F238E27FC236}">
                <a16:creationId xmlns:a16="http://schemas.microsoft.com/office/drawing/2014/main" id="{FD06CCED-311C-344A-925C-C78678A3AC04}"/>
              </a:ext>
            </a:extLst>
          </p:cNvPr>
          <p:cNvPicPr>
            <a:picLocks noChangeAspect="1"/>
          </p:cNvPicPr>
          <p:nvPr/>
        </p:nvPicPr>
        <p:blipFill>
          <a:blip r:embed="rId41" cstate="screen">
            <a:extLst>
              <a:ext uri="{28A0092B-C50C-407E-A947-70E740481C1C}">
                <a14:useLocalDpi xmlns:a14="http://schemas.microsoft.com/office/drawing/2010/main"/>
              </a:ext>
              <a:ext uri="{96DAC541-7B7A-43D3-8B79-37D633B846F1}">
                <asvg:svgBlip xmlns:asvg="http://schemas.microsoft.com/office/drawing/2016/SVG/main" r:embed="rId42"/>
              </a:ext>
            </a:extLst>
          </a:blip>
          <a:stretch>
            <a:fillRect/>
          </a:stretch>
        </p:blipFill>
        <p:spPr>
          <a:xfrm>
            <a:off x="457200" y="6182906"/>
            <a:ext cx="187325" cy="355216"/>
          </a:xfrm>
          <a:prstGeom prst="rect">
            <a:avLst/>
          </a:prstGeom>
        </p:spPr>
      </p:pic>
      <p:sp>
        <p:nvSpPr>
          <p:cNvPr id="26" name="TextBox 25">
            <a:extLst>
              <a:ext uri="{FF2B5EF4-FFF2-40B4-BE49-F238E27FC236}">
                <a16:creationId xmlns:a16="http://schemas.microsoft.com/office/drawing/2014/main" id="{ED412B9A-E70E-6449-8DEF-3E56B12E4331}"/>
              </a:ext>
            </a:extLst>
          </p:cNvPr>
          <p:cNvSpPr txBox="1"/>
          <p:nvPr/>
        </p:nvSpPr>
        <p:spPr>
          <a:xfrm>
            <a:off x="11358961" y="6434080"/>
            <a:ext cx="379141" cy="138499"/>
          </a:xfrm>
          <a:prstGeom prst="rect">
            <a:avLst/>
          </a:prstGeom>
          <a:noFill/>
        </p:spPr>
        <p:txBody>
          <a:bodyPr wrap="square" lIns="0" tIns="0" rIns="0" bIns="0" rtlCol="0" anchor="b">
            <a:spAutoFit/>
          </a:bodyPr>
          <a:lstStyle/>
          <a:p>
            <a:pPr algn="r"/>
            <a:fld id="{2E41F6C8-4AC0-3E4A-83FC-D61DA5B25C9B}" type="slidenum">
              <a:rPr lang="en-US" sz="900" smtClean="0">
                <a:solidFill>
                  <a:schemeClr val="tx2"/>
                </a:solidFill>
              </a:rPr>
              <a:pPr algn="r"/>
              <a:t>‹#›</a:t>
            </a:fld>
            <a:endParaRPr lang="en-US" sz="900">
              <a:solidFill>
                <a:schemeClr val="tx2"/>
              </a:solidFill>
            </a:endParaRPr>
          </a:p>
        </p:txBody>
      </p:sp>
    </p:spTree>
    <p:extLst>
      <p:ext uri="{BB962C8B-B14F-4D97-AF65-F5344CB8AC3E}">
        <p14:creationId xmlns:p14="http://schemas.microsoft.com/office/powerpoint/2010/main" val="7542883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70" r:id="rId9"/>
    <p:sldLayoutId id="2147483671" r:id="rId10"/>
    <p:sldLayoutId id="2147483673" r:id="rId11"/>
    <p:sldLayoutId id="2147483698" r:id="rId12"/>
    <p:sldLayoutId id="2147483699" r:id="rId13"/>
    <p:sldLayoutId id="2147483700" r:id="rId14"/>
    <p:sldLayoutId id="2147483703" r:id="rId15"/>
    <p:sldLayoutId id="2147483704" r:id="rId16"/>
    <p:sldLayoutId id="2147483674" r:id="rId17"/>
    <p:sldLayoutId id="2147483677" r:id="rId18"/>
    <p:sldLayoutId id="2147483678" r:id="rId19"/>
    <p:sldLayoutId id="2147483679" r:id="rId20"/>
    <p:sldLayoutId id="2147483680" r:id="rId21"/>
    <p:sldLayoutId id="2147483681" r:id="rId22"/>
    <p:sldLayoutId id="2147483682" r:id="rId23"/>
    <p:sldLayoutId id="2147483701" r:id="rId24"/>
    <p:sldLayoutId id="2147483683" r:id="rId25"/>
    <p:sldLayoutId id="2147483684" r:id="rId26"/>
    <p:sldLayoutId id="2147483696" r:id="rId27"/>
    <p:sldLayoutId id="2147483685" r:id="rId28"/>
    <p:sldLayoutId id="2147483695" r:id="rId29"/>
    <p:sldLayoutId id="2147483687" r:id="rId30"/>
    <p:sldLayoutId id="2147483686" r:id="rId31"/>
    <p:sldLayoutId id="2147483689" r:id="rId32"/>
    <p:sldLayoutId id="2147483690" r:id="rId33"/>
    <p:sldLayoutId id="2147483691" r:id="rId34"/>
    <p:sldLayoutId id="2147483692" r:id="rId35"/>
    <p:sldLayoutId id="2147483694" r:id="rId36"/>
  </p:sldLayoutIdLs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2000"/>
        </a:spcBef>
        <a:buFont typeface="Elevance Sans" pitchFamily="2" charset="0"/>
        <a:buNone/>
        <a:tabLst/>
        <a:defRPr sz="2000" kern="1200">
          <a:solidFill>
            <a:schemeClr val="tx2"/>
          </a:solidFill>
          <a:latin typeface="+mj-lt"/>
          <a:ea typeface="+mn-ea"/>
          <a:cs typeface="+mn-cs"/>
        </a:defRPr>
      </a:lvl1pPr>
      <a:lvl2pPr marL="0" indent="0" algn="l" defTabSz="914400" rtl="0" eaLnBrk="1" latinLnBrk="0" hangingPunct="1">
        <a:lnSpc>
          <a:spcPct val="100000"/>
        </a:lnSpc>
        <a:spcBef>
          <a:spcPts val="2000"/>
        </a:spcBef>
        <a:buFont typeface="Elevance Sans" pitchFamily="2" charset="0"/>
        <a:buNone/>
        <a:tabLst/>
        <a:defRPr sz="2000" kern="1200">
          <a:solidFill>
            <a:schemeClr val="tx2"/>
          </a:solidFill>
          <a:latin typeface="+mn-lt"/>
          <a:ea typeface="+mn-ea"/>
          <a:cs typeface="+mn-cs"/>
        </a:defRPr>
      </a:lvl2pPr>
      <a:lvl3pPr marL="228600" indent="-228600" algn="l" defTabSz="914400" rtl="0" eaLnBrk="1" latinLnBrk="0" hangingPunct="1">
        <a:lnSpc>
          <a:spcPct val="100000"/>
        </a:lnSpc>
        <a:spcBef>
          <a:spcPts val="2000"/>
        </a:spcBef>
        <a:buFont typeface="Elevance Sans" pitchFamily="2" charset="0"/>
        <a:buChar char="•"/>
        <a:tabLst/>
        <a:defRPr sz="2000" kern="1200">
          <a:solidFill>
            <a:schemeClr val="tx2"/>
          </a:solidFill>
          <a:latin typeface="+mn-lt"/>
          <a:ea typeface="+mn-ea"/>
          <a:cs typeface="+mn-cs"/>
        </a:defRPr>
      </a:lvl3pPr>
      <a:lvl4pPr marL="457200" indent="-228600" algn="l" defTabSz="914400" rtl="0" eaLnBrk="1" latinLnBrk="0" hangingPunct="1">
        <a:lnSpc>
          <a:spcPct val="100000"/>
        </a:lnSpc>
        <a:spcBef>
          <a:spcPts val="2000"/>
        </a:spcBef>
        <a:buFont typeface="Elevance Sans" pitchFamily="2" charset="0"/>
        <a:buChar char="–"/>
        <a:tabLst/>
        <a:defRPr sz="2000" kern="1200">
          <a:solidFill>
            <a:schemeClr val="tx2"/>
          </a:solidFill>
          <a:latin typeface="+mn-lt"/>
          <a:ea typeface="+mn-ea"/>
          <a:cs typeface="+mn-cs"/>
        </a:defRPr>
      </a:lvl4pPr>
      <a:lvl5pPr marL="685800" indent="-228600" algn="l" defTabSz="914400" rtl="0" eaLnBrk="1" latinLnBrk="0" hangingPunct="1">
        <a:lnSpc>
          <a:spcPct val="100000"/>
        </a:lnSpc>
        <a:spcBef>
          <a:spcPts val="2000"/>
        </a:spcBef>
        <a:buFont typeface="Elevance Sans" pitchFamily="2" charset="0"/>
        <a:buChar char="•"/>
        <a:tabLst/>
        <a:defRPr sz="20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Elevance Sans" pitchFamily="2"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Elevance Sans" pitchFamily="2"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Elevance Sans" pitchFamily="2"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Elevance Sans" pitchFamily="2"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15:clr>
            <a:srgbClr val="F26B43"/>
          </p15:clr>
        </p15:guide>
        <p15:guide id="11" orient="horz" pos="552">
          <p15:clr>
            <a:srgbClr val="F26B43"/>
          </p15:clr>
        </p15:guide>
        <p15:guide id="12" pos="7680">
          <p15:clr>
            <a:srgbClr val="F26B43"/>
          </p15:clr>
        </p15:guide>
        <p15:guide id="13" orient="horz" pos="1088">
          <p15:clr>
            <a:srgbClr val="F26B43"/>
          </p15:clr>
        </p15:guide>
        <p15:guide id="14" orient="horz" pos="1624">
          <p15:clr>
            <a:srgbClr val="F26B43"/>
          </p15:clr>
        </p15:guide>
        <p15:guide id="15" orient="horz" pos="2168">
          <p15:clr>
            <a:srgbClr val="F26B43"/>
          </p15:clr>
        </p15:guide>
        <p15:guide id="16" orient="horz" pos="2704">
          <p15:clr>
            <a:srgbClr val="F26B43"/>
          </p15:clr>
        </p15:guide>
        <p15:guide id="17" orient="horz" pos="3240">
          <p15:clr>
            <a:srgbClr val="F26B43"/>
          </p15:clr>
        </p15:guide>
        <p15:guide id="18" orient="horz" pos="3784">
          <p15:clr>
            <a:srgbClr val="F26B43"/>
          </p15:clr>
        </p15:guide>
        <p15:guide id="19" orient="horz" pos="4120">
          <p15:clr>
            <a:srgbClr val="F26B43"/>
          </p15:clr>
        </p15:guide>
        <p15:guide id="20" orient="horz" pos="272">
          <p15:clr>
            <a:srgbClr val="F26B43"/>
          </p15:clr>
        </p15:guide>
        <p15:guide id="21" pos="288">
          <p15:clr>
            <a:srgbClr val="F26B43"/>
          </p15:clr>
        </p15:guide>
        <p15:guide id="22" pos="7392">
          <p15:clr>
            <a:srgbClr val="F26B43"/>
          </p15:clr>
        </p15:guide>
        <p15:guide id="23">
          <p15:clr>
            <a:srgbClr val="F26B43"/>
          </p15:clr>
        </p15:guide>
        <p15:guide id="24" orient="horz" pos="4320">
          <p15:clr>
            <a:srgbClr val="F26B43"/>
          </p15:clr>
        </p15:guide>
        <p15:guide id="25" pos="894">
          <p15:clr>
            <a:srgbClr val="F26B43"/>
          </p15:clr>
        </p15:guide>
        <p15:guide id="26" pos="750">
          <p15:clr>
            <a:srgbClr val="F26B43"/>
          </p15:clr>
        </p15:guide>
        <p15:guide id="27" pos="1498">
          <p15:clr>
            <a:srgbClr val="F26B43"/>
          </p15:clr>
        </p15:guide>
        <p15:guide id="28" pos="1354">
          <p15:clr>
            <a:srgbClr val="F26B43"/>
          </p15:clr>
        </p15:guide>
        <p15:guide id="29" pos="2102">
          <p15:clr>
            <a:srgbClr val="F26B43"/>
          </p15:clr>
        </p15:guide>
        <p15:guide id="30" pos="1958">
          <p15:clr>
            <a:srgbClr val="F26B43"/>
          </p15:clr>
        </p15:guide>
        <p15:guide id="31" pos="2706">
          <p15:clr>
            <a:srgbClr val="F26B43"/>
          </p15:clr>
        </p15:guide>
        <p15:guide id="32" pos="2562">
          <p15:clr>
            <a:srgbClr val="F26B43"/>
          </p15:clr>
        </p15:guide>
        <p15:guide id="33" pos="3311">
          <p15:clr>
            <a:srgbClr val="F26B43"/>
          </p15:clr>
        </p15:guide>
        <p15:guide id="34" pos="3167">
          <p15:clr>
            <a:srgbClr val="F26B43"/>
          </p15:clr>
        </p15:guide>
        <p15:guide id="35" pos="3915">
          <p15:clr>
            <a:srgbClr val="F26B43"/>
          </p15:clr>
        </p15:guide>
        <p15:guide id="36" pos="3771">
          <p15:clr>
            <a:srgbClr val="F26B43"/>
          </p15:clr>
        </p15:guide>
        <p15:guide id="37" pos="4519">
          <p15:clr>
            <a:srgbClr val="F26B43"/>
          </p15:clr>
        </p15:guide>
        <p15:guide id="38" pos="4375">
          <p15:clr>
            <a:srgbClr val="F26B43"/>
          </p15:clr>
        </p15:guide>
        <p15:guide id="39" pos="5123">
          <p15:clr>
            <a:srgbClr val="F26B43"/>
          </p15:clr>
        </p15:guide>
        <p15:guide id="40" pos="4979">
          <p15:clr>
            <a:srgbClr val="F26B43"/>
          </p15:clr>
        </p15:guide>
        <p15:guide id="41" pos="5728">
          <p15:clr>
            <a:srgbClr val="F26B43"/>
          </p15:clr>
        </p15:guide>
        <p15:guide id="42" pos="5584">
          <p15:clr>
            <a:srgbClr val="F26B43"/>
          </p15:clr>
        </p15:guide>
        <p15:guide id="43" pos="6332">
          <p15:clr>
            <a:srgbClr val="F26B43"/>
          </p15:clr>
        </p15:guide>
        <p15:guide id="44" pos="6188">
          <p15:clr>
            <a:srgbClr val="F26B43"/>
          </p15:clr>
        </p15:guide>
        <p15:guide id="45" pos="6936">
          <p15:clr>
            <a:srgbClr val="F26B43"/>
          </p15:clr>
        </p15:guide>
        <p15:guide id="46" pos="679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4.xml"/><Relationship Id="rId1" Type="http://schemas.openxmlformats.org/officeDocument/2006/relationships/tags" Target="../tags/tag30.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20.emf"/></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8786C31-A7DE-6E4D-8ADD-083E51484BC4}"/>
              </a:ext>
            </a:extLst>
          </p:cNvPr>
          <p:cNvSpPr>
            <a:spLocks noGrp="1"/>
          </p:cNvSpPr>
          <p:nvPr>
            <p:ph type="ctrTitle"/>
          </p:nvPr>
        </p:nvSpPr>
        <p:spPr>
          <a:xfrm>
            <a:off x="457200" y="2724911"/>
            <a:ext cx="5697799" cy="1567689"/>
          </a:xfrm>
        </p:spPr>
        <p:txBody>
          <a:bodyPr/>
          <a:lstStyle/>
          <a:p>
            <a:r>
              <a:rPr lang="en-US"/>
              <a:t>COPS Training – Tidal Jobs</a:t>
            </a:r>
          </a:p>
        </p:txBody>
      </p:sp>
    </p:spTree>
    <p:extLst>
      <p:ext uri="{BB962C8B-B14F-4D97-AF65-F5344CB8AC3E}">
        <p14:creationId xmlns:p14="http://schemas.microsoft.com/office/powerpoint/2010/main" val="26877051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DC43B8A-75D4-6D4E-BE20-E610B014CCFB}"/>
              </a:ext>
            </a:extLst>
          </p:cNvPr>
          <p:cNvSpPr>
            <a:spLocks noGrp="1"/>
          </p:cNvSpPr>
          <p:nvPr>
            <p:ph type="title"/>
          </p:nvPr>
        </p:nvSpPr>
        <p:spPr>
          <a:xfrm>
            <a:off x="457200" y="384048"/>
            <a:ext cx="11274552" cy="822960"/>
          </a:xfrm>
        </p:spPr>
        <p:txBody>
          <a:bodyPr anchor="t">
            <a:normAutofit/>
          </a:bodyPr>
          <a:lstStyle/>
          <a:p>
            <a:r>
              <a:rPr lang="en-US"/>
              <a:t>New Terminology</a:t>
            </a:r>
          </a:p>
        </p:txBody>
      </p:sp>
      <p:sp>
        <p:nvSpPr>
          <p:cNvPr id="3" name="Text Placeholder 2">
            <a:extLst>
              <a:ext uri="{FF2B5EF4-FFF2-40B4-BE49-F238E27FC236}">
                <a16:creationId xmlns:a16="http://schemas.microsoft.com/office/drawing/2014/main" id="{654C1421-1652-8ACB-B5E9-87E53BD72EAD}"/>
              </a:ext>
            </a:extLst>
          </p:cNvPr>
          <p:cNvSpPr>
            <a:spLocks noGrp="1"/>
          </p:cNvSpPr>
          <p:nvPr>
            <p:ph sz="quarter" idx="11"/>
          </p:nvPr>
        </p:nvSpPr>
        <p:spPr>
          <a:xfrm>
            <a:off x="457199" y="1691640"/>
            <a:ext cx="5529263" cy="4315460"/>
          </a:xfrm>
        </p:spPr>
        <p:txBody>
          <a:bodyPr vert="horz" lIns="0" tIns="0" rIns="0" bIns="0" rtlCol="0" anchor="t">
            <a:normAutofit/>
          </a:bodyPr>
          <a:lstStyle/>
          <a:p>
            <a:pPr marL="342900" indent="-342900">
              <a:spcBef>
                <a:spcPts val="1000"/>
              </a:spcBef>
              <a:buChar char="•"/>
            </a:pPr>
            <a:r>
              <a:rPr lang="en-US">
                <a:latin typeface="Elevance Sans"/>
              </a:rPr>
              <a:t>New Day Claims: claims that are coming today</a:t>
            </a:r>
            <a:endParaRPr lang="en-US"/>
          </a:p>
          <a:p>
            <a:pPr marL="342900" indent="-342900">
              <a:spcBef>
                <a:spcPts val="1000"/>
              </a:spcBef>
              <a:buChar char="•"/>
            </a:pPr>
            <a:r>
              <a:rPr lang="en-US">
                <a:latin typeface="Elevance Sans"/>
              </a:rPr>
              <a:t>Recycle Claims: claims from previous days</a:t>
            </a:r>
          </a:p>
          <a:p>
            <a:pPr marL="342900" indent="-342900">
              <a:spcBef>
                <a:spcPts val="1000"/>
              </a:spcBef>
              <a:buChar char="•"/>
            </a:pPr>
            <a:r>
              <a:rPr lang="en-US">
                <a:latin typeface="Elevance Sans"/>
              </a:rPr>
              <a:t>Oracle (SQL Developer): like MS SQL (what we use to run queries against other databases </a:t>
            </a:r>
            <a:r>
              <a:rPr lang="en-US" i="1">
                <a:latin typeface="Elevance Sans"/>
              </a:rPr>
              <a:t>not</a:t>
            </a:r>
            <a:r>
              <a:rPr lang="en-US">
                <a:latin typeface="Elevance Sans"/>
              </a:rPr>
              <a:t> on Facets), but connects to Facets so we can run queries against Facets</a:t>
            </a:r>
          </a:p>
        </p:txBody>
      </p:sp>
      <p:pic>
        <p:nvPicPr>
          <p:cNvPr id="8" name="Graphic 7">
            <a:extLst>
              <a:ext uri="{FF2B5EF4-FFF2-40B4-BE49-F238E27FC236}">
                <a16:creationId xmlns:a16="http://schemas.microsoft.com/office/drawing/2014/main" id="{5874FB7D-362E-6B24-517B-134BE3D9B9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21964" y="1691640"/>
            <a:ext cx="4315460" cy="4315460"/>
          </a:xfrm>
          <a:prstGeom prst="rect">
            <a:avLst/>
          </a:prstGeom>
        </p:spPr>
      </p:pic>
    </p:spTree>
    <p:extLst>
      <p:ext uri="{BB962C8B-B14F-4D97-AF65-F5344CB8AC3E}">
        <p14:creationId xmlns:p14="http://schemas.microsoft.com/office/powerpoint/2010/main" val="2976920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21E085E-D615-7748-8BF3-1B92A944AE02}"/>
              </a:ext>
            </a:extLst>
          </p:cNvPr>
          <p:cNvSpPr>
            <a:spLocks noGrp="1"/>
          </p:cNvSpPr>
          <p:nvPr>
            <p:ph type="title"/>
          </p:nvPr>
        </p:nvSpPr>
        <p:spPr/>
        <p:txBody>
          <a:bodyPr/>
          <a:lstStyle/>
          <a:p>
            <a:r>
              <a:rPr lang="en-US"/>
              <a:t>Previously</a:t>
            </a:r>
          </a:p>
        </p:txBody>
      </p:sp>
      <p:grpSp>
        <p:nvGrpSpPr>
          <p:cNvPr id="2" name="Group 1">
            <a:extLst>
              <a:ext uri="{FF2B5EF4-FFF2-40B4-BE49-F238E27FC236}">
                <a16:creationId xmlns:a16="http://schemas.microsoft.com/office/drawing/2014/main" id="{279BF021-ACF7-211C-1CFE-A5801D4EFFD6}"/>
              </a:ext>
            </a:extLst>
          </p:cNvPr>
          <p:cNvGrpSpPr/>
          <p:nvPr/>
        </p:nvGrpSpPr>
        <p:grpSpPr>
          <a:xfrm>
            <a:off x="7273192" y="3979321"/>
            <a:ext cx="3684342" cy="2106268"/>
            <a:chOff x="7495920" y="3955876"/>
            <a:chExt cx="3191969" cy="1672515"/>
          </a:xfrm>
        </p:grpSpPr>
        <p:sp>
          <p:nvSpPr>
            <p:cNvPr id="11" name="Arrow: Down 10">
              <a:extLst>
                <a:ext uri="{FF2B5EF4-FFF2-40B4-BE49-F238E27FC236}">
                  <a16:creationId xmlns:a16="http://schemas.microsoft.com/office/drawing/2014/main" id="{392E1C20-81C5-87F7-8450-395726D53E3D}"/>
                </a:ext>
              </a:extLst>
            </p:cNvPr>
            <p:cNvSpPr/>
            <p:nvPr/>
          </p:nvSpPr>
          <p:spPr>
            <a:xfrm rot="19879904">
              <a:off x="9273979" y="3955876"/>
              <a:ext cx="276045" cy="767751"/>
            </a:xfrm>
            <a:prstGeom prst="downArrow">
              <a:avLst/>
            </a:prstGeom>
            <a:solidFill>
              <a:schemeClr val="tx1"/>
            </a:solidFill>
            <a:ln>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row: Down 11">
              <a:extLst>
                <a:ext uri="{FF2B5EF4-FFF2-40B4-BE49-F238E27FC236}">
                  <a16:creationId xmlns:a16="http://schemas.microsoft.com/office/drawing/2014/main" id="{5279B8B4-B62E-6AAA-24EB-422036379A6F}"/>
                </a:ext>
              </a:extLst>
            </p:cNvPr>
            <p:cNvSpPr/>
            <p:nvPr/>
          </p:nvSpPr>
          <p:spPr>
            <a:xfrm rot="1720096" flipH="1">
              <a:off x="8542328" y="3955876"/>
              <a:ext cx="276045" cy="767751"/>
            </a:xfrm>
            <a:prstGeom prst="downArrow">
              <a:avLst/>
            </a:prstGeom>
            <a:solidFill>
              <a:schemeClr val="tx1"/>
            </a:solidFill>
            <a:ln>
              <a:solidFill>
                <a:schemeClr val="accent3">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Flowchart: Alternate Process 12">
              <a:extLst>
                <a:ext uri="{FF2B5EF4-FFF2-40B4-BE49-F238E27FC236}">
                  <a16:creationId xmlns:a16="http://schemas.microsoft.com/office/drawing/2014/main" id="{5DBC9010-1FF3-C251-BBC7-3A47BB84B64E}"/>
                </a:ext>
              </a:extLst>
            </p:cNvPr>
            <p:cNvSpPr/>
            <p:nvPr/>
          </p:nvSpPr>
          <p:spPr>
            <a:xfrm>
              <a:off x="9106739" y="4742783"/>
              <a:ext cx="1581150" cy="885607"/>
            </a:xfrm>
            <a:prstGeom prst="flowChartAlternateProcess">
              <a:avLst/>
            </a:prstGeom>
            <a:solidFill>
              <a:srgbClr val="C00000"/>
            </a:solidFill>
          </p:spPr>
          <p:style>
            <a:lnRef idx="2">
              <a:schemeClr val="accent1">
                <a:shade val="15000"/>
              </a:schemeClr>
            </a:lnRef>
            <a:fillRef idx="1002">
              <a:schemeClr val="dk2"/>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800">
                  <a:solidFill>
                    <a:schemeClr val="bg1"/>
                  </a:solidFill>
                </a:rPr>
                <a:t>EIDS Jobs pick up claims</a:t>
              </a:r>
            </a:p>
          </p:txBody>
        </p:sp>
        <p:sp>
          <p:nvSpPr>
            <p:cNvPr id="14" name="Flowchart: Alternate Process 13">
              <a:extLst>
                <a:ext uri="{FF2B5EF4-FFF2-40B4-BE49-F238E27FC236}">
                  <a16:creationId xmlns:a16="http://schemas.microsoft.com/office/drawing/2014/main" id="{947FC97C-E930-C727-B38C-4365E4132701}"/>
                </a:ext>
              </a:extLst>
            </p:cNvPr>
            <p:cNvSpPr/>
            <p:nvPr/>
          </p:nvSpPr>
          <p:spPr>
            <a:xfrm>
              <a:off x="7495920" y="4742784"/>
              <a:ext cx="1581150" cy="885607"/>
            </a:xfrm>
            <a:prstGeom prst="flowChartAlternateProcess">
              <a:avLst/>
            </a:prstGeom>
            <a:solidFill>
              <a:srgbClr val="BA8CDC"/>
            </a:solidFill>
          </p:spPr>
          <p:style>
            <a:lnRef idx="2">
              <a:schemeClr val="accent1">
                <a:shade val="15000"/>
              </a:schemeClr>
            </a:lnRef>
            <a:fillRef idx="1002">
              <a:schemeClr val="lt2"/>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1800">
                  <a:solidFill>
                    <a:schemeClr val="bg1"/>
                  </a:solidFill>
                </a:rPr>
                <a:t>ODW Nightly Load picks up claims</a:t>
              </a:r>
            </a:p>
          </p:txBody>
        </p:sp>
      </p:grpSp>
      <p:graphicFrame>
        <p:nvGraphicFramePr>
          <p:cNvPr id="3" name="Diagram 2">
            <a:extLst>
              <a:ext uri="{FF2B5EF4-FFF2-40B4-BE49-F238E27FC236}">
                <a16:creationId xmlns:a16="http://schemas.microsoft.com/office/drawing/2014/main" id="{1AA15208-0464-7764-E0EC-85F296746C4F}"/>
              </a:ext>
            </a:extLst>
          </p:cNvPr>
          <p:cNvGraphicFramePr/>
          <p:nvPr/>
        </p:nvGraphicFramePr>
        <p:xfrm>
          <a:off x="2032000" y="840433"/>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lowchart: Alternate Process 3">
            <a:extLst>
              <a:ext uri="{FF2B5EF4-FFF2-40B4-BE49-F238E27FC236}">
                <a16:creationId xmlns:a16="http://schemas.microsoft.com/office/drawing/2014/main" id="{6292CD5D-3CCE-5B5D-1C8C-EC7FD079103D}"/>
              </a:ext>
            </a:extLst>
          </p:cNvPr>
          <p:cNvSpPr/>
          <p:nvPr/>
        </p:nvSpPr>
        <p:spPr>
          <a:xfrm>
            <a:off x="10165530" y="2475336"/>
            <a:ext cx="1339084" cy="559610"/>
          </a:xfrm>
          <a:prstGeom prst="flowChartAlternateProces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t>CLMU Load</a:t>
            </a:r>
          </a:p>
        </p:txBody>
      </p:sp>
      <p:sp>
        <p:nvSpPr>
          <p:cNvPr id="6" name="Freeform: Shape 5">
            <a:extLst>
              <a:ext uri="{FF2B5EF4-FFF2-40B4-BE49-F238E27FC236}">
                <a16:creationId xmlns:a16="http://schemas.microsoft.com/office/drawing/2014/main" id="{7351C45D-1A10-E04F-BD91-98B2BEDB1C4E}"/>
              </a:ext>
            </a:extLst>
          </p:cNvPr>
          <p:cNvSpPr/>
          <p:nvPr/>
        </p:nvSpPr>
        <p:spPr>
          <a:xfrm>
            <a:off x="6676845" y="1068579"/>
            <a:ext cx="379563" cy="121863"/>
          </a:xfrm>
          <a:custGeom>
            <a:avLst/>
            <a:gdLst>
              <a:gd name="connsiteX0" fmla="*/ 0 w 379563"/>
              <a:gd name="connsiteY0" fmla="*/ 121863 h 121863"/>
              <a:gd name="connsiteX1" fmla="*/ 25880 w 379563"/>
              <a:gd name="connsiteY1" fmla="*/ 78731 h 121863"/>
              <a:gd name="connsiteX2" fmla="*/ 94891 w 379563"/>
              <a:gd name="connsiteY2" fmla="*/ 52852 h 121863"/>
              <a:gd name="connsiteX3" fmla="*/ 129397 w 379563"/>
              <a:gd name="connsiteY3" fmla="*/ 26973 h 121863"/>
              <a:gd name="connsiteX4" fmla="*/ 198408 w 379563"/>
              <a:gd name="connsiteY4" fmla="*/ 9720 h 121863"/>
              <a:gd name="connsiteX5" fmla="*/ 224287 w 379563"/>
              <a:gd name="connsiteY5" fmla="*/ 1094 h 121863"/>
              <a:gd name="connsiteX6" fmla="*/ 379563 w 379563"/>
              <a:gd name="connsiteY6" fmla="*/ 1094 h 121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9563" h="121863">
                <a:moveTo>
                  <a:pt x="0" y="121863"/>
                </a:moveTo>
                <a:cubicBezTo>
                  <a:pt x="8627" y="107486"/>
                  <a:pt x="13262" y="89772"/>
                  <a:pt x="25880" y="78731"/>
                </a:cubicBezTo>
                <a:cubicBezTo>
                  <a:pt x="32224" y="73180"/>
                  <a:pt x="80883" y="57522"/>
                  <a:pt x="94891" y="52852"/>
                </a:cubicBezTo>
                <a:cubicBezTo>
                  <a:pt x="106393" y="44226"/>
                  <a:pt x="116126" y="32503"/>
                  <a:pt x="129397" y="26973"/>
                </a:cubicBezTo>
                <a:cubicBezTo>
                  <a:pt x="151285" y="17853"/>
                  <a:pt x="175913" y="17218"/>
                  <a:pt x="198408" y="9720"/>
                </a:cubicBezTo>
                <a:cubicBezTo>
                  <a:pt x="207034" y="6845"/>
                  <a:pt x="215204" y="1526"/>
                  <a:pt x="224287" y="1094"/>
                </a:cubicBezTo>
                <a:cubicBezTo>
                  <a:pt x="275987" y="-1368"/>
                  <a:pt x="327804" y="1094"/>
                  <a:pt x="379563" y="1094"/>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 name="Freeform: Shape 6">
            <a:extLst>
              <a:ext uri="{FF2B5EF4-FFF2-40B4-BE49-F238E27FC236}">
                <a16:creationId xmlns:a16="http://schemas.microsoft.com/office/drawing/2014/main" id="{A6D41189-7485-8786-E97B-56DC8D2816A8}"/>
              </a:ext>
            </a:extLst>
          </p:cNvPr>
          <p:cNvSpPr/>
          <p:nvPr/>
        </p:nvSpPr>
        <p:spPr>
          <a:xfrm flipH="1">
            <a:off x="8045568" y="1048450"/>
            <a:ext cx="379563" cy="121863"/>
          </a:xfrm>
          <a:custGeom>
            <a:avLst/>
            <a:gdLst>
              <a:gd name="connsiteX0" fmla="*/ 0 w 379563"/>
              <a:gd name="connsiteY0" fmla="*/ 121863 h 121863"/>
              <a:gd name="connsiteX1" fmla="*/ 25880 w 379563"/>
              <a:gd name="connsiteY1" fmla="*/ 78731 h 121863"/>
              <a:gd name="connsiteX2" fmla="*/ 94891 w 379563"/>
              <a:gd name="connsiteY2" fmla="*/ 52852 h 121863"/>
              <a:gd name="connsiteX3" fmla="*/ 129397 w 379563"/>
              <a:gd name="connsiteY3" fmla="*/ 26973 h 121863"/>
              <a:gd name="connsiteX4" fmla="*/ 198408 w 379563"/>
              <a:gd name="connsiteY4" fmla="*/ 9720 h 121863"/>
              <a:gd name="connsiteX5" fmla="*/ 224287 w 379563"/>
              <a:gd name="connsiteY5" fmla="*/ 1094 h 121863"/>
              <a:gd name="connsiteX6" fmla="*/ 379563 w 379563"/>
              <a:gd name="connsiteY6" fmla="*/ 1094 h 121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9563" h="121863">
                <a:moveTo>
                  <a:pt x="0" y="121863"/>
                </a:moveTo>
                <a:cubicBezTo>
                  <a:pt x="8627" y="107486"/>
                  <a:pt x="13262" y="89772"/>
                  <a:pt x="25880" y="78731"/>
                </a:cubicBezTo>
                <a:cubicBezTo>
                  <a:pt x="32224" y="73180"/>
                  <a:pt x="80883" y="57522"/>
                  <a:pt x="94891" y="52852"/>
                </a:cubicBezTo>
                <a:cubicBezTo>
                  <a:pt x="106393" y="44226"/>
                  <a:pt x="116126" y="32503"/>
                  <a:pt x="129397" y="26973"/>
                </a:cubicBezTo>
                <a:cubicBezTo>
                  <a:pt x="151285" y="17853"/>
                  <a:pt x="175913" y="17218"/>
                  <a:pt x="198408" y="9720"/>
                </a:cubicBezTo>
                <a:cubicBezTo>
                  <a:pt x="207034" y="6845"/>
                  <a:pt x="215204" y="1526"/>
                  <a:pt x="224287" y="1094"/>
                </a:cubicBezTo>
                <a:cubicBezTo>
                  <a:pt x="275987" y="-1368"/>
                  <a:pt x="327804" y="1094"/>
                  <a:pt x="379563" y="1094"/>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 name="Freeform: Shape 7">
            <a:extLst>
              <a:ext uri="{FF2B5EF4-FFF2-40B4-BE49-F238E27FC236}">
                <a16:creationId xmlns:a16="http://schemas.microsoft.com/office/drawing/2014/main" id="{E9ABDD00-DF37-C187-57FE-F1FF625507A2}"/>
              </a:ext>
            </a:extLst>
          </p:cNvPr>
          <p:cNvSpPr/>
          <p:nvPr/>
        </p:nvSpPr>
        <p:spPr>
          <a:xfrm rot="5400000">
            <a:off x="10048403" y="2227374"/>
            <a:ext cx="379563" cy="121863"/>
          </a:xfrm>
          <a:custGeom>
            <a:avLst/>
            <a:gdLst>
              <a:gd name="connsiteX0" fmla="*/ 0 w 379563"/>
              <a:gd name="connsiteY0" fmla="*/ 121863 h 121863"/>
              <a:gd name="connsiteX1" fmla="*/ 25880 w 379563"/>
              <a:gd name="connsiteY1" fmla="*/ 78731 h 121863"/>
              <a:gd name="connsiteX2" fmla="*/ 94891 w 379563"/>
              <a:gd name="connsiteY2" fmla="*/ 52852 h 121863"/>
              <a:gd name="connsiteX3" fmla="*/ 129397 w 379563"/>
              <a:gd name="connsiteY3" fmla="*/ 26973 h 121863"/>
              <a:gd name="connsiteX4" fmla="*/ 198408 w 379563"/>
              <a:gd name="connsiteY4" fmla="*/ 9720 h 121863"/>
              <a:gd name="connsiteX5" fmla="*/ 224287 w 379563"/>
              <a:gd name="connsiteY5" fmla="*/ 1094 h 121863"/>
              <a:gd name="connsiteX6" fmla="*/ 379563 w 379563"/>
              <a:gd name="connsiteY6" fmla="*/ 1094 h 121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9563" h="121863">
                <a:moveTo>
                  <a:pt x="0" y="121863"/>
                </a:moveTo>
                <a:cubicBezTo>
                  <a:pt x="8627" y="107486"/>
                  <a:pt x="13262" y="89772"/>
                  <a:pt x="25880" y="78731"/>
                </a:cubicBezTo>
                <a:cubicBezTo>
                  <a:pt x="32224" y="73180"/>
                  <a:pt x="80883" y="57522"/>
                  <a:pt x="94891" y="52852"/>
                </a:cubicBezTo>
                <a:cubicBezTo>
                  <a:pt x="106393" y="44226"/>
                  <a:pt x="116126" y="32503"/>
                  <a:pt x="129397" y="26973"/>
                </a:cubicBezTo>
                <a:cubicBezTo>
                  <a:pt x="151285" y="17853"/>
                  <a:pt x="175913" y="17218"/>
                  <a:pt x="198408" y="9720"/>
                </a:cubicBezTo>
                <a:cubicBezTo>
                  <a:pt x="207034" y="6845"/>
                  <a:pt x="215204" y="1526"/>
                  <a:pt x="224287" y="1094"/>
                </a:cubicBezTo>
                <a:cubicBezTo>
                  <a:pt x="275987" y="-1368"/>
                  <a:pt x="327804" y="1094"/>
                  <a:pt x="379563" y="1094"/>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 name="Freeform: Shape 8">
            <a:extLst>
              <a:ext uri="{FF2B5EF4-FFF2-40B4-BE49-F238E27FC236}">
                <a16:creationId xmlns:a16="http://schemas.microsoft.com/office/drawing/2014/main" id="{94D8A157-9AB3-243F-D4DC-5AE454478C3E}"/>
              </a:ext>
            </a:extLst>
          </p:cNvPr>
          <p:cNvSpPr/>
          <p:nvPr/>
        </p:nvSpPr>
        <p:spPr>
          <a:xfrm rot="16200000" flipV="1">
            <a:off x="10036680" y="3184491"/>
            <a:ext cx="379563" cy="121863"/>
          </a:xfrm>
          <a:custGeom>
            <a:avLst/>
            <a:gdLst>
              <a:gd name="connsiteX0" fmla="*/ 0 w 379563"/>
              <a:gd name="connsiteY0" fmla="*/ 121863 h 121863"/>
              <a:gd name="connsiteX1" fmla="*/ 25880 w 379563"/>
              <a:gd name="connsiteY1" fmla="*/ 78731 h 121863"/>
              <a:gd name="connsiteX2" fmla="*/ 94891 w 379563"/>
              <a:gd name="connsiteY2" fmla="*/ 52852 h 121863"/>
              <a:gd name="connsiteX3" fmla="*/ 129397 w 379563"/>
              <a:gd name="connsiteY3" fmla="*/ 26973 h 121863"/>
              <a:gd name="connsiteX4" fmla="*/ 198408 w 379563"/>
              <a:gd name="connsiteY4" fmla="*/ 9720 h 121863"/>
              <a:gd name="connsiteX5" fmla="*/ 224287 w 379563"/>
              <a:gd name="connsiteY5" fmla="*/ 1094 h 121863"/>
              <a:gd name="connsiteX6" fmla="*/ 379563 w 379563"/>
              <a:gd name="connsiteY6" fmla="*/ 1094 h 121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9563" h="121863">
                <a:moveTo>
                  <a:pt x="0" y="121863"/>
                </a:moveTo>
                <a:cubicBezTo>
                  <a:pt x="8627" y="107486"/>
                  <a:pt x="13262" y="89772"/>
                  <a:pt x="25880" y="78731"/>
                </a:cubicBezTo>
                <a:cubicBezTo>
                  <a:pt x="32224" y="73180"/>
                  <a:pt x="80883" y="57522"/>
                  <a:pt x="94891" y="52852"/>
                </a:cubicBezTo>
                <a:cubicBezTo>
                  <a:pt x="106393" y="44226"/>
                  <a:pt x="116126" y="32503"/>
                  <a:pt x="129397" y="26973"/>
                </a:cubicBezTo>
                <a:cubicBezTo>
                  <a:pt x="151285" y="17853"/>
                  <a:pt x="175913" y="17218"/>
                  <a:pt x="198408" y="9720"/>
                </a:cubicBezTo>
                <a:cubicBezTo>
                  <a:pt x="207034" y="6845"/>
                  <a:pt x="215204" y="1526"/>
                  <a:pt x="224287" y="1094"/>
                </a:cubicBezTo>
                <a:cubicBezTo>
                  <a:pt x="275987" y="-1368"/>
                  <a:pt x="327804" y="1094"/>
                  <a:pt x="379563" y="1094"/>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Flowchart: Alternate Process 9">
            <a:extLst>
              <a:ext uri="{FF2B5EF4-FFF2-40B4-BE49-F238E27FC236}">
                <a16:creationId xmlns:a16="http://schemas.microsoft.com/office/drawing/2014/main" id="{B6D26E53-0EF2-4718-7D96-1410D710236D}"/>
              </a:ext>
            </a:extLst>
          </p:cNvPr>
          <p:cNvSpPr/>
          <p:nvPr/>
        </p:nvSpPr>
        <p:spPr>
          <a:xfrm>
            <a:off x="7105734" y="687901"/>
            <a:ext cx="930988" cy="502543"/>
          </a:xfrm>
          <a:prstGeom prst="flowChartAlternateProcess">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t>XC Load</a:t>
            </a:r>
          </a:p>
        </p:txBody>
      </p:sp>
      <p:graphicFrame>
        <p:nvGraphicFramePr>
          <p:cNvPr id="16" name="Diagram 15">
            <a:extLst>
              <a:ext uri="{FF2B5EF4-FFF2-40B4-BE49-F238E27FC236}">
                <a16:creationId xmlns:a16="http://schemas.microsoft.com/office/drawing/2014/main" id="{1AA15208-0464-7764-E0EC-85F296746C4F}"/>
              </a:ext>
            </a:extLst>
          </p:cNvPr>
          <p:cNvGraphicFramePr/>
          <p:nvPr>
            <p:extLst>
              <p:ext uri="{D42A27DB-BD31-4B8C-83A1-F6EECF244321}">
                <p14:modId xmlns:p14="http://schemas.microsoft.com/office/powerpoint/2010/main" val="211256856"/>
              </p:ext>
            </p:extLst>
          </p:nvPr>
        </p:nvGraphicFramePr>
        <p:xfrm>
          <a:off x="2032000" y="840433"/>
          <a:ext cx="8128000" cy="541866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8" name="Freeform: Shape 17">
            <a:extLst>
              <a:ext uri="{FF2B5EF4-FFF2-40B4-BE49-F238E27FC236}">
                <a16:creationId xmlns:a16="http://schemas.microsoft.com/office/drawing/2014/main" id="{7351C45D-1A10-E04F-BD91-98B2BEDB1C4E}"/>
              </a:ext>
            </a:extLst>
          </p:cNvPr>
          <p:cNvSpPr/>
          <p:nvPr/>
        </p:nvSpPr>
        <p:spPr>
          <a:xfrm>
            <a:off x="6676845" y="1068579"/>
            <a:ext cx="379563" cy="121863"/>
          </a:xfrm>
          <a:custGeom>
            <a:avLst/>
            <a:gdLst>
              <a:gd name="connsiteX0" fmla="*/ 0 w 379563"/>
              <a:gd name="connsiteY0" fmla="*/ 121863 h 121863"/>
              <a:gd name="connsiteX1" fmla="*/ 25880 w 379563"/>
              <a:gd name="connsiteY1" fmla="*/ 78731 h 121863"/>
              <a:gd name="connsiteX2" fmla="*/ 94891 w 379563"/>
              <a:gd name="connsiteY2" fmla="*/ 52852 h 121863"/>
              <a:gd name="connsiteX3" fmla="*/ 129397 w 379563"/>
              <a:gd name="connsiteY3" fmla="*/ 26973 h 121863"/>
              <a:gd name="connsiteX4" fmla="*/ 198408 w 379563"/>
              <a:gd name="connsiteY4" fmla="*/ 9720 h 121863"/>
              <a:gd name="connsiteX5" fmla="*/ 224287 w 379563"/>
              <a:gd name="connsiteY5" fmla="*/ 1094 h 121863"/>
              <a:gd name="connsiteX6" fmla="*/ 379563 w 379563"/>
              <a:gd name="connsiteY6" fmla="*/ 1094 h 121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9563" h="121863">
                <a:moveTo>
                  <a:pt x="0" y="121863"/>
                </a:moveTo>
                <a:cubicBezTo>
                  <a:pt x="8627" y="107486"/>
                  <a:pt x="13262" y="89772"/>
                  <a:pt x="25880" y="78731"/>
                </a:cubicBezTo>
                <a:cubicBezTo>
                  <a:pt x="32224" y="73180"/>
                  <a:pt x="80883" y="57522"/>
                  <a:pt x="94891" y="52852"/>
                </a:cubicBezTo>
                <a:cubicBezTo>
                  <a:pt x="106393" y="44226"/>
                  <a:pt x="116126" y="32503"/>
                  <a:pt x="129397" y="26973"/>
                </a:cubicBezTo>
                <a:cubicBezTo>
                  <a:pt x="151285" y="17853"/>
                  <a:pt x="175913" y="17218"/>
                  <a:pt x="198408" y="9720"/>
                </a:cubicBezTo>
                <a:cubicBezTo>
                  <a:pt x="207034" y="6845"/>
                  <a:pt x="215204" y="1526"/>
                  <a:pt x="224287" y="1094"/>
                </a:cubicBezTo>
                <a:cubicBezTo>
                  <a:pt x="275987" y="-1368"/>
                  <a:pt x="327804" y="1094"/>
                  <a:pt x="379563" y="1094"/>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A6D41189-7485-8786-E97B-56DC8D2816A8}"/>
              </a:ext>
            </a:extLst>
          </p:cNvPr>
          <p:cNvSpPr/>
          <p:nvPr/>
        </p:nvSpPr>
        <p:spPr>
          <a:xfrm flipH="1">
            <a:off x="8045568" y="1048450"/>
            <a:ext cx="379563" cy="121863"/>
          </a:xfrm>
          <a:custGeom>
            <a:avLst/>
            <a:gdLst>
              <a:gd name="connsiteX0" fmla="*/ 0 w 379563"/>
              <a:gd name="connsiteY0" fmla="*/ 121863 h 121863"/>
              <a:gd name="connsiteX1" fmla="*/ 25880 w 379563"/>
              <a:gd name="connsiteY1" fmla="*/ 78731 h 121863"/>
              <a:gd name="connsiteX2" fmla="*/ 94891 w 379563"/>
              <a:gd name="connsiteY2" fmla="*/ 52852 h 121863"/>
              <a:gd name="connsiteX3" fmla="*/ 129397 w 379563"/>
              <a:gd name="connsiteY3" fmla="*/ 26973 h 121863"/>
              <a:gd name="connsiteX4" fmla="*/ 198408 w 379563"/>
              <a:gd name="connsiteY4" fmla="*/ 9720 h 121863"/>
              <a:gd name="connsiteX5" fmla="*/ 224287 w 379563"/>
              <a:gd name="connsiteY5" fmla="*/ 1094 h 121863"/>
              <a:gd name="connsiteX6" fmla="*/ 379563 w 379563"/>
              <a:gd name="connsiteY6" fmla="*/ 1094 h 121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9563" h="121863">
                <a:moveTo>
                  <a:pt x="0" y="121863"/>
                </a:moveTo>
                <a:cubicBezTo>
                  <a:pt x="8627" y="107486"/>
                  <a:pt x="13262" y="89772"/>
                  <a:pt x="25880" y="78731"/>
                </a:cubicBezTo>
                <a:cubicBezTo>
                  <a:pt x="32224" y="73180"/>
                  <a:pt x="80883" y="57522"/>
                  <a:pt x="94891" y="52852"/>
                </a:cubicBezTo>
                <a:cubicBezTo>
                  <a:pt x="106393" y="44226"/>
                  <a:pt x="116126" y="32503"/>
                  <a:pt x="129397" y="26973"/>
                </a:cubicBezTo>
                <a:cubicBezTo>
                  <a:pt x="151285" y="17853"/>
                  <a:pt x="175913" y="17218"/>
                  <a:pt x="198408" y="9720"/>
                </a:cubicBezTo>
                <a:cubicBezTo>
                  <a:pt x="207034" y="6845"/>
                  <a:pt x="215204" y="1526"/>
                  <a:pt x="224287" y="1094"/>
                </a:cubicBezTo>
                <a:cubicBezTo>
                  <a:pt x="275987" y="-1368"/>
                  <a:pt x="327804" y="1094"/>
                  <a:pt x="379563" y="1094"/>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E9ABDD00-DF37-C187-57FE-F1FF625507A2}"/>
              </a:ext>
            </a:extLst>
          </p:cNvPr>
          <p:cNvSpPr/>
          <p:nvPr/>
        </p:nvSpPr>
        <p:spPr>
          <a:xfrm rot="5400000">
            <a:off x="10048403" y="2227374"/>
            <a:ext cx="379563" cy="121863"/>
          </a:xfrm>
          <a:custGeom>
            <a:avLst/>
            <a:gdLst>
              <a:gd name="connsiteX0" fmla="*/ 0 w 379563"/>
              <a:gd name="connsiteY0" fmla="*/ 121863 h 121863"/>
              <a:gd name="connsiteX1" fmla="*/ 25880 w 379563"/>
              <a:gd name="connsiteY1" fmla="*/ 78731 h 121863"/>
              <a:gd name="connsiteX2" fmla="*/ 94891 w 379563"/>
              <a:gd name="connsiteY2" fmla="*/ 52852 h 121863"/>
              <a:gd name="connsiteX3" fmla="*/ 129397 w 379563"/>
              <a:gd name="connsiteY3" fmla="*/ 26973 h 121863"/>
              <a:gd name="connsiteX4" fmla="*/ 198408 w 379563"/>
              <a:gd name="connsiteY4" fmla="*/ 9720 h 121863"/>
              <a:gd name="connsiteX5" fmla="*/ 224287 w 379563"/>
              <a:gd name="connsiteY5" fmla="*/ 1094 h 121863"/>
              <a:gd name="connsiteX6" fmla="*/ 379563 w 379563"/>
              <a:gd name="connsiteY6" fmla="*/ 1094 h 121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9563" h="121863">
                <a:moveTo>
                  <a:pt x="0" y="121863"/>
                </a:moveTo>
                <a:cubicBezTo>
                  <a:pt x="8627" y="107486"/>
                  <a:pt x="13262" y="89772"/>
                  <a:pt x="25880" y="78731"/>
                </a:cubicBezTo>
                <a:cubicBezTo>
                  <a:pt x="32224" y="73180"/>
                  <a:pt x="80883" y="57522"/>
                  <a:pt x="94891" y="52852"/>
                </a:cubicBezTo>
                <a:cubicBezTo>
                  <a:pt x="106393" y="44226"/>
                  <a:pt x="116126" y="32503"/>
                  <a:pt x="129397" y="26973"/>
                </a:cubicBezTo>
                <a:cubicBezTo>
                  <a:pt x="151285" y="17853"/>
                  <a:pt x="175913" y="17218"/>
                  <a:pt x="198408" y="9720"/>
                </a:cubicBezTo>
                <a:cubicBezTo>
                  <a:pt x="207034" y="6845"/>
                  <a:pt x="215204" y="1526"/>
                  <a:pt x="224287" y="1094"/>
                </a:cubicBezTo>
                <a:cubicBezTo>
                  <a:pt x="275987" y="-1368"/>
                  <a:pt x="327804" y="1094"/>
                  <a:pt x="379563" y="1094"/>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Tree>
    <p:extLst>
      <p:ext uri="{BB962C8B-B14F-4D97-AF65-F5344CB8AC3E}">
        <p14:creationId xmlns:p14="http://schemas.microsoft.com/office/powerpoint/2010/main" val="5925731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06773BCF-BFE2-6A49-9126-977845C0B88A}"/>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ct 6" hidden="1">
                        <a:extLst>
                          <a:ext uri="{FF2B5EF4-FFF2-40B4-BE49-F238E27FC236}">
                            <a16:creationId xmlns:a16="http://schemas.microsoft.com/office/drawing/2014/main" id="{06773BCF-BFE2-6A49-9126-977845C0B88A}"/>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E16C90F-4855-9A47-8758-D56AEDAFA5FC}"/>
              </a:ext>
            </a:extLst>
          </p:cNvPr>
          <p:cNvSpPr>
            <a:spLocks noGrp="1"/>
          </p:cNvSpPr>
          <p:nvPr>
            <p:ph type="title"/>
          </p:nvPr>
        </p:nvSpPr>
        <p:spPr/>
        <p:txBody>
          <a:bodyPr/>
          <a:lstStyle/>
          <a:p>
            <a:r>
              <a:rPr lang="en-US" sz="4800">
                <a:solidFill>
                  <a:srgbClr val="000000"/>
                </a:solidFill>
                <a:latin typeface="Calibri Light"/>
                <a:cs typeface="Calibri Light"/>
              </a:rPr>
              <a:t>CLA303B INBOUND PROCESSING</a:t>
            </a:r>
          </a:p>
          <a:p>
            <a:endParaRPr lang="en-US"/>
          </a:p>
        </p:txBody>
      </p:sp>
      <p:sp>
        <p:nvSpPr>
          <p:cNvPr id="11" name="Text Placeholder 10">
            <a:extLst>
              <a:ext uri="{FF2B5EF4-FFF2-40B4-BE49-F238E27FC236}">
                <a16:creationId xmlns:a16="http://schemas.microsoft.com/office/drawing/2014/main" id="{D1FD8F50-0C35-AACC-F552-8F966D476F0C}"/>
              </a:ext>
            </a:extLst>
          </p:cNvPr>
          <p:cNvSpPr>
            <a:spLocks noGrp="1"/>
          </p:cNvSpPr>
          <p:nvPr>
            <p:ph type="body" sz="quarter" idx="16"/>
          </p:nvPr>
        </p:nvSpPr>
        <p:spPr>
          <a:xfrm>
            <a:off x="7915275" y="1811541"/>
            <a:ext cx="3818526" cy="723265"/>
          </a:xfrm>
        </p:spPr>
        <p:txBody>
          <a:bodyPr vert="horz" lIns="0" tIns="0" rIns="0" bIns="0" rtlCol="0" anchor="t">
            <a:noAutofit/>
          </a:bodyPr>
          <a:lstStyle/>
          <a:p>
            <a:pPr lvl="2" indent="0">
              <a:lnSpc>
                <a:spcPct val="90000"/>
              </a:lnSpc>
              <a:spcBef>
                <a:spcPts val="1000"/>
              </a:spcBef>
              <a:buNone/>
            </a:pPr>
            <a:r>
              <a:rPr lang="en-US" sz="1600">
                <a:solidFill>
                  <a:srgbClr val="000000"/>
                </a:solidFill>
                <a:latin typeface="Calibri"/>
                <a:cs typeface="Calibri"/>
              </a:rPr>
              <a:t>CLA303B kicks off a process that moves 837 files into hot folder for OTVM to pick up</a:t>
            </a:r>
            <a:endParaRPr lang="en-US" sz="1600"/>
          </a:p>
          <a:p>
            <a:endParaRPr lang="en-US"/>
          </a:p>
        </p:txBody>
      </p:sp>
      <p:sp>
        <p:nvSpPr>
          <p:cNvPr id="12" name="Text Placeholder 11">
            <a:extLst>
              <a:ext uri="{FF2B5EF4-FFF2-40B4-BE49-F238E27FC236}">
                <a16:creationId xmlns:a16="http://schemas.microsoft.com/office/drawing/2014/main" id="{C9BB8415-840F-EBE0-224F-9C85396BD811}"/>
              </a:ext>
            </a:extLst>
          </p:cNvPr>
          <p:cNvSpPr>
            <a:spLocks noGrp="1"/>
          </p:cNvSpPr>
          <p:nvPr>
            <p:ph type="body" sz="quarter" idx="17"/>
          </p:nvPr>
        </p:nvSpPr>
        <p:spPr>
          <a:xfrm>
            <a:off x="7915275" y="3193415"/>
            <a:ext cx="3818526" cy="723265"/>
          </a:xfrm>
        </p:spPr>
        <p:txBody>
          <a:bodyPr vert="horz" lIns="0" tIns="0" rIns="0" bIns="0" rtlCol="0" anchor="t">
            <a:noAutofit/>
          </a:bodyPr>
          <a:lstStyle/>
          <a:p>
            <a:pPr lvl="2" indent="0">
              <a:lnSpc>
                <a:spcPct val="90000"/>
              </a:lnSpc>
              <a:spcBef>
                <a:spcPts val="1000"/>
              </a:spcBef>
              <a:buNone/>
            </a:pPr>
            <a:r>
              <a:rPr lang="en-US" sz="1600">
                <a:solidFill>
                  <a:srgbClr val="000000"/>
                </a:solidFill>
                <a:latin typeface="Calibri"/>
                <a:cs typeface="Calibri"/>
              </a:rPr>
              <a:t>Once the files pass through OTVM, CLA303B will place them in the OTHER location.</a:t>
            </a:r>
          </a:p>
          <a:p>
            <a:endParaRPr lang="en-US" sz="1600">
              <a:solidFill>
                <a:srgbClr val="000000"/>
              </a:solidFill>
              <a:latin typeface="Calibri"/>
              <a:cs typeface="Calibri"/>
            </a:endParaRPr>
          </a:p>
        </p:txBody>
      </p:sp>
      <p:sp>
        <p:nvSpPr>
          <p:cNvPr id="13" name="Text Placeholder 12">
            <a:extLst>
              <a:ext uri="{FF2B5EF4-FFF2-40B4-BE49-F238E27FC236}">
                <a16:creationId xmlns:a16="http://schemas.microsoft.com/office/drawing/2014/main" id="{2F09DF04-31CB-D951-DB4A-0F7E3AA06554}"/>
              </a:ext>
            </a:extLst>
          </p:cNvPr>
          <p:cNvSpPr>
            <a:spLocks noGrp="1"/>
          </p:cNvSpPr>
          <p:nvPr>
            <p:ph type="body" sz="quarter" idx="18"/>
          </p:nvPr>
        </p:nvSpPr>
        <p:spPr>
          <a:xfrm>
            <a:off x="7654316" y="4575289"/>
            <a:ext cx="4215183" cy="963347"/>
          </a:xfrm>
        </p:spPr>
        <p:txBody>
          <a:bodyPr vert="horz" lIns="0" tIns="0" rIns="0" bIns="0" rtlCol="0" anchor="t">
            <a:noAutofit/>
          </a:bodyPr>
          <a:lstStyle/>
          <a:p>
            <a:pPr marL="457200" lvl="2" indent="0">
              <a:lnSpc>
                <a:spcPct val="90000"/>
              </a:lnSpc>
              <a:spcBef>
                <a:spcPts val="500"/>
              </a:spcBef>
              <a:buNone/>
            </a:pPr>
            <a:r>
              <a:rPr lang="en-US" sz="1600">
                <a:solidFill>
                  <a:srgbClr val="000000"/>
                </a:solidFill>
                <a:latin typeface="Calibri"/>
                <a:cs typeface="Calibri"/>
              </a:rPr>
              <a:t>Then, CLA303B moves the HIPAA compliant files from OTHER to Staging (meaning these files are staged to load to PEGA)</a:t>
            </a:r>
          </a:p>
          <a:p>
            <a:endParaRPr lang="en-US" sz="1600">
              <a:solidFill>
                <a:srgbClr val="000000"/>
              </a:solidFill>
              <a:latin typeface="Calibri"/>
              <a:cs typeface="Calibri"/>
            </a:endParaRPr>
          </a:p>
        </p:txBody>
      </p:sp>
      <p:sp>
        <p:nvSpPr>
          <p:cNvPr id="18" name="Text Placeholder 17">
            <a:extLst>
              <a:ext uri="{FF2B5EF4-FFF2-40B4-BE49-F238E27FC236}">
                <a16:creationId xmlns:a16="http://schemas.microsoft.com/office/drawing/2014/main" id="{A19311BB-111C-558C-88C7-F4516357B718}"/>
              </a:ext>
            </a:extLst>
          </p:cNvPr>
          <p:cNvSpPr>
            <a:spLocks noGrp="1"/>
          </p:cNvSpPr>
          <p:nvPr>
            <p:ph type="body" sz="quarter" idx="22"/>
          </p:nvPr>
        </p:nvSpPr>
        <p:spPr>
          <a:xfrm>
            <a:off x="415447" y="2046544"/>
            <a:ext cx="5415280" cy="3344693"/>
          </a:xfrm>
        </p:spPr>
        <p:txBody>
          <a:bodyPr vert="horz" lIns="0" tIns="0" rIns="0" bIns="0" rtlCol="0" anchor="t">
            <a:noAutofit/>
          </a:bodyPr>
          <a:lstStyle/>
          <a:p>
            <a:pPr marL="285750" indent="-285750">
              <a:lnSpc>
                <a:spcPct val="90000"/>
              </a:lnSpc>
              <a:spcBef>
                <a:spcPts val="1000"/>
              </a:spcBef>
              <a:buFont typeface="Arial" pitchFamily="2" charset="0"/>
              <a:buChar char="•"/>
            </a:pPr>
            <a:r>
              <a:rPr lang="en-US">
                <a:solidFill>
                  <a:srgbClr val="000000"/>
                </a:solidFill>
                <a:latin typeface="Calibri"/>
                <a:cs typeface="Calibri"/>
              </a:rPr>
              <a:t>What does this relate to? OTVM and PEGA Staging</a:t>
            </a:r>
            <a:endParaRPr lang="en-US"/>
          </a:p>
          <a:p>
            <a:pPr marL="285750" indent="-285750">
              <a:lnSpc>
                <a:spcPct val="90000"/>
              </a:lnSpc>
              <a:spcBef>
                <a:spcPts val="1000"/>
              </a:spcBef>
              <a:buFont typeface="Arial" pitchFamily="2" charset="0"/>
              <a:buChar char="•"/>
            </a:pPr>
            <a:r>
              <a:rPr lang="en-US">
                <a:solidFill>
                  <a:srgbClr val="000000"/>
                </a:solidFill>
                <a:latin typeface="Calibri"/>
                <a:cs typeface="Calibri"/>
              </a:rPr>
              <a:t>When does it start? 12:30AM</a:t>
            </a:r>
          </a:p>
          <a:p>
            <a:pPr marL="285750" indent="-285750">
              <a:lnSpc>
                <a:spcPct val="90000"/>
              </a:lnSpc>
              <a:spcBef>
                <a:spcPts val="1000"/>
              </a:spcBef>
              <a:buFont typeface="Arial" pitchFamily="2" charset="0"/>
              <a:buChar char="•"/>
            </a:pPr>
            <a:r>
              <a:rPr lang="en-US">
                <a:solidFill>
                  <a:srgbClr val="000000"/>
                </a:solidFill>
                <a:latin typeface="Calibri"/>
                <a:cs typeface="Calibri"/>
              </a:rPr>
              <a:t>How often does it run? It runs throughout the day until 11:45PM</a:t>
            </a:r>
          </a:p>
          <a:p>
            <a:pPr marL="285750" indent="-285750">
              <a:lnSpc>
                <a:spcPct val="90000"/>
              </a:lnSpc>
              <a:spcBef>
                <a:spcPts val="1000"/>
              </a:spcBef>
              <a:buFont typeface="Arial" pitchFamily="2" charset="0"/>
              <a:buChar char="•"/>
            </a:pPr>
            <a:r>
              <a:rPr lang="en-US">
                <a:solidFill>
                  <a:srgbClr val="000000"/>
                </a:solidFill>
                <a:latin typeface="Calibri"/>
                <a:cs typeface="Calibri"/>
              </a:rPr>
              <a:t>What does it do?</a:t>
            </a:r>
          </a:p>
          <a:p>
            <a:pPr marL="514350" lvl="2" indent="-285750">
              <a:lnSpc>
                <a:spcPct val="90000"/>
              </a:lnSpc>
              <a:spcBef>
                <a:spcPts val="1000"/>
              </a:spcBef>
              <a:buFont typeface="Arial" pitchFamily="2" charset="0"/>
              <a:buChar char="•"/>
            </a:pPr>
            <a:r>
              <a:rPr lang="en-US" sz="1600">
                <a:solidFill>
                  <a:srgbClr val="000000"/>
                </a:solidFill>
                <a:latin typeface="Calibri"/>
                <a:cs typeface="Calibri"/>
              </a:rPr>
              <a:t>It takes 837 files from the vendor </a:t>
            </a:r>
            <a:r>
              <a:rPr lang="en-US" sz="1600" err="1">
                <a:solidFill>
                  <a:srgbClr val="000000"/>
                </a:solidFill>
                <a:latin typeface="Calibri"/>
                <a:cs typeface="Calibri"/>
              </a:rPr>
              <a:t>dropoff</a:t>
            </a:r>
            <a:r>
              <a:rPr lang="en-US" sz="1600">
                <a:solidFill>
                  <a:srgbClr val="000000"/>
                </a:solidFill>
                <a:latin typeface="Calibri"/>
                <a:cs typeface="Calibri"/>
              </a:rPr>
              <a:t> locations and moves them to CIFT/CIRT pickup locations</a:t>
            </a:r>
          </a:p>
          <a:p>
            <a:pPr marL="285750" indent="-285750">
              <a:lnSpc>
                <a:spcPct val="90000"/>
              </a:lnSpc>
              <a:spcBef>
                <a:spcPts val="1000"/>
              </a:spcBef>
              <a:buFont typeface="Arial" pitchFamily="2" charset="0"/>
              <a:buChar char="•"/>
            </a:pPr>
            <a:r>
              <a:rPr lang="en-US">
                <a:solidFill>
                  <a:srgbClr val="000000"/>
                </a:solidFill>
                <a:latin typeface="Calibri"/>
                <a:cs typeface="Calibri"/>
              </a:rPr>
              <a:t>Note: Different vendors have different rules for compliance, OTVM checks each file based on its vendor. </a:t>
            </a:r>
          </a:p>
          <a:p>
            <a:pPr marL="285750" indent="-285750">
              <a:lnSpc>
                <a:spcPct val="90000"/>
              </a:lnSpc>
              <a:spcBef>
                <a:spcPts val="1000"/>
              </a:spcBef>
              <a:buFont typeface="Arial" pitchFamily="2" charset="0"/>
              <a:buChar char="•"/>
            </a:pPr>
            <a:r>
              <a:rPr lang="en-US">
                <a:solidFill>
                  <a:srgbClr val="000000"/>
                </a:solidFill>
                <a:latin typeface="Calibri"/>
                <a:cs typeface="Calibri"/>
              </a:rPr>
              <a:t>Main locations to check: OTVM Error queue, OTVM Outbound Queue, Inbound Balancing Report</a:t>
            </a:r>
          </a:p>
        </p:txBody>
      </p:sp>
      <p:sp>
        <p:nvSpPr>
          <p:cNvPr id="20" name="TextBox 19">
            <a:extLst>
              <a:ext uri="{FF2B5EF4-FFF2-40B4-BE49-F238E27FC236}">
                <a16:creationId xmlns:a16="http://schemas.microsoft.com/office/drawing/2014/main" id="{A90AA010-8237-FF76-3EF7-F8F53F97416F}"/>
              </a:ext>
            </a:extLst>
          </p:cNvPr>
          <p:cNvSpPr txBox="1"/>
          <p:nvPr/>
        </p:nvSpPr>
        <p:spPr>
          <a:xfrm>
            <a:off x="7091401" y="973689"/>
            <a:ext cx="3696399" cy="276999"/>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a:solidFill>
                  <a:schemeClr val="tx2"/>
                </a:solidFill>
              </a:rPr>
              <a:t>Breakdown of what CLA303B does:</a:t>
            </a:r>
          </a:p>
        </p:txBody>
      </p:sp>
      <p:pic>
        <p:nvPicPr>
          <p:cNvPr id="22" name="Graphic 21">
            <a:extLst>
              <a:ext uri="{FF2B5EF4-FFF2-40B4-BE49-F238E27FC236}">
                <a16:creationId xmlns:a16="http://schemas.microsoft.com/office/drawing/2014/main" id="{3EF0E52C-208F-15F7-8498-83784D0521A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93852" y="1713802"/>
            <a:ext cx="593317" cy="593317"/>
          </a:xfrm>
          <a:prstGeom prst="rect">
            <a:avLst/>
          </a:prstGeom>
        </p:spPr>
      </p:pic>
      <p:pic>
        <p:nvPicPr>
          <p:cNvPr id="23" name="Graphic 22">
            <a:extLst>
              <a:ext uri="{FF2B5EF4-FFF2-40B4-BE49-F238E27FC236}">
                <a16:creationId xmlns:a16="http://schemas.microsoft.com/office/drawing/2014/main" id="{D0EAB543-BE16-70C6-CF65-97BAD86BD46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93851" y="3196048"/>
            <a:ext cx="593317" cy="593317"/>
          </a:xfrm>
          <a:prstGeom prst="rect">
            <a:avLst/>
          </a:prstGeom>
        </p:spPr>
      </p:pic>
      <p:pic>
        <p:nvPicPr>
          <p:cNvPr id="24" name="Graphic 23">
            <a:extLst>
              <a:ext uri="{FF2B5EF4-FFF2-40B4-BE49-F238E27FC236}">
                <a16:creationId xmlns:a16="http://schemas.microsoft.com/office/drawing/2014/main" id="{DD6A41A3-DAC5-3134-43CD-D101A70E01F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993851" y="4573911"/>
            <a:ext cx="593317" cy="593317"/>
          </a:xfrm>
          <a:prstGeom prst="rect">
            <a:avLst/>
          </a:prstGeom>
        </p:spPr>
      </p:pic>
      <p:cxnSp>
        <p:nvCxnSpPr>
          <p:cNvPr id="25" name="Straight Arrow Connector 24">
            <a:extLst>
              <a:ext uri="{FF2B5EF4-FFF2-40B4-BE49-F238E27FC236}">
                <a16:creationId xmlns:a16="http://schemas.microsoft.com/office/drawing/2014/main" id="{F9878C05-847A-12A2-5264-02A5C57ECE84}"/>
              </a:ext>
            </a:extLst>
          </p:cNvPr>
          <p:cNvCxnSpPr/>
          <p:nvPr/>
        </p:nvCxnSpPr>
        <p:spPr>
          <a:xfrm>
            <a:off x="377868" y="1813142"/>
            <a:ext cx="5413331" cy="6264"/>
          </a:xfrm>
          <a:prstGeom prst="straightConnector1">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0048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21E085E-D615-7748-8BF3-1B92A944AE02}"/>
              </a:ext>
            </a:extLst>
          </p:cNvPr>
          <p:cNvSpPr>
            <a:spLocks noGrp="1"/>
          </p:cNvSpPr>
          <p:nvPr>
            <p:ph type="title"/>
          </p:nvPr>
        </p:nvSpPr>
        <p:spPr>
          <a:xfrm>
            <a:off x="363254" y="269226"/>
            <a:ext cx="11274552" cy="822960"/>
          </a:xfrm>
        </p:spPr>
        <p:txBody>
          <a:bodyPr/>
          <a:lstStyle/>
          <a:p>
            <a:r>
              <a:rPr lang="en-US"/>
              <a:t>An Overview with Tidal Jobs</a:t>
            </a:r>
          </a:p>
        </p:txBody>
      </p:sp>
      <p:graphicFrame>
        <p:nvGraphicFramePr>
          <p:cNvPr id="39" name="Diagram 38">
            <a:extLst>
              <a:ext uri="{FF2B5EF4-FFF2-40B4-BE49-F238E27FC236}">
                <a16:creationId xmlns:a16="http://schemas.microsoft.com/office/drawing/2014/main" id="{E9620D86-A556-74AC-2701-05592A4DF44A}"/>
              </a:ext>
            </a:extLst>
          </p:cNvPr>
          <p:cNvGraphicFramePr/>
          <p:nvPr>
            <p:extLst>
              <p:ext uri="{D42A27DB-BD31-4B8C-83A1-F6EECF244321}">
                <p14:modId xmlns:p14="http://schemas.microsoft.com/office/powerpoint/2010/main" val="120809446"/>
              </p:ext>
            </p:extLst>
          </p:nvPr>
        </p:nvGraphicFramePr>
        <p:xfrm>
          <a:off x="542795" y="-967635"/>
          <a:ext cx="10970710" cy="62671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8" name="Diagram 57">
            <a:extLst>
              <a:ext uri="{FF2B5EF4-FFF2-40B4-BE49-F238E27FC236}">
                <a16:creationId xmlns:a16="http://schemas.microsoft.com/office/drawing/2014/main" id="{D15DCEBE-D933-5952-E276-BBAB760CB740}"/>
              </a:ext>
            </a:extLst>
          </p:cNvPr>
          <p:cNvGraphicFramePr/>
          <p:nvPr>
            <p:extLst>
              <p:ext uri="{D42A27DB-BD31-4B8C-83A1-F6EECF244321}">
                <p14:modId xmlns:p14="http://schemas.microsoft.com/office/powerpoint/2010/main" val="1847964073"/>
              </p:ext>
            </p:extLst>
          </p:nvPr>
        </p:nvGraphicFramePr>
        <p:xfrm>
          <a:off x="365342" y="2101242"/>
          <a:ext cx="11450875" cy="540080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9" name="Rectangle 28">
            <a:extLst>
              <a:ext uri="{FF2B5EF4-FFF2-40B4-BE49-F238E27FC236}">
                <a16:creationId xmlns:a16="http://schemas.microsoft.com/office/drawing/2014/main" id="{3A837307-C2B7-3165-0377-67A1926EA09F}"/>
              </a:ext>
            </a:extLst>
          </p:cNvPr>
          <p:cNvSpPr/>
          <p:nvPr/>
        </p:nvSpPr>
        <p:spPr>
          <a:xfrm>
            <a:off x="10319098" y="2850454"/>
            <a:ext cx="173278" cy="528181"/>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FAEC495-217A-6FBF-5A80-2859D9A8B46D}"/>
              </a:ext>
            </a:extLst>
          </p:cNvPr>
          <p:cNvSpPr/>
          <p:nvPr/>
        </p:nvSpPr>
        <p:spPr>
          <a:xfrm rot="5400000">
            <a:off x="5830605" y="-1241384"/>
            <a:ext cx="204593" cy="911894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Down 31">
            <a:extLst>
              <a:ext uri="{FF2B5EF4-FFF2-40B4-BE49-F238E27FC236}">
                <a16:creationId xmlns:a16="http://schemas.microsoft.com/office/drawing/2014/main" id="{C77D0257-AA97-6D36-F70B-9AE40EC1D9AB}"/>
              </a:ext>
            </a:extLst>
          </p:cNvPr>
          <p:cNvSpPr/>
          <p:nvPr/>
        </p:nvSpPr>
        <p:spPr>
          <a:xfrm>
            <a:off x="1271897" y="3316229"/>
            <a:ext cx="380249" cy="727888"/>
          </a:xfrm>
          <a:prstGeom prst="downArrow">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1769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1D852-3234-DFC7-CD05-1FA2A5969022}"/>
              </a:ext>
            </a:extLst>
          </p:cNvPr>
          <p:cNvSpPr>
            <a:spLocks noGrp="1"/>
          </p:cNvSpPr>
          <p:nvPr>
            <p:ph type="title"/>
          </p:nvPr>
        </p:nvSpPr>
        <p:spPr/>
        <p:txBody>
          <a:bodyPr/>
          <a:lstStyle/>
          <a:p>
            <a:r>
              <a:rPr lang="en-US" sz="3200">
                <a:solidFill>
                  <a:schemeClr val="accent1"/>
                </a:solidFill>
                <a:latin typeface="Elevance Sans Medium"/>
                <a:cs typeface="Calibri Light"/>
              </a:rPr>
              <a:t>The path of the 837 file through OTVM</a:t>
            </a:r>
          </a:p>
          <a:p>
            <a:endParaRPr lang="en-US"/>
          </a:p>
        </p:txBody>
      </p:sp>
      <p:grpSp>
        <p:nvGrpSpPr>
          <p:cNvPr id="52" name="Group 51">
            <a:extLst>
              <a:ext uri="{FF2B5EF4-FFF2-40B4-BE49-F238E27FC236}">
                <a16:creationId xmlns:a16="http://schemas.microsoft.com/office/drawing/2014/main" id="{EBF18BFE-6B52-F030-A87C-A63A9C97C24A}"/>
              </a:ext>
            </a:extLst>
          </p:cNvPr>
          <p:cNvGrpSpPr/>
          <p:nvPr/>
        </p:nvGrpSpPr>
        <p:grpSpPr>
          <a:xfrm>
            <a:off x="1731594" y="1422602"/>
            <a:ext cx="8732727" cy="5004439"/>
            <a:chOff x="1428881" y="-988658"/>
            <a:chExt cx="8732727" cy="5004439"/>
          </a:xfrm>
        </p:grpSpPr>
        <p:sp>
          <p:nvSpPr>
            <p:cNvPr id="46" name="Arrow: Right 45">
              <a:extLst>
                <a:ext uri="{FF2B5EF4-FFF2-40B4-BE49-F238E27FC236}">
                  <a16:creationId xmlns:a16="http://schemas.microsoft.com/office/drawing/2014/main" id="{C8226832-997C-C4FB-719D-9DF798E17A5D}"/>
                </a:ext>
              </a:extLst>
            </p:cNvPr>
            <p:cNvSpPr/>
            <p:nvPr/>
          </p:nvSpPr>
          <p:spPr>
            <a:xfrm>
              <a:off x="1702851" y="-988658"/>
              <a:ext cx="8086928" cy="5004439"/>
            </a:xfrm>
            <a:prstGeom prst="rightArrow">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Rounded Corners 46">
              <a:extLst>
                <a:ext uri="{FF2B5EF4-FFF2-40B4-BE49-F238E27FC236}">
                  <a16:creationId xmlns:a16="http://schemas.microsoft.com/office/drawing/2014/main" id="{3DCE4B86-C720-0C79-21DB-2EDED134E56A}"/>
                </a:ext>
              </a:extLst>
            </p:cNvPr>
            <p:cNvSpPr/>
            <p:nvPr/>
          </p:nvSpPr>
          <p:spPr>
            <a:xfrm>
              <a:off x="1428881" y="578154"/>
              <a:ext cx="1665961" cy="1874728"/>
            </a:xfrm>
            <a:prstGeom prst="roundRect">
              <a:avLst/>
            </a:prstGeom>
            <a:solidFill>
              <a:srgbClr val="CE3B24">
                <a:alpha val="81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Vendor Location (Dropoff)</a:t>
              </a:r>
            </a:p>
          </p:txBody>
        </p:sp>
        <p:sp>
          <p:nvSpPr>
            <p:cNvPr id="48" name="Rectangle: Rounded Corners 47">
              <a:extLst>
                <a:ext uri="{FF2B5EF4-FFF2-40B4-BE49-F238E27FC236}">
                  <a16:creationId xmlns:a16="http://schemas.microsoft.com/office/drawing/2014/main" id="{60F664C1-DA63-6977-1E54-9DD613C957B1}"/>
                </a:ext>
              </a:extLst>
            </p:cNvPr>
            <p:cNvSpPr/>
            <p:nvPr/>
          </p:nvSpPr>
          <p:spPr>
            <a:xfrm>
              <a:off x="3203401" y="578154"/>
              <a:ext cx="1665961" cy="1874728"/>
            </a:xfrm>
            <a:prstGeom prst="roundRect">
              <a:avLst/>
            </a:prstGeom>
            <a:solidFill>
              <a:srgbClr val="CE3B24">
                <a:alpha val="81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CIFT/CIRT Pickup Location (Listener)</a:t>
              </a:r>
            </a:p>
          </p:txBody>
        </p:sp>
        <p:sp>
          <p:nvSpPr>
            <p:cNvPr id="49" name="Rectangle: Rounded Corners 48">
              <a:extLst>
                <a:ext uri="{FF2B5EF4-FFF2-40B4-BE49-F238E27FC236}">
                  <a16:creationId xmlns:a16="http://schemas.microsoft.com/office/drawing/2014/main" id="{25C36EEA-7893-3D73-54F5-423B1DD6FC4F}"/>
                </a:ext>
              </a:extLst>
            </p:cNvPr>
            <p:cNvSpPr/>
            <p:nvPr/>
          </p:nvSpPr>
          <p:spPr>
            <a:xfrm>
              <a:off x="4967483" y="578153"/>
              <a:ext cx="1665961" cy="1874728"/>
            </a:xfrm>
            <a:prstGeom prst="roundRect">
              <a:avLst/>
            </a:prstGeom>
            <a:solidFill>
              <a:srgbClr val="CE3B24">
                <a:alpha val="81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OTVM Hot Folder (OTHER)</a:t>
              </a:r>
            </a:p>
          </p:txBody>
        </p:sp>
        <p:sp>
          <p:nvSpPr>
            <p:cNvPr id="50" name="Rectangle: Rounded Corners 49">
              <a:extLst>
                <a:ext uri="{FF2B5EF4-FFF2-40B4-BE49-F238E27FC236}">
                  <a16:creationId xmlns:a16="http://schemas.microsoft.com/office/drawing/2014/main" id="{37DFD2B3-266C-11AD-B05B-314D566709A6}"/>
                </a:ext>
              </a:extLst>
            </p:cNvPr>
            <p:cNvSpPr/>
            <p:nvPr/>
          </p:nvSpPr>
          <p:spPr>
            <a:xfrm>
              <a:off x="6731566" y="578153"/>
              <a:ext cx="1665961" cy="1874728"/>
            </a:xfrm>
            <a:prstGeom prst="roundRect">
              <a:avLst/>
            </a:prstGeom>
            <a:solidFill>
              <a:srgbClr val="CE3B24">
                <a:alpha val="81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Staged for PEGA (Staging/</a:t>
              </a:r>
              <a:br>
                <a:rPr lang="en-US"/>
              </a:br>
              <a:r>
                <a:rPr lang="en-US"/>
                <a:t>PEGA Listener)</a:t>
              </a:r>
            </a:p>
          </p:txBody>
        </p:sp>
        <p:sp>
          <p:nvSpPr>
            <p:cNvPr id="51" name="Rectangle: Rounded Corners 50">
              <a:extLst>
                <a:ext uri="{FF2B5EF4-FFF2-40B4-BE49-F238E27FC236}">
                  <a16:creationId xmlns:a16="http://schemas.microsoft.com/office/drawing/2014/main" id="{4C7FA0C6-3A07-BB7A-3022-26821230C743}"/>
                </a:ext>
              </a:extLst>
            </p:cNvPr>
            <p:cNvSpPr/>
            <p:nvPr/>
          </p:nvSpPr>
          <p:spPr>
            <a:xfrm>
              <a:off x="8495647" y="578153"/>
              <a:ext cx="1665961" cy="1874728"/>
            </a:xfrm>
            <a:prstGeom prst="roundRect">
              <a:avLst/>
            </a:prstGeom>
            <a:solidFill>
              <a:srgbClr val="CE3B24">
                <a:alpha val="81000"/>
              </a:srgb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t>Prod Location (EDINET1P)</a:t>
              </a:r>
            </a:p>
          </p:txBody>
        </p:sp>
      </p:grpSp>
    </p:spTree>
    <p:extLst>
      <p:ext uri="{BB962C8B-B14F-4D97-AF65-F5344CB8AC3E}">
        <p14:creationId xmlns:p14="http://schemas.microsoft.com/office/powerpoint/2010/main" val="2875143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8E79D-E381-221E-66E5-C580C5CB1613}"/>
              </a:ext>
            </a:extLst>
          </p:cNvPr>
          <p:cNvSpPr>
            <a:spLocks noGrp="1"/>
          </p:cNvSpPr>
          <p:nvPr>
            <p:ph type="title"/>
          </p:nvPr>
        </p:nvSpPr>
        <p:spPr>
          <a:xfrm>
            <a:off x="457200" y="384048"/>
            <a:ext cx="11274552" cy="822960"/>
          </a:xfrm>
        </p:spPr>
        <p:txBody>
          <a:bodyPr anchor="t">
            <a:normAutofit/>
          </a:bodyPr>
          <a:lstStyle/>
          <a:p>
            <a:r>
              <a:rPr lang="en-US"/>
              <a:t>OTVM Statuses</a:t>
            </a:r>
          </a:p>
        </p:txBody>
      </p:sp>
      <p:sp>
        <p:nvSpPr>
          <p:cNvPr id="3" name="Text Placeholder 2">
            <a:extLst>
              <a:ext uri="{FF2B5EF4-FFF2-40B4-BE49-F238E27FC236}">
                <a16:creationId xmlns:a16="http://schemas.microsoft.com/office/drawing/2014/main" id="{B22C01FF-8692-CE1B-67B9-C2F80E514E0F}"/>
              </a:ext>
            </a:extLst>
          </p:cNvPr>
          <p:cNvSpPr>
            <a:spLocks noGrp="1"/>
          </p:cNvSpPr>
          <p:nvPr>
            <p:ph type="body" sz="quarter" idx="10"/>
          </p:nvPr>
        </p:nvSpPr>
        <p:spPr>
          <a:xfrm>
            <a:off x="457200" y="1694048"/>
            <a:ext cx="11319164" cy="4313052"/>
          </a:xfrm>
        </p:spPr>
        <p:txBody>
          <a:bodyPr vert="horz" lIns="0" tIns="0" rIns="0" bIns="0" rtlCol="0" anchor="t">
            <a:noAutofit/>
          </a:bodyPr>
          <a:lstStyle/>
          <a:p>
            <a:pPr marL="285750" indent="-285750">
              <a:lnSpc>
                <a:spcPct val="90000"/>
              </a:lnSpc>
              <a:spcBef>
                <a:spcPts val="1000"/>
              </a:spcBef>
              <a:buFont typeface="Arial"/>
              <a:buChar char="•"/>
            </a:pPr>
            <a:r>
              <a:rPr lang="en-US" sz="1800">
                <a:latin typeface="Elevance Sans"/>
              </a:rPr>
              <a:t>New - file available, recognized it needs to be updated to be processed</a:t>
            </a:r>
          </a:p>
          <a:p>
            <a:pPr marL="285750" indent="-285750">
              <a:lnSpc>
                <a:spcPct val="90000"/>
              </a:lnSpc>
              <a:spcBef>
                <a:spcPts val="1000"/>
              </a:spcBef>
              <a:buFont typeface="Arial"/>
              <a:buChar char="•"/>
            </a:pPr>
            <a:r>
              <a:rPr lang="en-US" sz="1800">
                <a:latin typeface="Elevance Sans"/>
              </a:rPr>
              <a:t>Updated for processing - still in hot folder, file name is updated with .processing extension (meaning it will be picked up)</a:t>
            </a:r>
          </a:p>
          <a:p>
            <a:pPr marL="285750" indent="-285750">
              <a:lnSpc>
                <a:spcPct val="90000"/>
              </a:lnSpc>
              <a:spcBef>
                <a:spcPts val="1000"/>
              </a:spcBef>
              <a:buFont typeface="Arial"/>
              <a:buChar char="•"/>
            </a:pPr>
            <a:r>
              <a:rPr lang="en-US" sz="1800">
                <a:latin typeface="Elevance Sans"/>
              </a:rPr>
              <a:t>Waiting for Analysis - staged to be analyzed, but not in hot folder</a:t>
            </a:r>
          </a:p>
          <a:p>
            <a:pPr marL="285750" indent="-285750">
              <a:lnSpc>
                <a:spcPct val="90000"/>
              </a:lnSpc>
              <a:spcBef>
                <a:spcPts val="1000"/>
              </a:spcBef>
              <a:buFont typeface="Arial"/>
              <a:buChar char="•"/>
            </a:pPr>
            <a:r>
              <a:rPr lang="en-US" sz="1800">
                <a:latin typeface="Elevance Sans"/>
              </a:rPr>
              <a:t>Analysis in progress - currently going through OTVM with all the rules/policies/exclusion rules applied based on input queue</a:t>
            </a:r>
          </a:p>
          <a:p>
            <a:pPr marL="285750" indent="-285750">
              <a:lnSpc>
                <a:spcPct val="90000"/>
              </a:lnSpc>
              <a:spcBef>
                <a:spcPts val="1000"/>
              </a:spcBef>
              <a:buFont typeface="Arial"/>
              <a:buChar char="•"/>
            </a:pPr>
            <a:r>
              <a:rPr lang="en-US" sz="1800">
                <a:latin typeface="Elevance Sans"/>
              </a:rPr>
              <a:t>Analysis complete - file has gone through all rules and policies applied, prepped for error or report generation depending on whether all claims in the file are rejected or not</a:t>
            </a:r>
          </a:p>
          <a:p>
            <a:pPr marL="285750" indent="-285750">
              <a:lnSpc>
                <a:spcPct val="90000"/>
              </a:lnSpc>
              <a:spcBef>
                <a:spcPts val="1000"/>
              </a:spcBef>
              <a:buFont typeface="Arial"/>
              <a:buChar char="•"/>
            </a:pPr>
            <a:r>
              <a:rPr lang="en-US" sz="1800">
                <a:latin typeface="Elevance Sans"/>
              </a:rPr>
              <a:t>Error - trash status. Any files that fail to meet structural compliance or files that were abandoned during analysis will have this status. If any are shown with data, research further to identify cause of error </a:t>
            </a:r>
          </a:p>
          <a:p>
            <a:pPr marL="285750" indent="-285750">
              <a:lnSpc>
                <a:spcPct val="90000"/>
              </a:lnSpc>
              <a:spcBef>
                <a:spcPts val="1000"/>
              </a:spcBef>
              <a:buFont typeface="Arial"/>
              <a:buChar char="•"/>
            </a:pPr>
            <a:r>
              <a:rPr lang="en-US" sz="1800">
                <a:latin typeface="Elevance Sans"/>
              </a:rPr>
              <a:t>Generating Reports - creating necessary 277, 999s, submitter reports, and newly processed main file </a:t>
            </a:r>
          </a:p>
          <a:p>
            <a:pPr marL="285750" indent="-285750">
              <a:lnSpc>
                <a:spcPct val="90000"/>
              </a:lnSpc>
              <a:spcBef>
                <a:spcPts val="1000"/>
              </a:spcBef>
              <a:buFont typeface="Arial"/>
              <a:buChar char="•"/>
            </a:pPr>
            <a:r>
              <a:rPr lang="en-US" sz="1800">
                <a:latin typeface="Elevance Sans"/>
              </a:rPr>
              <a:t>Report Generation Complete - used in the output queue to go to the respective file location in prod</a:t>
            </a:r>
          </a:p>
        </p:txBody>
      </p:sp>
      <p:sp>
        <p:nvSpPr>
          <p:cNvPr id="9" name="Text Placeholder 3">
            <a:extLst>
              <a:ext uri="{FF2B5EF4-FFF2-40B4-BE49-F238E27FC236}">
                <a16:creationId xmlns:a16="http://schemas.microsoft.com/office/drawing/2014/main" id="{D801E28D-BD47-87ED-F3FD-16C58ABF80E3}"/>
              </a:ext>
            </a:extLst>
          </p:cNvPr>
          <p:cNvSpPr>
            <a:spLocks noGrp="1"/>
          </p:cNvSpPr>
          <p:nvPr>
            <p:ph type="body" sz="half" idx="2"/>
          </p:nvPr>
        </p:nvSpPr>
        <p:spPr>
          <a:xfrm>
            <a:off x="1461052" y="6271591"/>
            <a:ext cx="9321248" cy="300988"/>
          </a:xfrm>
        </p:spPr>
        <p:txBody>
          <a:bodyPr/>
          <a:lstStyle/>
          <a:p>
            <a:endParaRPr lang="en-US"/>
          </a:p>
        </p:txBody>
      </p:sp>
    </p:spTree>
    <p:extLst>
      <p:ext uri="{BB962C8B-B14F-4D97-AF65-F5344CB8AC3E}">
        <p14:creationId xmlns:p14="http://schemas.microsoft.com/office/powerpoint/2010/main" val="961134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64D11-1F03-3301-3D03-D49421AB2BFF}"/>
              </a:ext>
            </a:extLst>
          </p:cNvPr>
          <p:cNvSpPr>
            <a:spLocks noGrp="1"/>
          </p:cNvSpPr>
          <p:nvPr>
            <p:ph type="title"/>
          </p:nvPr>
        </p:nvSpPr>
        <p:spPr/>
        <p:txBody>
          <a:bodyPr/>
          <a:lstStyle/>
          <a:p>
            <a:r>
              <a:rPr lang="en-US" sz="4400">
                <a:solidFill>
                  <a:srgbClr val="000000"/>
                </a:solidFill>
                <a:latin typeface="Elevance Sans Medium"/>
                <a:cs typeface="Calibri Light"/>
              </a:rPr>
              <a:t>PEGA Load- New Day and Recycle Claims</a:t>
            </a:r>
          </a:p>
          <a:p>
            <a:endParaRPr lang="en-US"/>
          </a:p>
        </p:txBody>
      </p:sp>
      <p:sp>
        <p:nvSpPr>
          <p:cNvPr id="3" name="Text Placeholder 2">
            <a:extLst>
              <a:ext uri="{FF2B5EF4-FFF2-40B4-BE49-F238E27FC236}">
                <a16:creationId xmlns:a16="http://schemas.microsoft.com/office/drawing/2014/main" id="{0327609F-9436-EC37-8FE2-31C35129E882}"/>
              </a:ext>
            </a:extLst>
          </p:cNvPr>
          <p:cNvSpPr>
            <a:spLocks noGrp="1"/>
          </p:cNvSpPr>
          <p:nvPr>
            <p:ph type="body" sz="quarter" idx="10"/>
          </p:nvPr>
        </p:nvSpPr>
        <p:spPr/>
        <p:txBody>
          <a:bodyPr vert="horz" lIns="0" tIns="0" rIns="0" bIns="0" rtlCol="0" anchor="t">
            <a:noAutofit/>
          </a:bodyPr>
          <a:lstStyle/>
          <a:p>
            <a:pPr marL="342900" indent="-342900">
              <a:buFont typeface="Arial" pitchFamily="2" charset="0"/>
              <a:buChar char="•"/>
            </a:pPr>
            <a:r>
              <a:rPr lang="en-US"/>
              <a:t>The PEGA load is the process of loading claims into EDINETCLAIM on EDINET1P</a:t>
            </a:r>
          </a:p>
          <a:p>
            <a:pPr marL="342900" indent="-342900">
              <a:buFont typeface="Arial" pitchFamily="2" charset="0"/>
              <a:buChar char="•"/>
            </a:pPr>
            <a:r>
              <a:rPr lang="en-US"/>
              <a:t>Claims are loaded into 837 tables by the T837 Mapping application</a:t>
            </a:r>
          </a:p>
          <a:p>
            <a:pPr marL="342900" indent="-342900">
              <a:buFont typeface="Arial" pitchFamily="2" charset="0"/>
              <a:buChar char="•"/>
            </a:pPr>
            <a:r>
              <a:rPr lang="en-US"/>
              <a:t>This is monitored on the PEGA dashboard: https://30.96.14.28:8517/prweb/PRServletLDAP1 </a:t>
            </a:r>
          </a:p>
          <a:p>
            <a:endParaRPr lang="en-US"/>
          </a:p>
          <a:p>
            <a:endParaRPr lang="en-US"/>
          </a:p>
        </p:txBody>
      </p:sp>
      <p:sp>
        <p:nvSpPr>
          <p:cNvPr id="4" name="Text Placeholder 3">
            <a:extLst>
              <a:ext uri="{FF2B5EF4-FFF2-40B4-BE49-F238E27FC236}">
                <a16:creationId xmlns:a16="http://schemas.microsoft.com/office/drawing/2014/main" id="{E7DBD8D6-F43E-E57B-2D2E-E00EAB272739}"/>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3709864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442AA-218B-46B8-E797-B12D442F4456}"/>
              </a:ext>
            </a:extLst>
          </p:cNvPr>
          <p:cNvSpPr>
            <a:spLocks noGrp="1"/>
          </p:cNvSpPr>
          <p:nvPr>
            <p:ph type="title"/>
          </p:nvPr>
        </p:nvSpPr>
        <p:spPr/>
        <p:txBody>
          <a:bodyPr/>
          <a:lstStyle/>
          <a:p>
            <a:r>
              <a:rPr lang="en-US" sz="4400">
                <a:solidFill>
                  <a:srgbClr val="000000"/>
                </a:solidFill>
                <a:latin typeface="Elevance Sans Medium"/>
                <a:cs typeface="Calibri Light"/>
              </a:rPr>
              <a:t>CLA303D, CLA303E, CLA301B – PEGA Load</a:t>
            </a:r>
          </a:p>
          <a:p>
            <a:endParaRPr lang="en-US"/>
          </a:p>
        </p:txBody>
      </p:sp>
      <p:sp>
        <p:nvSpPr>
          <p:cNvPr id="3" name="Text Placeholder 2">
            <a:extLst>
              <a:ext uri="{FF2B5EF4-FFF2-40B4-BE49-F238E27FC236}">
                <a16:creationId xmlns:a16="http://schemas.microsoft.com/office/drawing/2014/main" id="{78C68FF7-7495-6987-5719-4F1F12FC7C5A}"/>
              </a:ext>
            </a:extLst>
          </p:cNvPr>
          <p:cNvSpPr>
            <a:spLocks noGrp="1"/>
          </p:cNvSpPr>
          <p:nvPr>
            <p:ph type="body" sz="quarter" idx="13"/>
          </p:nvPr>
        </p:nvSpPr>
        <p:spPr/>
        <p:txBody>
          <a:bodyPr vert="horz" lIns="0" tIns="0" rIns="0" bIns="0" rtlCol="0" anchor="t">
            <a:noAutofit/>
          </a:bodyPr>
          <a:lstStyle/>
          <a:p>
            <a:r>
              <a:rPr lang="en-US">
                <a:latin typeface="Elevance Sans"/>
              </a:rPr>
              <a:t>The jobs that load the claims are:</a:t>
            </a:r>
            <a:endParaRPr lang="en-US"/>
          </a:p>
          <a:p>
            <a:pPr marL="342900" indent="-342900">
              <a:buFont typeface="Arial" pitchFamily="2" charset="0"/>
              <a:buChar char="•"/>
            </a:pPr>
            <a:r>
              <a:rPr lang="en-US">
                <a:latin typeface="Elevance Sans"/>
              </a:rPr>
              <a:t>CLA303D</a:t>
            </a:r>
          </a:p>
          <a:p>
            <a:pPr marL="800100" lvl="3" indent="-342900">
              <a:buFont typeface="Arial" pitchFamily="2" charset="0"/>
              <a:buChar char="•"/>
            </a:pPr>
            <a:r>
              <a:rPr lang="en-US">
                <a:latin typeface="Elevance Sans"/>
              </a:rPr>
              <a:t>Starts at 1AM and runs throughout the day until 5PM</a:t>
            </a:r>
          </a:p>
          <a:p>
            <a:pPr marL="800100" lvl="3" indent="-342900">
              <a:buFont typeface="Arial" pitchFamily="2" charset="0"/>
              <a:buChar char="•"/>
            </a:pPr>
            <a:r>
              <a:rPr lang="en-US">
                <a:latin typeface="Elevance Sans"/>
              </a:rPr>
              <a:t>Loads new day claims to PEGA</a:t>
            </a:r>
          </a:p>
          <a:p>
            <a:pPr marL="342900" indent="-342900">
              <a:buFont typeface="Arial" pitchFamily="2" charset="0"/>
              <a:buChar char="•"/>
            </a:pPr>
            <a:endParaRPr lang="en-US">
              <a:latin typeface="Elevance Sans"/>
            </a:endParaRPr>
          </a:p>
        </p:txBody>
      </p:sp>
      <p:sp>
        <p:nvSpPr>
          <p:cNvPr id="5" name="Text Placeholder 4">
            <a:extLst>
              <a:ext uri="{FF2B5EF4-FFF2-40B4-BE49-F238E27FC236}">
                <a16:creationId xmlns:a16="http://schemas.microsoft.com/office/drawing/2014/main" id="{17B69E8A-3199-AC08-4593-D8723434C2DA}"/>
              </a:ext>
            </a:extLst>
          </p:cNvPr>
          <p:cNvSpPr>
            <a:spLocks noGrp="1"/>
          </p:cNvSpPr>
          <p:nvPr>
            <p:ph type="body" sz="quarter" idx="14"/>
          </p:nvPr>
        </p:nvSpPr>
        <p:spPr>
          <a:xfrm>
            <a:off x="6194186" y="2174212"/>
            <a:ext cx="5529262" cy="3937272"/>
          </a:xfrm>
        </p:spPr>
        <p:txBody>
          <a:bodyPr vert="horz" lIns="0" tIns="0" rIns="182880" bIns="0" rtlCol="0" anchor="t">
            <a:noAutofit/>
          </a:bodyPr>
          <a:lstStyle/>
          <a:p>
            <a:pPr marL="342900" indent="-342900">
              <a:buFont typeface="Arial,Sans-Serif"/>
              <a:buChar char="•"/>
            </a:pPr>
            <a:r>
              <a:rPr lang="en-US">
                <a:latin typeface="Elevance Sans"/>
              </a:rPr>
              <a:t>CLA303E</a:t>
            </a:r>
          </a:p>
          <a:p>
            <a:pPr marL="571500" lvl="2" indent="-342900">
              <a:buFont typeface="Elevance Sans"/>
              <a:buChar char="•"/>
            </a:pPr>
            <a:r>
              <a:rPr lang="en-US">
                <a:latin typeface="Elevance Sans"/>
              </a:rPr>
              <a:t>Starts at 5:15PM</a:t>
            </a:r>
            <a:endParaRPr lang="en-US"/>
          </a:p>
          <a:p>
            <a:pPr marL="571500" lvl="2" indent="-342900">
              <a:buFont typeface="Elevance Sans"/>
              <a:buChar char="•"/>
            </a:pPr>
            <a:r>
              <a:rPr lang="en-US">
                <a:latin typeface="Elevance Sans"/>
              </a:rPr>
              <a:t>Relies on CLA303D</a:t>
            </a:r>
          </a:p>
          <a:p>
            <a:pPr marL="571500" lvl="2" indent="-342900">
              <a:buFont typeface="Elevance Sans"/>
              <a:buChar char="•"/>
            </a:pPr>
            <a:r>
              <a:rPr lang="en-US">
                <a:latin typeface="Elevance Sans"/>
              </a:rPr>
              <a:t>Loads new day claims to PEGA</a:t>
            </a:r>
          </a:p>
          <a:p>
            <a:pPr marL="342900" indent="-342900">
              <a:buFont typeface="Arial,Sans-Serif"/>
              <a:buChar char="•"/>
            </a:pPr>
            <a:r>
              <a:rPr lang="en-US">
                <a:latin typeface="Elevance Sans"/>
              </a:rPr>
              <a:t>CLA301B</a:t>
            </a:r>
          </a:p>
          <a:p>
            <a:pPr lvl="3">
              <a:buFont typeface="Arial,Sans-Serif" pitchFamily="2" charset="0"/>
              <a:buChar char="•"/>
            </a:pPr>
            <a:r>
              <a:rPr lang="en-US">
                <a:latin typeface="Elevance Sans"/>
              </a:rPr>
              <a:t>Starts at 9PM</a:t>
            </a:r>
          </a:p>
          <a:p>
            <a:pPr lvl="3">
              <a:buFont typeface="Arial,Sans-Serif" pitchFamily="2" charset="0"/>
              <a:buChar char="•"/>
            </a:pPr>
            <a:r>
              <a:rPr lang="en-US">
                <a:latin typeface="Elevance Sans"/>
              </a:rPr>
              <a:t>Loads recycle claims to PEGA</a:t>
            </a:r>
            <a:endParaRPr lang="en-US"/>
          </a:p>
          <a:p>
            <a:pPr marL="342900" indent="-342900">
              <a:buFont typeface="Arial,Sans-Serif"/>
              <a:buChar char="•"/>
            </a:pPr>
            <a:endParaRPr lang="en-US">
              <a:latin typeface="Elevance Sans"/>
            </a:endParaRPr>
          </a:p>
          <a:p>
            <a:endParaRPr lang="en-US"/>
          </a:p>
        </p:txBody>
      </p:sp>
      <p:sp>
        <p:nvSpPr>
          <p:cNvPr id="4" name="Text Placeholder 3">
            <a:extLst>
              <a:ext uri="{FF2B5EF4-FFF2-40B4-BE49-F238E27FC236}">
                <a16:creationId xmlns:a16="http://schemas.microsoft.com/office/drawing/2014/main" id="{F5C08295-141B-4559-0602-20CF6219D49D}"/>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18014954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124EC-CE46-3CA6-7AA0-7F5C4F32B7CB}"/>
              </a:ext>
            </a:extLst>
          </p:cNvPr>
          <p:cNvSpPr>
            <a:spLocks noGrp="1"/>
          </p:cNvSpPr>
          <p:nvPr>
            <p:ph type="title"/>
          </p:nvPr>
        </p:nvSpPr>
        <p:spPr/>
        <p:txBody>
          <a:bodyPr/>
          <a:lstStyle/>
          <a:p>
            <a:r>
              <a:rPr lang="en-US"/>
              <a:t>Keywords</a:t>
            </a:r>
          </a:p>
        </p:txBody>
      </p:sp>
      <p:sp>
        <p:nvSpPr>
          <p:cNvPr id="3" name="Text Placeholder 2">
            <a:extLst>
              <a:ext uri="{FF2B5EF4-FFF2-40B4-BE49-F238E27FC236}">
                <a16:creationId xmlns:a16="http://schemas.microsoft.com/office/drawing/2014/main" id="{71ACB8D2-8453-214F-5544-4731FD2EED33}"/>
              </a:ext>
            </a:extLst>
          </p:cNvPr>
          <p:cNvSpPr>
            <a:spLocks noGrp="1"/>
          </p:cNvSpPr>
          <p:nvPr>
            <p:ph type="body" sz="quarter" idx="13"/>
          </p:nvPr>
        </p:nvSpPr>
        <p:spPr/>
        <p:txBody>
          <a:bodyPr vert="horz" lIns="0" tIns="0" rIns="182880" bIns="0" rtlCol="0" anchor="t">
            <a:noAutofit/>
          </a:bodyPr>
          <a:lstStyle/>
          <a:p>
            <a:r>
              <a:rPr lang="en-US"/>
              <a:t>A flat file containing claims data that is loaded into Facets</a:t>
            </a:r>
          </a:p>
          <a:p>
            <a:r>
              <a:rPr lang="en-US"/>
              <a:t>An ETL process that takes claims data from EDINET Staging tables and puts them into Facets proprietary format (TriZetto format)</a:t>
            </a:r>
          </a:p>
          <a:p>
            <a:r>
              <a:rPr lang="en-US"/>
              <a:t>Keyword files do not include rejected claims from the 837 files.</a:t>
            </a:r>
          </a:p>
          <a:p>
            <a:r>
              <a:rPr lang="en-US"/>
              <a:t>Keywords are generated from EDINETCLAIM_PROCESS database on EDINET1P and loaded to FACETS through the XC00 Batch job and CLMU loads.</a:t>
            </a:r>
          </a:p>
        </p:txBody>
      </p:sp>
      <p:sp>
        <p:nvSpPr>
          <p:cNvPr id="4" name="Text Placeholder 3">
            <a:extLst>
              <a:ext uri="{FF2B5EF4-FFF2-40B4-BE49-F238E27FC236}">
                <a16:creationId xmlns:a16="http://schemas.microsoft.com/office/drawing/2014/main" id="{39735B1F-2E6D-AA8D-D765-18217716DF34}"/>
              </a:ext>
            </a:extLst>
          </p:cNvPr>
          <p:cNvSpPr>
            <a:spLocks noGrp="1"/>
          </p:cNvSpPr>
          <p:nvPr>
            <p:ph type="body" sz="quarter" idx="14"/>
          </p:nvPr>
        </p:nvSpPr>
        <p:spPr/>
        <p:txBody>
          <a:bodyPr vert="horz" lIns="0" tIns="0" rIns="182880" bIns="0" rtlCol="0" anchor="t">
            <a:noAutofit/>
          </a:bodyPr>
          <a:lstStyle/>
          <a:p>
            <a:r>
              <a:rPr lang="en-US"/>
              <a:t>To check for the number of keywords generated for New Day claims, click on the "Keyword Status" page in the T837/CIRT (PEGA) Dashboard as shown in the next slide.</a:t>
            </a:r>
          </a:p>
          <a:p>
            <a:r>
              <a:rPr lang="en-US"/>
              <a:t>Note: the screenshot may look different than what you may see on your end.</a:t>
            </a:r>
          </a:p>
          <a:p>
            <a:endParaRPr lang="en-US"/>
          </a:p>
        </p:txBody>
      </p:sp>
      <p:sp>
        <p:nvSpPr>
          <p:cNvPr id="5" name="Text Placeholder 4">
            <a:extLst>
              <a:ext uri="{FF2B5EF4-FFF2-40B4-BE49-F238E27FC236}">
                <a16:creationId xmlns:a16="http://schemas.microsoft.com/office/drawing/2014/main" id="{E8466875-C399-19D4-FDF2-B9916ABA4CE4}"/>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34098603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088BA-4AFB-DD0D-BB01-16D1C0CDB1AC}"/>
              </a:ext>
            </a:extLst>
          </p:cNvPr>
          <p:cNvSpPr>
            <a:spLocks noGrp="1"/>
          </p:cNvSpPr>
          <p:nvPr>
            <p:ph type="title"/>
          </p:nvPr>
        </p:nvSpPr>
        <p:spPr/>
        <p:txBody>
          <a:bodyPr/>
          <a:lstStyle/>
          <a:p>
            <a:r>
              <a:rPr lang="en-US"/>
              <a:t>Keyword Status Page</a:t>
            </a:r>
          </a:p>
        </p:txBody>
      </p:sp>
      <p:sp>
        <p:nvSpPr>
          <p:cNvPr id="3" name="Text Placeholder 2">
            <a:extLst>
              <a:ext uri="{FF2B5EF4-FFF2-40B4-BE49-F238E27FC236}">
                <a16:creationId xmlns:a16="http://schemas.microsoft.com/office/drawing/2014/main" id="{E6C54355-B9BE-3847-7564-08C26FE13C82}"/>
              </a:ext>
            </a:extLst>
          </p:cNvPr>
          <p:cNvSpPr>
            <a:spLocks noGrp="1"/>
          </p:cNvSpPr>
          <p:nvPr>
            <p:ph type="body" sz="half" idx="2"/>
          </p:nvPr>
        </p:nvSpPr>
        <p:spPr/>
        <p:txBody>
          <a:bodyPr/>
          <a:lstStyle/>
          <a:p>
            <a:endParaRPr lang="en-US"/>
          </a:p>
        </p:txBody>
      </p:sp>
      <p:pic>
        <p:nvPicPr>
          <p:cNvPr id="4" name="Picture 3" descr="A screenshot of a computer&#10;&#10;Description automatically generated">
            <a:extLst>
              <a:ext uri="{FF2B5EF4-FFF2-40B4-BE49-F238E27FC236}">
                <a16:creationId xmlns:a16="http://schemas.microsoft.com/office/drawing/2014/main" id="{3F9314B0-683A-A009-AC55-7978D18FA3E6}"/>
              </a:ext>
            </a:extLst>
          </p:cNvPr>
          <p:cNvPicPr>
            <a:picLocks noChangeAspect="1"/>
          </p:cNvPicPr>
          <p:nvPr/>
        </p:nvPicPr>
        <p:blipFill>
          <a:blip r:embed="rId2"/>
          <a:stretch>
            <a:fillRect/>
          </a:stretch>
        </p:blipFill>
        <p:spPr>
          <a:xfrm>
            <a:off x="164651" y="1537664"/>
            <a:ext cx="11858760" cy="4059584"/>
          </a:xfrm>
          <a:prstGeom prst="rect">
            <a:avLst/>
          </a:prstGeom>
        </p:spPr>
      </p:pic>
      <p:sp>
        <p:nvSpPr>
          <p:cNvPr id="5" name="Rectangle 4">
            <a:extLst>
              <a:ext uri="{FF2B5EF4-FFF2-40B4-BE49-F238E27FC236}">
                <a16:creationId xmlns:a16="http://schemas.microsoft.com/office/drawing/2014/main" id="{3A1D9AE0-C618-47A8-72C4-F537EFBBDCFE}"/>
              </a:ext>
            </a:extLst>
          </p:cNvPr>
          <p:cNvSpPr/>
          <p:nvPr/>
        </p:nvSpPr>
        <p:spPr>
          <a:xfrm>
            <a:off x="242170" y="2689964"/>
            <a:ext cx="1112728" cy="277661"/>
          </a:xfrm>
          <a:prstGeom prst="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0214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99703F8-6B01-8609-9AF6-5DD988EC8D9E}"/>
              </a:ext>
            </a:extLst>
          </p:cNvPr>
          <p:cNvSpPr>
            <a:spLocks noGrp="1"/>
          </p:cNvSpPr>
          <p:nvPr>
            <p:ph type="title"/>
          </p:nvPr>
        </p:nvSpPr>
        <p:spPr>
          <a:xfrm>
            <a:off x="457200" y="384048"/>
            <a:ext cx="11274552" cy="822960"/>
          </a:xfrm>
        </p:spPr>
        <p:txBody>
          <a:bodyPr/>
          <a:lstStyle/>
          <a:p>
            <a:r>
              <a:rPr lang="en-US"/>
              <a:t>CLA305C &amp; CLA305A – New Day Keywords</a:t>
            </a:r>
          </a:p>
        </p:txBody>
      </p:sp>
      <p:sp>
        <p:nvSpPr>
          <p:cNvPr id="11" name="Content Placeholder 2">
            <a:extLst>
              <a:ext uri="{FF2B5EF4-FFF2-40B4-BE49-F238E27FC236}">
                <a16:creationId xmlns:a16="http://schemas.microsoft.com/office/drawing/2014/main" id="{12F98DE9-63A9-5EA8-391A-735A589F046F}"/>
              </a:ext>
            </a:extLst>
          </p:cNvPr>
          <p:cNvSpPr>
            <a:spLocks noGrp="1"/>
          </p:cNvSpPr>
          <p:nvPr>
            <p:ph sz="quarter" idx="11"/>
          </p:nvPr>
        </p:nvSpPr>
        <p:spPr>
          <a:xfrm>
            <a:off x="457199" y="1691640"/>
            <a:ext cx="5529263" cy="4315460"/>
          </a:xfrm>
        </p:spPr>
        <p:txBody>
          <a:bodyPr vert="horz" lIns="0" tIns="0" rIns="182880" bIns="0" rtlCol="0" anchor="t">
            <a:noAutofit/>
          </a:bodyPr>
          <a:lstStyle/>
          <a:p>
            <a:r>
              <a:rPr lang="en-US"/>
              <a:t>These are the jobs that kick off Informatica processes which generate the keywords.</a:t>
            </a:r>
          </a:p>
          <a:p>
            <a:pPr marL="342900" indent="-342900">
              <a:buFont typeface="Arial" pitchFamily="2" charset="0"/>
              <a:buChar char="•"/>
            </a:pPr>
            <a:r>
              <a:rPr lang="en-US"/>
              <a:t>CLA305C – First New Day Keyword Job</a:t>
            </a:r>
          </a:p>
          <a:p>
            <a:pPr marL="571500" lvl="2" indent="-342900">
              <a:buFont typeface="Wingdings" pitchFamily="2" charset="0"/>
              <a:buChar char="§"/>
            </a:pPr>
            <a:r>
              <a:rPr lang="en-US">
                <a:latin typeface="Elevance Sans Medium"/>
              </a:rPr>
              <a:t>Responsible for generating New Day claims</a:t>
            </a:r>
          </a:p>
          <a:p>
            <a:pPr marL="571500" lvl="2" indent="-342900">
              <a:buFont typeface="Wingdings" pitchFamily="2" charset="0"/>
              <a:buChar char="§"/>
            </a:pPr>
            <a:r>
              <a:rPr lang="en-US">
                <a:latin typeface="Elevance Sans Medium"/>
              </a:rPr>
              <a:t>Starts between 1:30 AM – 6:45 AM</a:t>
            </a:r>
          </a:p>
          <a:p>
            <a:pPr marL="571500" lvl="2" indent="-342900">
              <a:buFont typeface="Wingdings" pitchFamily="2" charset="0"/>
              <a:buChar char="§"/>
            </a:pPr>
            <a:r>
              <a:rPr lang="en-US">
                <a:latin typeface="Elevance Sans Medium"/>
              </a:rPr>
              <a:t>Depends on CLA303A = Completed Normally</a:t>
            </a:r>
          </a:p>
          <a:p>
            <a:endParaRPr lang="en-US">
              <a:latin typeface="Elevance Sans Medium"/>
            </a:endParaRPr>
          </a:p>
        </p:txBody>
      </p:sp>
      <p:sp>
        <p:nvSpPr>
          <p:cNvPr id="13" name="Content Placeholder 3">
            <a:extLst>
              <a:ext uri="{FF2B5EF4-FFF2-40B4-BE49-F238E27FC236}">
                <a16:creationId xmlns:a16="http://schemas.microsoft.com/office/drawing/2014/main" id="{1029D547-4C19-BE91-6485-A5E47A3AA19C}"/>
              </a:ext>
            </a:extLst>
          </p:cNvPr>
          <p:cNvSpPr>
            <a:spLocks noGrp="1"/>
          </p:cNvSpPr>
          <p:nvPr>
            <p:ph sz="quarter" idx="12"/>
          </p:nvPr>
        </p:nvSpPr>
        <p:spPr>
          <a:xfrm>
            <a:off x="6215063" y="1691640"/>
            <a:ext cx="5529263" cy="4315460"/>
          </a:xfrm>
        </p:spPr>
        <p:txBody>
          <a:bodyPr vert="horz" lIns="0" tIns="0" rIns="182880" bIns="0" rtlCol="0" anchor="t">
            <a:noAutofit/>
          </a:bodyPr>
          <a:lstStyle/>
          <a:p>
            <a:pPr marL="342900" indent="-342900">
              <a:buFont typeface="Arial" pitchFamily="2" charset="0"/>
              <a:buChar char="•"/>
            </a:pPr>
            <a:r>
              <a:rPr lang="en-US"/>
              <a:t>CLA305A – New Day Keyword, runs throughout the day</a:t>
            </a:r>
          </a:p>
          <a:p>
            <a:pPr marL="571500" lvl="2" indent="-342900">
              <a:buFont typeface="Wingdings" pitchFamily="2" charset="0"/>
              <a:buChar char="§"/>
            </a:pPr>
            <a:r>
              <a:rPr lang="en-US">
                <a:latin typeface="Elevance Sans Medium"/>
              </a:rPr>
              <a:t>Responsible for generating New Day keywords</a:t>
            </a:r>
          </a:p>
          <a:p>
            <a:pPr marL="571500" lvl="2" indent="-342900">
              <a:buFont typeface="Wingdings" pitchFamily="2" charset="0"/>
              <a:buChar char="§"/>
            </a:pPr>
            <a:r>
              <a:rPr lang="en-US">
                <a:latin typeface="Elevance Sans Medium"/>
              </a:rPr>
              <a:t>Starts between 7:00 AM – 11:30 PM</a:t>
            </a:r>
          </a:p>
          <a:p>
            <a:pPr marL="571500" lvl="2" indent="-342900">
              <a:buFont typeface="Wingdings" pitchFamily="2" charset="0"/>
              <a:buChar char="§"/>
            </a:pPr>
            <a:r>
              <a:rPr lang="en-US">
                <a:latin typeface="Elevance Sans Medium"/>
              </a:rPr>
              <a:t>Depends on CLA305B = Completed Normally</a:t>
            </a:r>
          </a:p>
          <a:p>
            <a:endParaRPr lang="en-US"/>
          </a:p>
        </p:txBody>
      </p:sp>
      <p:sp>
        <p:nvSpPr>
          <p:cNvPr id="15" name="Text Placeholder 4">
            <a:extLst>
              <a:ext uri="{FF2B5EF4-FFF2-40B4-BE49-F238E27FC236}">
                <a16:creationId xmlns:a16="http://schemas.microsoft.com/office/drawing/2014/main" id="{BD7C4E7B-F53D-617F-78B6-EF621168FDCD}"/>
              </a:ext>
            </a:extLst>
          </p:cNvPr>
          <p:cNvSpPr>
            <a:spLocks noGrp="1"/>
          </p:cNvSpPr>
          <p:nvPr>
            <p:ph type="body" sz="half" idx="2"/>
          </p:nvPr>
        </p:nvSpPr>
        <p:spPr>
          <a:xfrm>
            <a:off x="1461052" y="6271591"/>
            <a:ext cx="9321248" cy="300988"/>
          </a:xfrm>
        </p:spPr>
        <p:txBody>
          <a:bodyPr/>
          <a:lstStyle/>
          <a:p>
            <a:endParaRPr lang="en-US"/>
          </a:p>
        </p:txBody>
      </p:sp>
    </p:spTree>
    <p:extLst>
      <p:ext uri="{BB962C8B-B14F-4D97-AF65-F5344CB8AC3E}">
        <p14:creationId xmlns:p14="http://schemas.microsoft.com/office/powerpoint/2010/main" val="16826588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1DEC8-F060-E2DE-9029-C8949DB61690}"/>
              </a:ext>
            </a:extLst>
          </p:cNvPr>
          <p:cNvSpPr>
            <a:spLocks noGrp="1"/>
          </p:cNvSpPr>
          <p:nvPr>
            <p:ph type="title"/>
          </p:nvPr>
        </p:nvSpPr>
        <p:spPr/>
        <p:txBody>
          <a:bodyPr/>
          <a:lstStyle/>
          <a:p>
            <a:r>
              <a:rPr lang="en-US"/>
              <a:t>CLA305B – Recycle Keyword &amp; CLA305D – </a:t>
            </a:r>
            <a:r>
              <a:rPr lang="en-US" err="1"/>
              <a:t>Adhoc</a:t>
            </a:r>
            <a:r>
              <a:rPr lang="en-US"/>
              <a:t> Keyword</a:t>
            </a:r>
          </a:p>
        </p:txBody>
      </p:sp>
      <p:sp>
        <p:nvSpPr>
          <p:cNvPr id="3" name="Text Placeholder 2">
            <a:extLst>
              <a:ext uri="{FF2B5EF4-FFF2-40B4-BE49-F238E27FC236}">
                <a16:creationId xmlns:a16="http://schemas.microsoft.com/office/drawing/2014/main" id="{5FAD4F46-1BDD-2643-9249-CD1E2A73C0DD}"/>
              </a:ext>
            </a:extLst>
          </p:cNvPr>
          <p:cNvSpPr>
            <a:spLocks noGrp="1"/>
          </p:cNvSpPr>
          <p:nvPr>
            <p:ph type="body" sz="quarter" idx="10"/>
          </p:nvPr>
        </p:nvSpPr>
        <p:spPr/>
        <p:txBody>
          <a:bodyPr vert="horz" lIns="0" tIns="0" rIns="0" bIns="0" rtlCol="0" anchor="t">
            <a:noAutofit/>
          </a:bodyPr>
          <a:lstStyle/>
          <a:p>
            <a:r>
              <a:rPr lang="en-US"/>
              <a:t>CLA305B</a:t>
            </a:r>
          </a:p>
          <a:p>
            <a:pPr marL="342900" indent="-342900">
              <a:buFont typeface="Arial" pitchFamily="2" charset="0"/>
              <a:buChar char="•"/>
            </a:pPr>
            <a:r>
              <a:rPr lang="en-US"/>
              <a:t>This Tidal job is responsible for kicking off the Informatica process to generate the keyword for recycle claims.</a:t>
            </a:r>
          </a:p>
          <a:p>
            <a:pPr marL="342900" indent="-342900">
              <a:buFont typeface="Arial" pitchFamily="2" charset="0"/>
              <a:buChar char="•"/>
            </a:pPr>
            <a:r>
              <a:rPr lang="en-US"/>
              <a:t>Time dependency of 6:00AM – 8:30AM</a:t>
            </a:r>
          </a:p>
          <a:p>
            <a:r>
              <a:rPr lang="en-US"/>
              <a:t>CLA305D</a:t>
            </a:r>
          </a:p>
          <a:p>
            <a:pPr marL="342900" indent="-342900">
              <a:buFont typeface="Arial" pitchFamily="2" charset="0"/>
              <a:buChar char="•"/>
            </a:pPr>
            <a:r>
              <a:rPr lang="en-US"/>
              <a:t>Sometimes, we have a need to generate a keyword from a previous day or fix a New Day keyword.</a:t>
            </a:r>
          </a:p>
          <a:p>
            <a:pPr marL="342900" indent="-342900">
              <a:buFont typeface="Arial" pitchFamily="2" charset="0"/>
              <a:buChar char="•"/>
            </a:pPr>
            <a:r>
              <a:rPr lang="en-US"/>
              <a:t>In this case, COPS SME will request this job be inserted into the current day's schedule.</a:t>
            </a:r>
          </a:p>
        </p:txBody>
      </p:sp>
      <p:sp>
        <p:nvSpPr>
          <p:cNvPr id="4" name="Text Placeholder 3">
            <a:extLst>
              <a:ext uri="{FF2B5EF4-FFF2-40B4-BE49-F238E27FC236}">
                <a16:creationId xmlns:a16="http://schemas.microsoft.com/office/drawing/2014/main" id="{B2C87601-184F-9CDD-7005-8B6315E91D16}"/>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13556214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2713C5D3-89B4-AC14-0C47-6F87A71CA2FF}"/>
              </a:ext>
            </a:extLst>
          </p:cNvPr>
          <p:cNvSpPr>
            <a:spLocks noGrp="1"/>
          </p:cNvSpPr>
          <p:nvPr>
            <p:ph type="title"/>
          </p:nvPr>
        </p:nvSpPr>
        <p:spPr>
          <a:xfrm>
            <a:off x="457200" y="384048"/>
            <a:ext cx="11274552" cy="822960"/>
          </a:xfrm>
        </p:spPr>
        <p:txBody>
          <a:bodyPr/>
          <a:lstStyle/>
          <a:p>
            <a:r>
              <a:rPr lang="en-US"/>
              <a:t>CLA002 – the first XC00 Batch Load</a:t>
            </a:r>
          </a:p>
        </p:txBody>
      </p:sp>
      <p:sp>
        <p:nvSpPr>
          <p:cNvPr id="11" name="Text Placeholder 2">
            <a:extLst>
              <a:ext uri="{FF2B5EF4-FFF2-40B4-BE49-F238E27FC236}">
                <a16:creationId xmlns:a16="http://schemas.microsoft.com/office/drawing/2014/main" id="{8AAD8516-F694-7F9F-D6EB-AE40324E27A7}"/>
              </a:ext>
            </a:extLst>
          </p:cNvPr>
          <p:cNvSpPr>
            <a:spLocks noGrp="1"/>
          </p:cNvSpPr>
          <p:nvPr>
            <p:ph type="body" sz="quarter" idx="10"/>
          </p:nvPr>
        </p:nvSpPr>
        <p:spPr>
          <a:xfrm>
            <a:off x="457200" y="1694048"/>
            <a:ext cx="11319164" cy="4313052"/>
          </a:xfrm>
        </p:spPr>
        <p:txBody>
          <a:bodyPr vert="horz" lIns="0" tIns="0" rIns="0" bIns="0" rtlCol="0" anchor="t">
            <a:noAutofit/>
          </a:bodyPr>
          <a:lstStyle/>
          <a:p>
            <a:pPr marL="342900" indent="-342900">
              <a:buFont typeface="Arial" pitchFamily="2" charset="0"/>
              <a:buChar char="•"/>
            </a:pPr>
            <a:r>
              <a:rPr lang="en-US"/>
              <a:t>Starts at 10:30 AM Monday - Friday</a:t>
            </a:r>
          </a:p>
          <a:p>
            <a:pPr marL="342900" indent="-342900">
              <a:buFont typeface="Arial" pitchFamily="2" charset="0"/>
              <a:buChar char="•"/>
            </a:pPr>
            <a:r>
              <a:rPr lang="en-US"/>
              <a:t>Kicks off the process that loads claims from EDINETCLAIM on EDINET1P into FACETS_XC (staging database on FAC1P) by loading keywords.</a:t>
            </a:r>
          </a:p>
          <a:p>
            <a:pPr marL="342900" indent="-342900">
              <a:buFont typeface="Arial" pitchFamily="2" charset="0"/>
              <a:buChar char="•"/>
            </a:pPr>
            <a:r>
              <a:rPr lang="en-US"/>
              <a:t>Loads all keywords generated by CLA305C, CLA305B, and CLA305A by 10:30AM into FACETS_XC</a:t>
            </a:r>
          </a:p>
          <a:p>
            <a:pPr marL="342900" indent="-342900">
              <a:buFont typeface="Arial" pitchFamily="2" charset="0"/>
              <a:buChar char="•"/>
            </a:pPr>
            <a:r>
              <a:rPr lang="en-US"/>
              <a:t>Once this process completes, keywords are staged to be moved into GBD Facets</a:t>
            </a:r>
          </a:p>
          <a:p>
            <a:pPr marL="342900" indent="-342900">
              <a:buFont typeface="Arial" pitchFamily="2" charset="0"/>
              <a:buChar char="•"/>
            </a:pPr>
            <a:r>
              <a:rPr lang="en-US"/>
              <a:t>During and after this load, claims are still being loaded to PEGA by CLA303D, and keywords are still being generated by CLA305A.</a:t>
            </a:r>
          </a:p>
        </p:txBody>
      </p:sp>
      <p:sp>
        <p:nvSpPr>
          <p:cNvPr id="13" name="Text Placeholder 3">
            <a:extLst>
              <a:ext uri="{FF2B5EF4-FFF2-40B4-BE49-F238E27FC236}">
                <a16:creationId xmlns:a16="http://schemas.microsoft.com/office/drawing/2014/main" id="{6973B7F0-1A63-70C6-11F6-13769C57E8DC}"/>
              </a:ext>
            </a:extLst>
          </p:cNvPr>
          <p:cNvSpPr>
            <a:spLocks noGrp="1"/>
          </p:cNvSpPr>
          <p:nvPr>
            <p:ph type="body" sz="half" idx="2"/>
          </p:nvPr>
        </p:nvSpPr>
        <p:spPr>
          <a:xfrm>
            <a:off x="1461052" y="6271591"/>
            <a:ext cx="9321248" cy="300988"/>
          </a:xfrm>
        </p:spPr>
        <p:txBody>
          <a:bodyPr/>
          <a:lstStyle/>
          <a:p>
            <a:endParaRPr lang="en-US"/>
          </a:p>
        </p:txBody>
      </p:sp>
    </p:spTree>
    <p:extLst>
      <p:ext uri="{BB962C8B-B14F-4D97-AF65-F5344CB8AC3E}">
        <p14:creationId xmlns:p14="http://schemas.microsoft.com/office/powerpoint/2010/main" val="13197920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BA117-36B8-EA94-A3A5-98BC08DDC060}"/>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0C65A3F2-7170-4FCD-1000-C2A65F0CB84F}"/>
              </a:ext>
            </a:extLst>
          </p:cNvPr>
          <p:cNvSpPr>
            <a:spLocks noGrp="1"/>
          </p:cNvSpPr>
          <p:nvPr>
            <p:ph type="title"/>
          </p:nvPr>
        </p:nvSpPr>
        <p:spPr>
          <a:xfrm>
            <a:off x="457200" y="384048"/>
            <a:ext cx="11274552" cy="822960"/>
          </a:xfrm>
        </p:spPr>
        <p:txBody>
          <a:bodyPr/>
          <a:lstStyle/>
          <a:p>
            <a:r>
              <a:rPr lang="en-US"/>
              <a:t>CLA002B "The Primary" - CLMU Batch Load</a:t>
            </a:r>
          </a:p>
        </p:txBody>
      </p:sp>
      <p:sp>
        <p:nvSpPr>
          <p:cNvPr id="11" name="Text Placeholder 2">
            <a:extLst>
              <a:ext uri="{FF2B5EF4-FFF2-40B4-BE49-F238E27FC236}">
                <a16:creationId xmlns:a16="http://schemas.microsoft.com/office/drawing/2014/main" id="{442E1C76-9253-22C0-CA87-AAF248F838F1}"/>
              </a:ext>
            </a:extLst>
          </p:cNvPr>
          <p:cNvSpPr>
            <a:spLocks noGrp="1"/>
          </p:cNvSpPr>
          <p:nvPr>
            <p:ph type="body" sz="quarter" idx="10"/>
          </p:nvPr>
        </p:nvSpPr>
        <p:spPr>
          <a:xfrm>
            <a:off x="457200" y="1694048"/>
            <a:ext cx="11319164" cy="4313052"/>
          </a:xfrm>
        </p:spPr>
        <p:txBody>
          <a:bodyPr vert="horz" lIns="0" tIns="0" rIns="0" bIns="0" rtlCol="0" anchor="t">
            <a:noAutofit/>
          </a:bodyPr>
          <a:lstStyle/>
          <a:p>
            <a:pPr marL="342900" indent="-342900">
              <a:buFont typeface="Arial" pitchFamily="2" charset="0"/>
              <a:buChar char="•"/>
            </a:pPr>
            <a:r>
              <a:rPr lang="en-US"/>
              <a:t>Starts at 12:15 PM Monday - Friday</a:t>
            </a:r>
          </a:p>
          <a:p>
            <a:pPr marL="342900" indent="-342900">
              <a:buFont typeface="Arial" pitchFamily="2" charset="0"/>
              <a:buChar char="•"/>
            </a:pPr>
            <a:r>
              <a:rPr lang="en-US"/>
              <a:t>Adjudicates and loads claims from FACETS_XC to GBD Facets</a:t>
            </a:r>
          </a:p>
          <a:p>
            <a:pPr marL="342900" indent="-342900">
              <a:buFont typeface="Arial" pitchFamily="2" charset="0"/>
              <a:buChar char="•"/>
            </a:pPr>
            <a:r>
              <a:rPr lang="en-US"/>
              <a:t>Kicks off the second XC00 Batch load, taking keywords that have been generated since the first XC00 Load (CLA002) at 10:30 AM.</a:t>
            </a:r>
          </a:p>
          <a:p>
            <a:pPr marL="342900" indent="-342900">
              <a:buFont typeface="Arial" pitchFamily="2" charset="0"/>
              <a:buChar char="•"/>
            </a:pPr>
            <a:r>
              <a:rPr lang="en-US"/>
              <a:t>Runs the incremental CLMU Load</a:t>
            </a:r>
          </a:p>
          <a:p>
            <a:pPr marL="571500" lvl="2" indent="-342900">
              <a:buFont typeface="Wingdings" pitchFamily="2" charset="0"/>
              <a:buChar char="§"/>
            </a:pPr>
            <a:r>
              <a:rPr lang="en-US">
                <a:latin typeface="Elevance Sans Medium"/>
              </a:rPr>
              <a:t>Takes all the keywords that have been loaded to FACETS_XC by the two XC00 Loads, adjudicates, and loads the keywords into GBD Facets</a:t>
            </a:r>
          </a:p>
        </p:txBody>
      </p:sp>
      <p:sp>
        <p:nvSpPr>
          <p:cNvPr id="13" name="Text Placeholder 3">
            <a:extLst>
              <a:ext uri="{FF2B5EF4-FFF2-40B4-BE49-F238E27FC236}">
                <a16:creationId xmlns:a16="http://schemas.microsoft.com/office/drawing/2014/main" id="{CA2C4239-9D6C-7D4A-4F16-78439FF559C0}"/>
              </a:ext>
            </a:extLst>
          </p:cNvPr>
          <p:cNvSpPr>
            <a:spLocks noGrp="1"/>
          </p:cNvSpPr>
          <p:nvPr>
            <p:ph type="body" sz="half" idx="2"/>
          </p:nvPr>
        </p:nvSpPr>
        <p:spPr>
          <a:xfrm>
            <a:off x="1461052" y="6271591"/>
            <a:ext cx="9321248" cy="300988"/>
          </a:xfrm>
        </p:spPr>
        <p:txBody>
          <a:bodyPr/>
          <a:lstStyle/>
          <a:p>
            <a:endParaRPr lang="en-US"/>
          </a:p>
        </p:txBody>
      </p:sp>
    </p:spTree>
    <p:extLst>
      <p:ext uri="{BB962C8B-B14F-4D97-AF65-F5344CB8AC3E}">
        <p14:creationId xmlns:p14="http://schemas.microsoft.com/office/powerpoint/2010/main" val="18050336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DD06D-A9D3-BE8D-2BD8-FFC63994EEAC}"/>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08BDDD4-1FD0-44AD-AA36-1740A300756E}"/>
              </a:ext>
            </a:extLst>
          </p:cNvPr>
          <p:cNvSpPr>
            <a:spLocks noGrp="1"/>
          </p:cNvSpPr>
          <p:nvPr>
            <p:ph type="title"/>
          </p:nvPr>
        </p:nvSpPr>
        <p:spPr>
          <a:xfrm>
            <a:off x="457200" y="384048"/>
            <a:ext cx="11274552" cy="822960"/>
          </a:xfrm>
        </p:spPr>
        <p:txBody>
          <a:bodyPr/>
          <a:lstStyle/>
          <a:p>
            <a:r>
              <a:rPr lang="en-US"/>
              <a:t>CLA004A – third and final XC00 Batch Load</a:t>
            </a:r>
          </a:p>
        </p:txBody>
      </p:sp>
      <p:sp>
        <p:nvSpPr>
          <p:cNvPr id="11" name="Text Placeholder 2">
            <a:extLst>
              <a:ext uri="{FF2B5EF4-FFF2-40B4-BE49-F238E27FC236}">
                <a16:creationId xmlns:a16="http://schemas.microsoft.com/office/drawing/2014/main" id="{51831DE2-2613-2DEE-E622-0E1FED7787BE}"/>
              </a:ext>
            </a:extLst>
          </p:cNvPr>
          <p:cNvSpPr>
            <a:spLocks noGrp="1"/>
          </p:cNvSpPr>
          <p:nvPr>
            <p:ph type="body" sz="quarter" idx="10"/>
          </p:nvPr>
        </p:nvSpPr>
        <p:spPr>
          <a:xfrm>
            <a:off x="457200" y="1694048"/>
            <a:ext cx="11319164" cy="4313052"/>
          </a:xfrm>
        </p:spPr>
        <p:txBody>
          <a:bodyPr vert="horz" lIns="0" tIns="0" rIns="0" bIns="0" rtlCol="0" anchor="t">
            <a:noAutofit/>
          </a:bodyPr>
          <a:lstStyle/>
          <a:p>
            <a:pPr marL="342900" indent="-342900">
              <a:buFont typeface="Arial" pitchFamily="2" charset="0"/>
              <a:buChar char="•"/>
            </a:pPr>
            <a:r>
              <a:rPr lang="en-US"/>
              <a:t>Starts at 8:00 PM Monday - Saturday</a:t>
            </a:r>
          </a:p>
          <a:p>
            <a:pPr marL="342900" indent="-342900">
              <a:buFont typeface="Arial" pitchFamily="2" charset="0"/>
              <a:buChar char="•"/>
            </a:pPr>
            <a:r>
              <a:rPr lang="en-US"/>
              <a:t>Kicks off the third and final XC00 Batch load, taking keywords that have been generated since the second XC00 Batch Load (CLA002B) at 12:15 PM.</a:t>
            </a:r>
          </a:p>
          <a:p>
            <a:pPr marL="342900" indent="-342900">
              <a:buFont typeface="Arial" pitchFamily="2" charset="0"/>
              <a:buChar char="•"/>
            </a:pPr>
            <a:r>
              <a:rPr lang="en-US">
                <a:latin typeface="Elevance Sans Medium"/>
              </a:rPr>
              <a:t>Does the same thing as CLA002</a:t>
            </a:r>
          </a:p>
        </p:txBody>
      </p:sp>
      <p:sp>
        <p:nvSpPr>
          <p:cNvPr id="13" name="Text Placeholder 3">
            <a:extLst>
              <a:ext uri="{FF2B5EF4-FFF2-40B4-BE49-F238E27FC236}">
                <a16:creationId xmlns:a16="http://schemas.microsoft.com/office/drawing/2014/main" id="{E0B9624E-9D49-9799-B5D8-7DF9CBDE321F}"/>
              </a:ext>
            </a:extLst>
          </p:cNvPr>
          <p:cNvSpPr>
            <a:spLocks noGrp="1"/>
          </p:cNvSpPr>
          <p:nvPr>
            <p:ph type="body" sz="half" idx="2"/>
          </p:nvPr>
        </p:nvSpPr>
        <p:spPr>
          <a:xfrm>
            <a:off x="1461052" y="6271591"/>
            <a:ext cx="9321248" cy="300988"/>
          </a:xfrm>
        </p:spPr>
        <p:txBody>
          <a:bodyPr/>
          <a:lstStyle/>
          <a:p>
            <a:endParaRPr lang="en-US"/>
          </a:p>
        </p:txBody>
      </p:sp>
    </p:spTree>
    <p:extLst>
      <p:ext uri="{BB962C8B-B14F-4D97-AF65-F5344CB8AC3E}">
        <p14:creationId xmlns:p14="http://schemas.microsoft.com/office/powerpoint/2010/main" val="526803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B8647-855F-4271-089F-1C76C7934BBF}"/>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28322692-B529-99DB-AF37-A9A2BC09079F}"/>
              </a:ext>
            </a:extLst>
          </p:cNvPr>
          <p:cNvSpPr>
            <a:spLocks noGrp="1"/>
          </p:cNvSpPr>
          <p:nvPr>
            <p:ph type="title"/>
          </p:nvPr>
        </p:nvSpPr>
        <p:spPr>
          <a:xfrm>
            <a:off x="457200" y="384048"/>
            <a:ext cx="11274552" cy="822960"/>
          </a:xfrm>
        </p:spPr>
        <p:txBody>
          <a:bodyPr/>
          <a:lstStyle/>
          <a:p>
            <a:r>
              <a:rPr lang="en-US"/>
              <a:t>CLA005 "The Cleanup" - CLMU Batch Load</a:t>
            </a:r>
          </a:p>
        </p:txBody>
      </p:sp>
      <p:sp>
        <p:nvSpPr>
          <p:cNvPr id="11" name="Text Placeholder 2">
            <a:extLst>
              <a:ext uri="{FF2B5EF4-FFF2-40B4-BE49-F238E27FC236}">
                <a16:creationId xmlns:a16="http://schemas.microsoft.com/office/drawing/2014/main" id="{029A8D1D-CC9A-6208-9233-1F03A525E9AA}"/>
              </a:ext>
            </a:extLst>
          </p:cNvPr>
          <p:cNvSpPr>
            <a:spLocks noGrp="1"/>
          </p:cNvSpPr>
          <p:nvPr>
            <p:ph type="body" sz="quarter" idx="10"/>
          </p:nvPr>
        </p:nvSpPr>
        <p:spPr>
          <a:xfrm>
            <a:off x="457200" y="1694048"/>
            <a:ext cx="11319164" cy="4313052"/>
          </a:xfrm>
        </p:spPr>
        <p:txBody>
          <a:bodyPr vert="horz" lIns="0" tIns="0" rIns="0" bIns="0" rtlCol="0" anchor="t">
            <a:noAutofit/>
          </a:bodyPr>
          <a:lstStyle/>
          <a:p>
            <a:pPr marL="342900" indent="-342900">
              <a:buFont typeface="Arial" pitchFamily="2" charset="0"/>
              <a:buChar char="•"/>
            </a:pPr>
            <a:r>
              <a:rPr lang="en-US"/>
              <a:t>Scheduled for 6:45PM Monday – Friday</a:t>
            </a:r>
          </a:p>
          <a:p>
            <a:pPr marL="342900" indent="-342900">
              <a:buFont typeface="Arial" pitchFamily="2" charset="0"/>
              <a:buChar char="•"/>
            </a:pPr>
            <a:r>
              <a:rPr lang="en-US"/>
              <a:t>Adjudicates and loads pended claims from previous days into GBD Facets, then adjudicates and loads claims from FACETS_XC (claims loaded via CLA004A) to GBD Facets</a:t>
            </a:r>
          </a:p>
          <a:p>
            <a:pPr marL="342900" indent="-342900">
              <a:buFont typeface="Arial" pitchFamily="2" charset="0"/>
              <a:buChar char="•"/>
            </a:pPr>
            <a:r>
              <a:rPr lang="en-US"/>
              <a:t>This job has many more steps than that of CLA002B, and it will be reviewed in detail later.</a:t>
            </a:r>
          </a:p>
        </p:txBody>
      </p:sp>
      <p:sp>
        <p:nvSpPr>
          <p:cNvPr id="13" name="Text Placeholder 3">
            <a:extLst>
              <a:ext uri="{FF2B5EF4-FFF2-40B4-BE49-F238E27FC236}">
                <a16:creationId xmlns:a16="http://schemas.microsoft.com/office/drawing/2014/main" id="{7DD57A57-9DB3-C787-8112-4B117AFD320F}"/>
              </a:ext>
            </a:extLst>
          </p:cNvPr>
          <p:cNvSpPr>
            <a:spLocks noGrp="1"/>
          </p:cNvSpPr>
          <p:nvPr>
            <p:ph type="body" sz="half" idx="2"/>
          </p:nvPr>
        </p:nvSpPr>
        <p:spPr>
          <a:xfrm>
            <a:off x="1461052" y="6271591"/>
            <a:ext cx="9321248" cy="300988"/>
          </a:xfrm>
        </p:spPr>
        <p:txBody>
          <a:bodyPr/>
          <a:lstStyle/>
          <a:p>
            <a:endParaRPr lang="en-US"/>
          </a:p>
        </p:txBody>
      </p:sp>
    </p:spTree>
    <p:extLst>
      <p:ext uri="{BB962C8B-B14F-4D97-AF65-F5344CB8AC3E}">
        <p14:creationId xmlns:p14="http://schemas.microsoft.com/office/powerpoint/2010/main" val="2019760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3179E-0EE7-1F98-3A3F-4A63DB0D5F7A}"/>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ECBBE085-29A2-38CE-C3D9-163C54D3A26C}"/>
              </a:ext>
            </a:extLst>
          </p:cNvPr>
          <p:cNvSpPr>
            <a:spLocks noGrp="1"/>
          </p:cNvSpPr>
          <p:nvPr>
            <p:ph type="title"/>
          </p:nvPr>
        </p:nvSpPr>
        <p:spPr>
          <a:xfrm>
            <a:off x="457200" y="384048"/>
            <a:ext cx="11274552" cy="822960"/>
          </a:xfrm>
        </p:spPr>
        <p:txBody>
          <a:bodyPr/>
          <a:lstStyle/>
          <a:p>
            <a:r>
              <a:rPr lang="en-US"/>
              <a:t>CLA015 "The Cleanup" - CLMU Weekend Cleanup</a:t>
            </a:r>
          </a:p>
        </p:txBody>
      </p:sp>
      <p:sp>
        <p:nvSpPr>
          <p:cNvPr id="11" name="Text Placeholder 2">
            <a:extLst>
              <a:ext uri="{FF2B5EF4-FFF2-40B4-BE49-F238E27FC236}">
                <a16:creationId xmlns:a16="http://schemas.microsoft.com/office/drawing/2014/main" id="{1A64B615-22EF-C233-5D65-069CB9D9CA21}"/>
              </a:ext>
            </a:extLst>
          </p:cNvPr>
          <p:cNvSpPr>
            <a:spLocks noGrp="1"/>
          </p:cNvSpPr>
          <p:nvPr>
            <p:ph type="body" sz="quarter" idx="10"/>
          </p:nvPr>
        </p:nvSpPr>
        <p:spPr>
          <a:xfrm>
            <a:off x="457200" y="1714924"/>
            <a:ext cx="11319164" cy="1891355"/>
          </a:xfrm>
        </p:spPr>
        <p:txBody>
          <a:bodyPr vert="horz" lIns="0" tIns="0" rIns="0" bIns="0" rtlCol="0" anchor="t">
            <a:noAutofit/>
          </a:bodyPr>
          <a:lstStyle/>
          <a:p>
            <a:pPr marL="342900" indent="-342900">
              <a:buFont typeface="Arial" pitchFamily="2" charset="0"/>
              <a:buChar char="•"/>
            </a:pPr>
            <a:r>
              <a:rPr lang="en-US"/>
              <a:t>Scheduled for 7:00PM Saturday &amp; Sunday</a:t>
            </a:r>
          </a:p>
          <a:p>
            <a:pPr marL="342900" indent="-342900">
              <a:buFont typeface="Arial" pitchFamily="2" charset="0"/>
              <a:buChar char="•"/>
            </a:pPr>
            <a:r>
              <a:rPr lang="en-US"/>
              <a:t>Cannot run during deployments/maintenances occurring on Saturday and Sunday</a:t>
            </a:r>
          </a:p>
          <a:p>
            <a:pPr marL="342900" indent="-342900">
              <a:buFont typeface="Arial" pitchFamily="2" charset="0"/>
              <a:buChar char="•"/>
            </a:pPr>
            <a:r>
              <a:rPr lang="en-US"/>
              <a:t>Adjudicates and loads pended claims from previous days into GBD Facets, then adjudicates and loads claims from FACETS_XC (claims loaded via CLA004A) to GBD Facets</a:t>
            </a:r>
          </a:p>
          <a:p>
            <a:endParaRPr lang="en-US">
              <a:solidFill>
                <a:schemeClr val="accent6">
                  <a:lumMod val="75000"/>
                </a:schemeClr>
              </a:solidFill>
            </a:endParaRPr>
          </a:p>
        </p:txBody>
      </p:sp>
      <p:sp>
        <p:nvSpPr>
          <p:cNvPr id="13" name="Text Placeholder 3">
            <a:extLst>
              <a:ext uri="{FF2B5EF4-FFF2-40B4-BE49-F238E27FC236}">
                <a16:creationId xmlns:a16="http://schemas.microsoft.com/office/drawing/2014/main" id="{8899EC86-C309-EC94-3CE6-C6B1AD17DA2F}"/>
              </a:ext>
            </a:extLst>
          </p:cNvPr>
          <p:cNvSpPr>
            <a:spLocks noGrp="1"/>
          </p:cNvSpPr>
          <p:nvPr>
            <p:ph type="body" sz="half" idx="2"/>
          </p:nvPr>
        </p:nvSpPr>
        <p:spPr>
          <a:xfrm>
            <a:off x="1461052" y="6271591"/>
            <a:ext cx="9321248" cy="300988"/>
          </a:xfrm>
        </p:spPr>
        <p:txBody>
          <a:bodyPr/>
          <a:lstStyle/>
          <a:p>
            <a:endParaRPr lang="en-US"/>
          </a:p>
        </p:txBody>
      </p:sp>
      <p:pic>
        <p:nvPicPr>
          <p:cNvPr id="3" name="Graphic 2">
            <a:extLst>
              <a:ext uri="{FF2B5EF4-FFF2-40B4-BE49-F238E27FC236}">
                <a16:creationId xmlns:a16="http://schemas.microsoft.com/office/drawing/2014/main" id="{29D00D92-0768-A584-4CAB-D8C53FB6E3A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61523" y="4451139"/>
            <a:ext cx="822960" cy="822960"/>
          </a:xfrm>
          <a:prstGeom prst="rect">
            <a:avLst/>
          </a:prstGeom>
        </p:spPr>
      </p:pic>
      <p:sp>
        <p:nvSpPr>
          <p:cNvPr id="4" name="TextBox 3">
            <a:extLst>
              <a:ext uri="{FF2B5EF4-FFF2-40B4-BE49-F238E27FC236}">
                <a16:creationId xmlns:a16="http://schemas.microsoft.com/office/drawing/2014/main" id="{C780FAB7-CFFD-E269-B108-4EFF073CA127}"/>
              </a:ext>
            </a:extLst>
          </p:cNvPr>
          <p:cNvSpPr txBox="1"/>
          <p:nvPr/>
        </p:nvSpPr>
        <p:spPr>
          <a:xfrm>
            <a:off x="2511468" y="4557386"/>
            <a:ext cx="7217116" cy="6155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000">
                <a:solidFill>
                  <a:srgbClr val="008C8B"/>
                </a:solidFill>
                <a:latin typeface="Elevance Sans Medium"/>
              </a:rPr>
              <a:t>Does the same thing as CLA005, just on Saturday and Sunday. CLA005 does NOT run on the weekends.</a:t>
            </a:r>
            <a:endParaRPr lang="en-US"/>
          </a:p>
        </p:txBody>
      </p:sp>
    </p:spTree>
    <p:extLst>
      <p:ext uri="{BB962C8B-B14F-4D97-AF65-F5344CB8AC3E}">
        <p14:creationId xmlns:p14="http://schemas.microsoft.com/office/powerpoint/2010/main" val="168646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4DC5C-E2A0-84EE-4CC9-BE9775A3F9B8}"/>
              </a:ext>
            </a:extLst>
          </p:cNvPr>
          <p:cNvSpPr>
            <a:spLocks noGrp="1"/>
          </p:cNvSpPr>
          <p:nvPr>
            <p:ph type="title"/>
          </p:nvPr>
        </p:nvSpPr>
        <p:spPr/>
        <p:txBody>
          <a:bodyPr/>
          <a:lstStyle/>
          <a:p>
            <a:r>
              <a:rPr lang="en-US"/>
              <a:t>CPC009A, B, and C - CKMM</a:t>
            </a:r>
          </a:p>
        </p:txBody>
      </p:sp>
      <p:sp>
        <p:nvSpPr>
          <p:cNvPr id="3" name="Text Placeholder 2">
            <a:extLst>
              <a:ext uri="{FF2B5EF4-FFF2-40B4-BE49-F238E27FC236}">
                <a16:creationId xmlns:a16="http://schemas.microsoft.com/office/drawing/2014/main" id="{991F8791-BF6D-BAF5-F6F2-375FA2C171FF}"/>
              </a:ext>
            </a:extLst>
          </p:cNvPr>
          <p:cNvSpPr>
            <a:spLocks noGrp="1"/>
          </p:cNvSpPr>
          <p:nvPr>
            <p:ph type="body" sz="quarter" idx="10"/>
          </p:nvPr>
        </p:nvSpPr>
        <p:spPr/>
        <p:txBody>
          <a:bodyPr vert="horz" lIns="0" tIns="0" rIns="0" bIns="0" rtlCol="0" anchor="t">
            <a:noAutofit/>
          </a:bodyPr>
          <a:lstStyle/>
          <a:p>
            <a:r>
              <a:rPr lang="en-US"/>
              <a:t>Responsible for kicking off payment processing</a:t>
            </a:r>
          </a:p>
          <a:p>
            <a:r>
              <a:rPr lang="en-US"/>
              <a:t>CPC009A – Weekday CKMM job (M-F)</a:t>
            </a:r>
          </a:p>
          <a:p>
            <a:r>
              <a:rPr lang="en-US"/>
              <a:t>CPC009B – Saturday CKMM job</a:t>
            </a:r>
          </a:p>
          <a:p>
            <a:r>
              <a:rPr lang="en-US"/>
              <a:t>CPC009C – </a:t>
            </a:r>
            <a:r>
              <a:rPr lang="en-US" err="1"/>
              <a:t>Adhoc</a:t>
            </a:r>
            <a:r>
              <a:rPr lang="en-US"/>
              <a:t> CKMM job (only inserted into schedule as needed)</a:t>
            </a:r>
          </a:p>
          <a:p>
            <a:r>
              <a:rPr lang="en-US"/>
              <a:t>CLA005 (Cleanup) should be killed to allow the payment job to run.</a:t>
            </a:r>
          </a:p>
          <a:p>
            <a:pPr marL="342900" indent="-342900">
              <a:buFont typeface="Arial" pitchFamily="2" charset="0"/>
              <a:buChar char="•"/>
            </a:pPr>
            <a:r>
              <a:rPr lang="en-US"/>
              <a:t>Note: we care more about making the day's payments on the claims we've loaded rather than having the claims delayed by one day in getting loaded to Facets</a:t>
            </a:r>
          </a:p>
        </p:txBody>
      </p:sp>
      <p:sp>
        <p:nvSpPr>
          <p:cNvPr id="4" name="Text Placeholder 3">
            <a:extLst>
              <a:ext uri="{FF2B5EF4-FFF2-40B4-BE49-F238E27FC236}">
                <a16:creationId xmlns:a16="http://schemas.microsoft.com/office/drawing/2014/main" id="{E4FC5471-23EC-FE20-3468-ED0BDB6F73A7}"/>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2256464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E0DFF-AD7A-779B-B4AC-F224CE13BCCB}"/>
            </a:ext>
          </a:extLst>
        </p:cNvPr>
        <p:cNvGrpSpPr/>
        <p:nvPr/>
      </p:nvGrpSpPr>
      <p:grpSpPr>
        <a:xfrm>
          <a:off x="0" y="0"/>
          <a:ext cx="0" cy="0"/>
          <a:chOff x="0" y="0"/>
          <a:chExt cx="0" cy="0"/>
        </a:xfrm>
      </p:grpSpPr>
      <p:pic>
        <p:nvPicPr>
          <p:cNvPr id="2" name="Picture 1" descr="A diagram of a schedule&#10;&#10;Description automatically generated">
            <a:extLst>
              <a:ext uri="{FF2B5EF4-FFF2-40B4-BE49-F238E27FC236}">
                <a16:creationId xmlns:a16="http://schemas.microsoft.com/office/drawing/2014/main" id="{9E714D36-7341-1971-19E3-1A06AE671473}"/>
              </a:ext>
            </a:extLst>
          </p:cNvPr>
          <p:cNvPicPr>
            <a:picLocks noChangeAspect="1"/>
          </p:cNvPicPr>
          <p:nvPr/>
        </p:nvPicPr>
        <p:blipFill>
          <a:blip r:embed="rId2"/>
          <a:stretch>
            <a:fillRect/>
          </a:stretch>
        </p:blipFill>
        <p:spPr>
          <a:xfrm>
            <a:off x="-57882" y="2565"/>
            <a:ext cx="12249149" cy="6852871"/>
          </a:xfrm>
          <a:prstGeom prst="rect">
            <a:avLst/>
          </a:prstGeom>
        </p:spPr>
      </p:pic>
    </p:spTree>
    <p:extLst>
      <p:ext uri="{BB962C8B-B14F-4D97-AF65-F5344CB8AC3E}">
        <p14:creationId xmlns:p14="http://schemas.microsoft.com/office/powerpoint/2010/main" val="35729293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1681D8D-6790-C4F6-6557-3671E89DBECF}"/>
              </a:ext>
            </a:extLst>
          </p:cNvPr>
          <p:cNvSpPr>
            <a:spLocks noGrp="1"/>
          </p:cNvSpPr>
          <p:nvPr>
            <p:ph type="body" sz="half" idx="2"/>
          </p:nvPr>
        </p:nvSpPr>
        <p:spPr/>
        <p:txBody>
          <a:bodyPr/>
          <a:lstStyle/>
          <a:p>
            <a:endParaRPr lang="en-US"/>
          </a:p>
        </p:txBody>
      </p:sp>
      <p:pic>
        <p:nvPicPr>
          <p:cNvPr id="2" name="Picture 1" descr="A diagram of a work flow&#10;&#10;Description automatically generated">
            <a:extLst>
              <a:ext uri="{FF2B5EF4-FFF2-40B4-BE49-F238E27FC236}">
                <a16:creationId xmlns:a16="http://schemas.microsoft.com/office/drawing/2014/main" id="{01F67517-7711-E53E-CE58-601E8E505859}"/>
              </a:ext>
            </a:extLst>
          </p:cNvPr>
          <p:cNvPicPr>
            <a:picLocks noChangeAspect="1"/>
          </p:cNvPicPr>
          <p:nvPr/>
        </p:nvPicPr>
        <p:blipFill>
          <a:blip r:embed="rId2"/>
          <a:stretch>
            <a:fillRect/>
          </a:stretch>
        </p:blipFill>
        <p:spPr>
          <a:xfrm>
            <a:off x="-3297" y="2564"/>
            <a:ext cx="12198594" cy="6852872"/>
          </a:xfrm>
          <a:prstGeom prst="rect">
            <a:avLst/>
          </a:prstGeom>
        </p:spPr>
      </p:pic>
    </p:spTree>
    <p:extLst>
      <p:ext uri="{BB962C8B-B14F-4D97-AF65-F5344CB8AC3E}">
        <p14:creationId xmlns:p14="http://schemas.microsoft.com/office/powerpoint/2010/main" val="2043626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32340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Elevance Health">
  <a:themeElements>
    <a:clrScheme name="Elevance">
      <a:dk1>
        <a:srgbClr val="1A3673"/>
      </a:dk1>
      <a:lt1>
        <a:srgbClr val="FFFFFF"/>
      </a:lt1>
      <a:dk2>
        <a:srgbClr val="202020"/>
      </a:dk2>
      <a:lt2>
        <a:srgbClr val="E1EDFF"/>
      </a:lt2>
      <a:accent1>
        <a:srgbClr val="1A3673"/>
      </a:accent1>
      <a:accent2>
        <a:srgbClr val="2861BB"/>
      </a:accent2>
      <a:accent3>
        <a:srgbClr val="E1EDFF"/>
      </a:accent3>
      <a:accent4>
        <a:srgbClr val="44B8F3"/>
      </a:accent4>
      <a:accent5>
        <a:srgbClr val="E3715F"/>
      </a:accent5>
      <a:accent6>
        <a:srgbClr val="00BBBA"/>
      </a:accent6>
      <a:hlink>
        <a:srgbClr val="0F61FE"/>
      </a:hlink>
      <a:folHlink>
        <a:srgbClr val="7030A0"/>
      </a:folHlink>
    </a:clrScheme>
    <a:fontScheme name="Elevance">
      <a:majorFont>
        <a:latin typeface="Elevance Sans Medium"/>
        <a:ea typeface=""/>
        <a:cs typeface=""/>
      </a:majorFont>
      <a:minorFont>
        <a:latin typeface="Elevanc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dirty="0" smtClean="0">
            <a:solidFill>
              <a:schemeClr val="tx2"/>
            </a:solidFill>
          </a:defRPr>
        </a:defPPr>
      </a:lstStyle>
    </a:txDef>
  </a:objectDefaults>
  <a:extraClrSchemeLst/>
  <a:custClrLst>
    <a:custClr name="Navy">
      <a:srgbClr val="1A3673"/>
    </a:custClr>
    <a:custClr name="Medium Navy">
      <a:srgbClr val="2861BB"/>
    </a:custClr>
    <a:custClr name="Light Navy">
      <a:srgbClr val="6A97DF"/>
    </a:custClr>
    <a:custClr name="Pale Navy">
      <a:srgbClr val="E1EDFF"/>
    </a:custClr>
    <a:custClr name="White">
      <a:srgbClr val="FFFFFF"/>
    </a:custClr>
    <a:custClr name="Cyan">
      <a:srgbClr val="44B8F3"/>
    </a:custClr>
    <a:custClr name="Medium Cyan">
      <a:srgbClr val="8FD4F8"/>
    </a:custClr>
    <a:custClr name="Light Cyan">
      <a:srgbClr val="C7EAFB"/>
    </a:custClr>
    <a:custClr name="Pale Cyan">
      <a:srgbClr val="E3F4FD"/>
    </a:custClr>
    <a:custClr name="White">
      <a:srgbClr val="FFFFFF"/>
    </a:custClr>
    <a:custClr name="Turquoise">
      <a:srgbClr val="00BBBA"/>
    </a:custClr>
    <a:custClr name="Medium Turquoise">
      <a:srgbClr val="66D6D6"/>
    </a:custClr>
    <a:custClr name="Light Turquoise">
      <a:srgbClr val="B2EBEA"/>
    </a:custClr>
    <a:custClr name="Pale Turquoise">
      <a:srgbClr val="D9F5F5"/>
    </a:custClr>
    <a:custClr name="White">
      <a:srgbClr val="FFFFFF"/>
    </a:custClr>
    <a:custClr name="Terra Cotta">
      <a:srgbClr val="E3725F"/>
    </a:custClr>
    <a:custClr name="Medium Terra Cotta">
      <a:srgbClr val="EEAA9F"/>
    </a:custClr>
    <a:custClr name="Light Terra Cotta">
      <a:srgbClr val="F7D5CF"/>
    </a:custClr>
    <a:custClr name="Pale Terra Cotta">
      <a:srgbClr val="FBEAE7"/>
    </a:custClr>
    <a:custClr name="White">
      <a:srgbClr val="FFFFFF"/>
    </a:custClr>
  </a:custClrLst>
  <a:extLst>
    <a:ext uri="{05A4C25C-085E-4340-85A3-A5531E510DB2}">
      <thm15:themeFamily xmlns:thm15="http://schemas.microsoft.com/office/thememl/2012/main" name="Presentation2" id="{139272F1-19D9-3C42-A6BD-61FACC75DA9B}" vid="{E340756A-ECE5-404C-A065-135F797062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Elevance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Elevance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7209AA1A61D7B408C081C69C51E2085" ma:contentTypeVersion="3" ma:contentTypeDescription="Create a new document." ma:contentTypeScope="" ma:versionID="bc4c9b19d9411df4d1a389b1cfc745d5">
  <xsd:schema xmlns:xsd="http://www.w3.org/2001/XMLSchema" xmlns:xs="http://www.w3.org/2001/XMLSchema" xmlns:p="http://schemas.microsoft.com/office/2006/metadata/properties" xmlns:ns2="cbf536b3-8232-4782-9373-d2bddd2adf02" targetNamespace="http://schemas.microsoft.com/office/2006/metadata/properties" ma:root="true" ma:fieldsID="f4733d3a710627b16621a679d5a7d0a2" ns2:_="">
    <xsd:import namespace="cbf536b3-8232-4782-9373-d2bddd2adf02"/>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bf536b3-8232-4782-9373-d2bddd2adf0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F9AD162-684E-4BE5-AF8F-CB73B28CA16A}">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454D1222-D3B8-48CB-AF09-2D83D647C029}">
  <ds:schemaRefs>
    <ds:schemaRef ds:uri="cbf536b3-8232-4782-9373-d2bddd2adf0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C49C6B2-B7F4-49AA-BE9D-B3D89FE35E0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22</Slides>
  <Notes>0</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Elevance Health</vt:lpstr>
      <vt:lpstr>COPS Training – Tidal Jobs</vt:lpstr>
      <vt:lpstr>New Terminology</vt:lpstr>
      <vt:lpstr>Previously</vt:lpstr>
      <vt:lpstr>CLA303B INBOUND PROCESSING </vt:lpstr>
      <vt:lpstr>An Overview with Tidal Jobs</vt:lpstr>
      <vt:lpstr>The path of the 837 file through OTVM </vt:lpstr>
      <vt:lpstr>OTVM Statuses</vt:lpstr>
      <vt:lpstr>PEGA Load- New Day and Recycle Claims </vt:lpstr>
      <vt:lpstr>CLA303D, CLA303E, CLA301B – PEGA Load </vt:lpstr>
      <vt:lpstr>Keywords</vt:lpstr>
      <vt:lpstr>Keyword Status Page</vt:lpstr>
      <vt:lpstr>CLA305C &amp; CLA305A – New Day Keywords</vt:lpstr>
      <vt:lpstr>CLA305B – Recycle Keyword &amp; CLA305D – Adhoc Keyword</vt:lpstr>
      <vt:lpstr>CLA002 – the first XC00 Batch Load</vt:lpstr>
      <vt:lpstr>CLA002B "The Primary" - CLMU Batch Load</vt:lpstr>
      <vt:lpstr>CLA004A – third and final XC00 Batch Load</vt:lpstr>
      <vt:lpstr>CLA005 "The Cleanup" - CLMU Batch Load</vt:lpstr>
      <vt:lpstr>CLA015 "The Cleanup" - CLMU Weekend Cleanup</vt:lpstr>
      <vt:lpstr>CPC009A, B, and C - CKMM</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Our Presentation  Template</dc:title>
  <dc:creator/>
  <cp:revision>2</cp:revision>
  <dcterms:created xsi:type="dcterms:W3CDTF">2023-12-12T18:47:52Z</dcterms:created>
  <dcterms:modified xsi:type="dcterms:W3CDTF">2024-01-03T16:39:43Z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0x01010007209AA1A61D7B408C081C69C51E2085</vt:lpwstr>
  </property>
</Properties>
</file>