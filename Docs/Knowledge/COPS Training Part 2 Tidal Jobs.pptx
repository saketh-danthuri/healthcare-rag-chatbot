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75" r:id="rId2"/>
  </p:sldMasterIdLst>
  <p:sldIdLst>
    <p:sldId id="256" r:id="rId3"/>
    <p:sldId id="273" r:id="rId4"/>
    <p:sldId id="274" r:id="rId5"/>
    <p:sldId id="272" r:id="rId6"/>
    <p:sldId id="275" r:id="rId7"/>
    <p:sldId id="284" r:id="rId8"/>
    <p:sldId id="283" r:id="rId9"/>
    <p:sldId id="278" r:id="rId10"/>
    <p:sldId id="276" r:id="rId11"/>
    <p:sldId id="280" r:id="rId12"/>
    <p:sldId id="277" r:id="rId13"/>
    <p:sldId id="258" r:id="rId14"/>
    <p:sldId id="259" r:id="rId15"/>
    <p:sldId id="263" r:id="rId16"/>
    <p:sldId id="262" r:id="rId17"/>
    <p:sldId id="279" r:id="rId18"/>
    <p:sldId id="260" r:id="rId19"/>
    <p:sldId id="269" r:id="rId20"/>
    <p:sldId id="281"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FF"/>
    <a:srgbClr val="BA8CDC"/>
    <a:srgbClr val="BDD7EE"/>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18345C4-0747-4C06-85BE-D3134E605A85}" v="46" dt="2022-02-17T19:44:57.68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4" d="100"/>
          <a:sy n="114" d="100"/>
        </p:scale>
        <p:origin x="47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microsoft.com/office/2016/11/relationships/changesInfo" Target="changesInfos/changesInfo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rick, Rissa" userId="9ebf8891-a6d6-4481-9472-9e650503fffd" providerId="ADAL" clId="{5B4D77E9-E58C-4718-994E-DC8FAD2BBAD5}"/>
    <pc:docChg chg="modSld">
      <pc:chgData name="Rarick, Rissa" userId="9ebf8891-a6d6-4481-9472-9e650503fffd" providerId="ADAL" clId="{5B4D77E9-E58C-4718-994E-DC8FAD2BBAD5}" dt="2021-12-28T14:55:07.164" v="0"/>
      <pc:docMkLst>
        <pc:docMk/>
      </pc:docMkLst>
      <pc:sldChg chg="modSp">
        <pc:chgData name="Rarick, Rissa" userId="9ebf8891-a6d6-4481-9472-9e650503fffd" providerId="ADAL" clId="{5B4D77E9-E58C-4718-994E-DC8FAD2BBAD5}" dt="2021-12-28T14:55:07.164" v="0"/>
        <pc:sldMkLst>
          <pc:docMk/>
          <pc:sldMk cId="3842037529" sldId="259"/>
        </pc:sldMkLst>
        <pc:spChg chg="mod">
          <ac:chgData name="Rarick, Rissa" userId="9ebf8891-a6d6-4481-9472-9e650503fffd" providerId="ADAL" clId="{5B4D77E9-E58C-4718-994E-DC8FAD2BBAD5}" dt="2021-12-28T14:55:07.164" v="0"/>
          <ac:spMkLst>
            <pc:docMk/>
            <pc:sldMk cId="3842037529" sldId="259"/>
            <ac:spMk id="3" creationId="{28DF7A28-7E2E-4701-8961-776A90DBA01B}"/>
          </ac:spMkLst>
        </pc:spChg>
      </pc:sldChg>
    </pc:docChg>
  </pc:docChgLst>
  <pc:docChgLst>
    <pc:chgData name="Rissa" userId="9ebf8891-a6d6-4481-9472-9e650503fffd" providerId="ADAL" clId="{A18345C4-0747-4C06-85BE-D3134E605A85}"/>
    <pc:docChg chg="modSld">
      <pc:chgData name="Rissa" userId="9ebf8891-a6d6-4481-9472-9e650503fffd" providerId="ADAL" clId="{A18345C4-0747-4C06-85BE-D3134E605A85}" dt="2022-02-23T17:10:25.140" v="12" actId="20577"/>
      <pc:docMkLst>
        <pc:docMk/>
      </pc:docMkLst>
      <pc:sldChg chg="modSp mod">
        <pc:chgData name="Rissa" userId="9ebf8891-a6d6-4481-9472-9e650503fffd" providerId="ADAL" clId="{A18345C4-0747-4C06-85BE-D3134E605A85}" dt="2022-02-23T17:10:25.140" v="12" actId="20577"/>
        <pc:sldMkLst>
          <pc:docMk/>
          <pc:sldMk cId="3842037529" sldId="259"/>
        </pc:sldMkLst>
        <pc:spChg chg="mod">
          <ac:chgData name="Rissa" userId="9ebf8891-a6d6-4481-9472-9e650503fffd" providerId="ADAL" clId="{A18345C4-0747-4C06-85BE-D3134E605A85}" dt="2022-02-23T17:10:25.140" v="12" actId="20577"/>
          <ac:spMkLst>
            <pc:docMk/>
            <pc:sldMk cId="3842037529" sldId="259"/>
            <ac:spMk id="3" creationId="{28DF7A28-7E2E-4701-8961-776A90DBA01B}"/>
          </ac:spMkLst>
        </pc:spChg>
      </pc:sldChg>
      <pc:sldChg chg="addSp modSp mod">
        <pc:chgData name="Rissa" userId="9ebf8891-a6d6-4481-9472-9e650503fffd" providerId="ADAL" clId="{A18345C4-0747-4C06-85BE-D3134E605A85}" dt="2022-02-17T19:45:12.347" v="10" actId="1076"/>
        <pc:sldMkLst>
          <pc:docMk/>
          <pc:sldMk cId="4061758374" sldId="281"/>
        </pc:sldMkLst>
        <pc:spChg chg="add mod">
          <ac:chgData name="Rissa" userId="9ebf8891-a6d6-4481-9472-9e650503fffd" providerId="ADAL" clId="{A18345C4-0747-4C06-85BE-D3134E605A85}" dt="2022-02-17T19:45:12.347" v="10" actId="1076"/>
          <ac:spMkLst>
            <pc:docMk/>
            <pc:sldMk cId="4061758374" sldId="281"/>
            <ac:spMk id="2" creationId="{049DA274-030B-49FC-85FC-486483B07657}"/>
          </ac:spMkLst>
        </pc:spChg>
      </pc:sldChg>
    </pc:docChg>
  </pc:docChgLst>
  <pc:docChgLst>
    <pc:chgData name="Rissa" userId="9ebf8891-a6d6-4481-9472-9e650503fffd" providerId="ADAL" clId="{5B4D77E9-E58C-4718-994E-DC8FAD2BBAD5}"/>
    <pc:docChg chg="undo custSel addSld delSld modSld sldOrd">
      <pc:chgData name="Rissa" userId="9ebf8891-a6d6-4481-9472-9e650503fffd" providerId="ADAL" clId="{5B4D77E9-E58C-4718-994E-DC8FAD2BBAD5}" dt="2022-01-08T23:43:48.698" v="4631" actId="20577"/>
      <pc:docMkLst>
        <pc:docMk/>
      </pc:docMkLst>
      <pc:sldChg chg="addSp delSp modSp mod setBg setClrOvrMap delDesignElem">
        <pc:chgData name="Rissa" userId="9ebf8891-a6d6-4481-9472-9e650503fffd" providerId="ADAL" clId="{5B4D77E9-E58C-4718-994E-DC8FAD2BBAD5}" dt="2021-12-23T14:30:51.963" v="976" actId="26606"/>
        <pc:sldMkLst>
          <pc:docMk/>
          <pc:sldMk cId="1619754190" sldId="256"/>
        </pc:sldMkLst>
        <pc:spChg chg="mod">
          <ac:chgData name="Rissa" userId="9ebf8891-a6d6-4481-9472-9e650503fffd" providerId="ADAL" clId="{5B4D77E9-E58C-4718-994E-DC8FAD2BBAD5}" dt="2021-12-23T14:30:51.963" v="976" actId="26606"/>
          <ac:spMkLst>
            <pc:docMk/>
            <pc:sldMk cId="1619754190" sldId="256"/>
            <ac:spMk id="2" creationId="{2FF10B88-D05A-4D58-8CF3-4BC0DB1932C3}"/>
          </ac:spMkLst>
        </pc:spChg>
        <pc:spChg chg="mod">
          <ac:chgData name="Rissa" userId="9ebf8891-a6d6-4481-9472-9e650503fffd" providerId="ADAL" clId="{5B4D77E9-E58C-4718-994E-DC8FAD2BBAD5}" dt="2021-12-23T14:30:51.963" v="976" actId="26606"/>
          <ac:spMkLst>
            <pc:docMk/>
            <pc:sldMk cId="1619754190" sldId="256"/>
            <ac:spMk id="3" creationId="{12025839-830F-42B3-ACBE-707F6DDF2174}"/>
          </ac:spMkLst>
        </pc:spChg>
        <pc:spChg chg="add del">
          <ac:chgData name="Rissa" userId="9ebf8891-a6d6-4481-9472-9e650503fffd" providerId="ADAL" clId="{5B4D77E9-E58C-4718-994E-DC8FAD2BBAD5}" dt="2021-12-21T21:29:41.714" v="905" actId="26606"/>
          <ac:spMkLst>
            <pc:docMk/>
            <pc:sldMk cId="1619754190" sldId="256"/>
            <ac:spMk id="6" creationId="{D47766EE-4192-4B2D-A5A0-F60F9A5F743F}"/>
          </ac:spMkLst>
        </pc:spChg>
        <pc:spChg chg="add del">
          <ac:chgData name="Rissa" userId="9ebf8891-a6d6-4481-9472-9e650503fffd" providerId="ADAL" clId="{5B4D77E9-E58C-4718-994E-DC8FAD2BBAD5}" dt="2021-12-21T21:29:41.714" v="905" actId="26606"/>
          <ac:spMkLst>
            <pc:docMk/>
            <pc:sldMk cId="1619754190" sldId="256"/>
            <ac:spMk id="7" creationId="{96C5B42E-2B67-4A58-B9AF-78E133889080}"/>
          </ac:spMkLst>
        </pc:spChg>
        <pc:spChg chg="add del">
          <ac:chgData name="Rissa" userId="9ebf8891-a6d6-4481-9472-9e650503fffd" providerId="ADAL" clId="{5B4D77E9-E58C-4718-994E-DC8FAD2BBAD5}" dt="2021-12-21T21:30:08.423" v="911" actId="26606"/>
          <ac:spMkLst>
            <pc:docMk/>
            <pc:sldMk cId="1619754190" sldId="256"/>
            <ac:spMk id="8" creationId="{657F69E0-C4B0-4BEC-A689-4F8D877F05D4}"/>
          </ac:spMkLst>
        </pc:spChg>
        <pc:spChg chg="del">
          <ac:chgData name="Rissa" userId="9ebf8891-a6d6-4481-9472-9e650503fffd" providerId="ADAL" clId="{5B4D77E9-E58C-4718-994E-DC8FAD2BBAD5}" dt="2021-12-21T21:27:01.333" v="822"/>
          <ac:spMkLst>
            <pc:docMk/>
            <pc:sldMk cId="1619754190" sldId="256"/>
            <ac:spMk id="9" creationId="{D47766EE-4192-4B2D-A5A0-F60F9A5F743F}"/>
          </ac:spMkLst>
        </pc:spChg>
        <pc:spChg chg="add del">
          <ac:chgData name="Rissa" userId="9ebf8891-a6d6-4481-9472-9e650503fffd" providerId="ADAL" clId="{5B4D77E9-E58C-4718-994E-DC8FAD2BBAD5}" dt="2021-12-21T21:30:08.423" v="911" actId="26606"/>
          <ac:spMkLst>
            <pc:docMk/>
            <pc:sldMk cId="1619754190" sldId="256"/>
            <ac:spMk id="10" creationId="{9F6380B4-6A1C-481E-8408-B4E6C75B9B81}"/>
          </ac:spMkLst>
        </pc:spChg>
        <pc:spChg chg="del">
          <ac:chgData name="Rissa" userId="9ebf8891-a6d6-4481-9472-9e650503fffd" providerId="ADAL" clId="{5B4D77E9-E58C-4718-994E-DC8FAD2BBAD5}" dt="2021-12-21T21:27:01.333" v="822"/>
          <ac:spMkLst>
            <pc:docMk/>
            <pc:sldMk cId="1619754190" sldId="256"/>
            <ac:spMk id="11" creationId="{D6705569-F545-4F47-A260-A9202826EA20}"/>
          </ac:spMkLst>
        </pc:spChg>
        <pc:spChg chg="add del">
          <ac:chgData name="Rissa" userId="9ebf8891-a6d6-4481-9472-9e650503fffd" providerId="ADAL" clId="{5B4D77E9-E58C-4718-994E-DC8FAD2BBAD5}" dt="2021-12-23T14:30:51.963" v="976" actId="26606"/>
          <ac:spMkLst>
            <pc:docMk/>
            <pc:sldMk cId="1619754190" sldId="256"/>
            <ac:spMk id="12" creationId="{87CC2527-562A-4F69-B487-4371E5B243E7}"/>
          </ac:spMkLst>
        </pc:spChg>
        <pc:spChg chg="add del">
          <ac:chgData name="Rissa" userId="9ebf8891-a6d6-4481-9472-9e650503fffd" providerId="ADAL" clId="{5B4D77E9-E58C-4718-994E-DC8FAD2BBAD5}" dt="2021-12-21T21:29:41.714" v="905" actId="26606"/>
          <ac:spMkLst>
            <pc:docMk/>
            <pc:sldMk cId="1619754190" sldId="256"/>
            <ac:spMk id="13" creationId="{8C9B5468-C837-4FF5-A94F-03C1BD52FE79}"/>
          </ac:spMkLst>
        </pc:spChg>
        <pc:spChg chg="add del">
          <ac:chgData name="Rissa" userId="9ebf8891-a6d6-4481-9472-9e650503fffd" providerId="ADAL" clId="{5B4D77E9-E58C-4718-994E-DC8FAD2BBAD5}" dt="2021-12-21T21:29:51.313" v="907" actId="26606"/>
          <ac:spMkLst>
            <pc:docMk/>
            <pc:sldMk cId="1619754190" sldId="256"/>
            <ac:spMk id="15" creationId="{8F187B58-3857-4454-9C70-EFB475976F73}"/>
          </ac:spMkLst>
        </pc:spChg>
        <pc:spChg chg="add del">
          <ac:chgData name="Rissa" userId="9ebf8891-a6d6-4481-9472-9e650503fffd" providerId="ADAL" clId="{5B4D77E9-E58C-4718-994E-DC8FAD2BBAD5}" dt="2021-12-21T21:29:51.313" v="907" actId="26606"/>
          <ac:spMkLst>
            <pc:docMk/>
            <pc:sldMk cId="1619754190" sldId="256"/>
            <ac:spMk id="16" creationId="{4C5418A4-3935-49EA-B51C-5DDCBFAA3952}"/>
          </ac:spMkLst>
        </pc:spChg>
        <pc:spChg chg="add del">
          <ac:chgData name="Rissa" userId="9ebf8891-a6d6-4481-9472-9e650503fffd" providerId="ADAL" clId="{5B4D77E9-E58C-4718-994E-DC8FAD2BBAD5}" dt="2021-12-23T14:30:51.881" v="975" actId="26606"/>
          <ac:spMkLst>
            <pc:docMk/>
            <pc:sldMk cId="1619754190" sldId="256"/>
            <ac:spMk id="19" creationId="{E49CC64F-7275-4E33-961B-0C5CDC439875}"/>
          </ac:spMkLst>
        </pc:spChg>
        <pc:spChg chg="add">
          <ac:chgData name="Rissa" userId="9ebf8891-a6d6-4481-9472-9e650503fffd" providerId="ADAL" clId="{5B4D77E9-E58C-4718-994E-DC8FAD2BBAD5}" dt="2021-12-23T14:30:51.963" v="976" actId="26606"/>
          <ac:spMkLst>
            <pc:docMk/>
            <pc:sldMk cId="1619754190" sldId="256"/>
            <ac:spMk id="21" creationId="{4F2ED431-E304-4FF0-9F4E-032783C9D612}"/>
          </ac:spMkLst>
        </pc:spChg>
        <pc:spChg chg="add">
          <ac:chgData name="Rissa" userId="9ebf8891-a6d6-4481-9472-9e650503fffd" providerId="ADAL" clId="{5B4D77E9-E58C-4718-994E-DC8FAD2BBAD5}" dt="2021-12-23T14:30:51.963" v="976" actId="26606"/>
          <ac:spMkLst>
            <pc:docMk/>
            <pc:sldMk cId="1619754190" sldId="256"/>
            <ac:spMk id="22" creationId="{8A95209C-5275-4E15-8EA7-7F42980ABF2D}"/>
          </ac:spMkLst>
        </pc:spChg>
        <pc:spChg chg="add">
          <ac:chgData name="Rissa" userId="9ebf8891-a6d6-4481-9472-9e650503fffd" providerId="ADAL" clId="{5B4D77E9-E58C-4718-994E-DC8FAD2BBAD5}" dt="2021-12-23T14:30:51.963" v="976" actId="26606"/>
          <ac:spMkLst>
            <pc:docMk/>
            <pc:sldMk cId="1619754190" sldId="256"/>
            <ac:spMk id="23" creationId="{4E87FCFB-2CCE-460D-B3DD-557C8BD1B94A}"/>
          </ac:spMkLst>
        </pc:spChg>
        <pc:picChg chg="mod ord">
          <ac:chgData name="Rissa" userId="9ebf8891-a6d6-4481-9472-9e650503fffd" providerId="ADAL" clId="{5B4D77E9-E58C-4718-994E-DC8FAD2BBAD5}" dt="2021-12-23T14:30:51.963" v="976" actId="26606"/>
          <ac:picMkLst>
            <pc:docMk/>
            <pc:sldMk cId="1619754190" sldId="256"/>
            <ac:picMk id="4" creationId="{B1ABA11F-B9FB-44A4-97A9-07B0C8685DD4}"/>
          </ac:picMkLst>
        </pc:picChg>
        <pc:cxnChg chg="add del">
          <ac:chgData name="Rissa" userId="9ebf8891-a6d6-4481-9472-9e650503fffd" providerId="ADAL" clId="{5B4D77E9-E58C-4718-994E-DC8FAD2BBAD5}" dt="2021-12-23T14:30:51.963" v="976" actId="26606"/>
          <ac:cxnSpMkLst>
            <pc:docMk/>
            <pc:sldMk cId="1619754190" sldId="256"/>
            <ac:cxnSpMk id="14" creationId="{BCDAEC91-5BCE-4B55-9CC0-43EF94CB734B}"/>
          </ac:cxnSpMkLst>
        </pc:cxnChg>
      </pc:sldChg>
      <pc:sldChg chg="modSp mod">
        <pc:chgData name="Rissa" userId="9ebf8891-a6d6-4481-9472-9e650503fffd" providerId="ADAL" clId="{5B4D77E9-E58C-4718-994E-DC8FAD2BBAD5}" dt="2022-01-05T17:21:01.720" v="2912" actId="20577"/>
        <pc:sldMkLst>
          <pc:docMk/>
          <pc:sldMk cId="1453967926" sldId="258"/>
        </pc:sldMkLst>
        <pc:spChg chg="mod">
          <ac:chgData name="Rissa" userId="9ebf8891-a6d6-4481-9472-9e650503fffd" providerId="ADAL" clId="{5B4D77E9-E58C-4718-994E-DC8FAD2BBAD5}" dt="2021-12-21T21:48:13.477" v="960" actId="207"/>
          <ac:spMkLst>
            <pc:docMk/>
            <pc:sldMk cId="1453967926" sldId="258"/>
            <ac:spMk id="2" creationId="{50E9E395-E18A-4701-9739-7D65F58AE3F4}"/>
          </ac:spMkLst>
        </pc:spChg>
        <pc:spChg chg="mod">
          <ac:chgData name="Rissa" userId="9ebf8891-a6d6-4481-9472-9e650503fffd" providerId="ADAL" clId="{5B4D77E9-E58C-4718-994E-DC8FAD2BBAD5}" dt="2022-01-05T17:21:01.720" v="2912" actId="20577"/>
          <ac:spMkLst>
            <pc:docMk/>
            <pc:sldMk cId="1453967926" sldId="258"/>
            <ac:spMk id="3" creationId="{0EC2236C-0DCE-4EEF-ACC6-DBF78C51E73D}"/>
          </ac:spMkLst>
        </pc:spChg>
      </pc:sldChg>
      <pc:sldChg chg="modSp mod">
        <pc:chgData name="Rissa" userId="9ebf8891-a6d6-4481-9472-9e650503fffd" providerId="ADAL" clId="{5B4D77E9-E58C-4718-994E-DC8FAD2BBAD5}" dt="2021-12-21T21:48:29.064" v="962" actId="207"/>
        <pc:sldMkLst>
          <pc:docMk/>
          <pc:sldMk cId="3842037529" sldId="259"/>
        </pc:sldMkLst>
        <pc:spChg chg="mod">
          <ac:chgData name="Rissa" userId="9ebf8891-a6d6-4481-9472-9e650503fffd" providerId="ADAL" clId="{5B4D77E9-E58C-4718-994E-DC8FAD2BBAD5}" dt="2021-12-21T21:48:29.064" v="962" actId="207"/>
          <ac:spMkLst>
            <pc:docMk/>
            <pc:sldMk cId="3842037529" sldId="259"/>
            <ac:spMk id="2" creationId="{013FCB68-E29E-447A-A82B-04D78691E8D7}"/>
          </ac:spMkLst>
        </pc:spChg>
        <pc:spChg chg="mod">
          <ac:chgData name="Rissa" userId="9ebf8891-a6d6-4481-9472-9e650503fffd" providerId="ADAL" clId="{5B4D77E9-E58C-4718-994E-DC8FAD2BBAD5}" dt="2021-12-21T21:29:51.832" v="909"/>
          <ac:spMkLst>
            <pc:docMk/>
            <pc:sldMk cId="3842037529" sldId="259"/>
            <ac:spMk id="3" creationId="{28DF7A28-7E2E-4701-8961-776A90DBA01B}"/>
          </ac:spMkLst>
        </pc:spChg>
      </pc:sldChg>
      <pc:sldChg chg="modSp">
        <pc:chgData name="Rissa" userId="9ebf8891-a6d6-4481-9472-9e650503fffd" providerId="ADAL" clId="{5B4D77E9-E58C-4718-994E-DC8FAD2BBAD5}" dt="2021-12-21T21:29:51.832" v="909"/>
        <pc:sldMkLst>
          <pc:docMk/>
          <pc:sldMk cId="2306791988" sldId="260"/>
        </pc:sldMkLst>
        <pc:spChg chg="mod">
          <ac:chgData name="Rissa" userId="9ebf8891-a6d6-4481-9472-9e650503fffd" providerId="ADAL" clId="{5B4D77E9-E58C-4718-994E-DC8FAD2BBAD5}" dt="2021-12-21T21:29:51.832" v="909"/>
          <ac:spMkLst>
            <pc:docMk/>
            <pc:sldMk cId="2306791988" sldId="260"/>
            <ac:spMk id="2" creationId="{07A77495-D201-44E5-92CB-AFEC1383DBD2}"/>
          </ac:spMkLst>
        </pc:spChg>
        <pc:spChg chg="mod">
          <ac:chgData name="Rissa" userId="9ebf8891-a6d6-4481-9472-9e650503fffd" providerId="ADAL" clId="{5B4D77E9-E58C-4718-994E-DC8FAD2BBAD5}" dt="2021-12-21T21:29:51.832" v="909"/>
          <ac:spMkLst>
            <pc:docMk/>
            <pc:sldMk cId="2306791988" sldId="260"/>
            <ac:spMk id="3" creationId="{D2216041-7574-45FD-AA5D-C72747152971}"/>
          </ac:spMkLst>
        </pc:spChg>
      </pc:sldChg>
      <pc:sldChg chg="modSp mod">
        <pc:chgData name="Rissa" userId="9ebf8891-a6d6-4481-9472-9e650503fffd" providerId="ADAL" clId="{5B4D77E9-E58C-4718-994E-DC8FAD2BBAD5}" dt="2022-01-05T17:26:07.665" v="2979" actId="20577"/>
        <pc:sldMkLst>
          <pc:docMk/>
          <pc:sldMk cId="1968312943" sldId="262"/>
        </pc:sldMkLst>
        <pc:spChg chg="mod">
          <ac:chgData name="Rissa" userId="9ebf8891-a6d6-4481-9472-9e650503fffd" providerId="ADAL" clId="{5B4D77E9-E58C-4718-994E-DC8FAD2BBAD5}" dt="2022-01-05T16:46:19.558" v="1533" actId="1076"/>
          <ac:spMkLst>
            <pc:docMk/>
            <pc:sldMk cId="1968312943" sldId="262"/>
            <ac:spMk id="2" creationId="{2903781C-8F1E-4D20-925F-15C68CEEA97C}"/>
          </ac:spMkLst>
        </pc:spChg>
        <pc:spChg chg="mod">
          <ac:chgData name="Rissa" userId="9ebf8891-a6d6-4481-9472-9e650503fffd" providerId="ADAL" clId="{5B4D77E9-E58C-4718-994E-DC8FAD2BBAD5}" dt="2022-01-05T17:26:07.665" v="2979" actId="20577"/>
          <ac:spMkLst>
            <pc:docMk/>
            <pc:sldMk cId="1968312943" sldId="262"/>
            <ac:spMk id="3" creationId="{F655B03B-9731-474B-A866-43F9712E60A0}"/>
          </ac:spMkLst>
        </pc:spChg>
      </pc:sldChg>
      <pc:sldChg chg="modSp">
        <pc:chgData name="Rissa" userId="9ebf8891-a6d6-4481-9472-9e650503fffd" providerId="ADAL" clId="{5B4D77E9-E58C-4718-994E-DC8FAD2BBAD5}" dt="2021-12-21T21:48:37.641" v="963" actId="207"/>
        <pc:sldMkLst>
          <pc:docMk/>
          <pc:sldMk cId="1451099306" sldId="263"/>
        </pc:sldMkLst>
        <pc:spChg chg="mod">
          <ac:chgData name="Rissa" userId="9ebf8891-a6d6-4481-9472-9e650503fffd" providerId="ADAL" clId="{5B4D77E9-E58C-4718-994E-DC8FAD2BBAD5}" dt="2021-12-21T21:48:37.641" v="963" actId="207"/>
          <ac:spMkLst>
            <pc:docMk/>
            <pc:sldMk cId="1451099306" sldId="263"/>
            <ac:spMk id="2" creationId="{FB2C7D0E-8D4E-4BB2-9516-0F70C3BB0578}"/>
          </ac:spMkLst>
        </pc:spChg>
        <pc:spChg chg="mod">
          <ac:chgData name="Rissa" userId="9ebf8891-a6d6-4481-9472-9e650503fffd" providerId="ADAL" clId="{5B4D77E9-E58C-4718-994E-DC8FAD2BBAD5}" dt="2021-12-21T21:29:51.832" v="909"/>
          <ac:spMkLst>
            <pc:docMk/>
            <pc:sldMk cId="1451099306" sldId="263"/>
            <ac:spMk id="3" creationId="{F0D1B203-754F-40C7-A23D-04AB5F773C25}"/>
          </ac:spMkLst>
        </pc:spChg>
      </pc:sldChg>
      <pc:sldChg chg="modSp">
        <pc:chgData name="Rissa" userId="9ebf8891-a6d6-4481-9472-9e650503fffd" providerId="ADAL" clId="{5B4D77E9-E58C-4718-994E-DC8FAD2BBAD5}" dt="2021-12-21T21:29:51.832" v="909"/>
        <pc:sldMkLst>
          <pc:docMk/>
          <pc:sldMk cId="3292015045" sldId="265"/>
        </pc:sldMkLst>
        <pc:spChg chg="mod">
          <ac:chgData name="Rissa" userId="9ebf8891-a6d6-4481-9472-9e650503fffd" providerId="ADAL" clId="{5B4D77E9-E58C-4718-994E-DC8FAD2BBAD5}" dt="2021-12-21T21:29:51.832" v="909"/>
          <ac:spMkLst>
            <pc:docMk/>
            <pc:sldMk cId="3292015045" sldId="265"/>
            <ac:spMk id="2" creationId="{41C362AA-FE22-466B-B51E-0CC6DEEA2AFD}"/>
          </ac:spMkLst>
        </pc:spChg>
        <pc:spChg chg="mod">
          <ac:chgData name="Rissa" userId="9ebf8891-a6d6-4481-9472-9e650503fffd" providerId="ADAL" clId="{5B4D77E9-E58C-4718-994E-DC8FAD2BBAD5}" dt="2021-12-21T21:29:51.832" v="909"/>
          <ac:spMkLst>
            <pc:docMk/>
            <pc:sldMk cId="3292015045" sldId="265"/>
            <ac:spMk id="3" creationId="{2286E1E1-5C28-4692-BA03-6F2C0C03D92D}"/>
          </ac:spMkLst>
        </pc:spChg>
      </pc:sldChg>
      <pc:sldChg chg="modSp">
        <pc:chgData name="Rissa" userId="9ebf8891-a6d6-4481-9472-9e650503fffd" providerId="ADAL" clId="{5B4D77E9-E58C-4718-994E-DC8FAD2BBAD5}" dt="2021-12-21T21:29:51.832" v="909"/>
        <pc:sldMkLst>
          <pc:docMk/>
          <pc:sldMk cId="1383789327" sldId="267"/>
        </pc:sldMkLst>
        <pc:spChg chg="mod">
          <ac:chgData name="Rissa" userId="9ebf8891-a6d6-4481-9472-9e650503fffd" providerId="ADAL" clId="{5B4D77E9-E58C-4718-994E-DC8FAD2BBAD5}" dt="2021-12-21T21:29:51.832" v="909"/>
          <ac:spMkLst>
            <pc:docMk/>
            <pc:sldMk cId="1383789327" sldId="267"/>
            <ac:spMk id="2" creationId="{315193E1-C7F9-4A7F-A943-22E50CC63B80}"/>
          </ac:spMkLst>
        </pc:spChg>
        <pc:spChg chg="mod">
          <ac:chgData name="Rissa" userId="9ebf8891-a6d6-4481-9472-9e650503fffd" providerId="ADAL" clId="{5B4D77E9-E58C-4718-994E-DC8FAD2BBAD5}" dt="2021-12-21T21:29:51.832" v="909"/>
          <ac:spMkLst>
            <pc:docMk/>
            <pc:sldMk cId="1383789327" sldId="267"/>
            <ac:spMk id="3" creationId="{55E9F49E-50AA-4D84-8A23-520F861C24F2}"/>
          </ac:spMkLst>
        </pc:spChg>
      </pc:sldChg>
      <pc:sldChg chg="modSp">
        <pc:chgData name="Rissa" userId="9ebf8891-a6d6-4481-9472-9e650503fffd" providerId="ADAL" clId="{5B4D77E9-E58C-4718-994E-DC8FAD2BBAD5}" dt="2021-12-21T21:29:51.832" v="909"/>
        <pc:sldMkLst>
          <pc:docMk/>
          <pc:sldMk cId="2716883962" sldId="268"/>
        </pc:sldMkLst>
        <pc:spChg chg="mod">
          <ac:chgData name="Rissa" userId="9ebf8891-a6d6-4481-9472-9e650503fffd" providerId="ADAL" clId="{5B4D77E9-E58C-4718-994E-DC8FAD2BBAD5}" dt="2021-12-21T21:29:51.832" v="909"/>
          <ac:spMkLst>
            <pc:docMk/>
            <pc:sldMk cId="2716883962" sldId="268"/>
            <ac:spMk id="2" creationId="{44EF4936-809F-4B5C-A51A-89E14EDFCCAA}"/>
          </ac:spMkLst>
        </pc:spChg>
        <pc:spChg chg="mod">
          <ac:chgData name="Rissa" userId="9ebf8891-a6d6-4481-9472-9e650503fffd" providerId="ADAL" clId="{5B4D77E9-E58C-4718-994E-DC8FAD2BBAD5}" dt="2021-12-21T21:29:51.832" v="909"/>
          <ac:spMkLst>
            <pc:docMk/>
            <pc:sldMk cId="2716883962" sldId="268"/>
            <ac:spMk id="3" creationId="{797BDB55-5897-4CEE-BF88-A9569711B4B0}"/>
          </ac:spMkLst>
        </pc:spChg>
      </pc:sldChg>
      <pc:sldChg chg="modSp mod">
        <pc:chgData name="Rissa" userId="9ebf8891-a6d6-4481-9472-9e650503fffd" providerId="ADAL" clId="{5B4D77E9-E58C-4718-994E-DC8FAD2BBAD5}" dt="2022-01-05T16:47:22.527" v="1539" actId="15"/>
        <pc:sldMkLst>
          <pc:docMk/>
          <pc:sldMk cId="2430923339" sldId="269"/>
        </pc:sldMkLst>
        <pc:spChg chg="mod">
          <ac:chgData name="Rissa" userId="9ebf8891-a6d6-4481-9472-9e650503fffd" providerId="ADAL" clId="{5B4D77E9-E58C-4718-994E-DC8FAD2BBAD5}" dt="2021-12-21T21:29:51.832" v="909"/>
          <ac:spMkLst>
            <pc:docMk/>
            <pc:sldMk cId="2430923339" sldId="269"/>
            <ac:spMk id="2" creationId="{8DC72414-920B-4917-8650-D6A199A35145}"/>
          </ac:spMkLst>
        </pc:spChg>
        <pc:spChg chg="mod">
          <ac:chgData name="Rissa" userId="9ebf8891-a6d6-4481-9472-9e650503fffd" providerId="ADAL" clId="{5B4D77E9-E58C-4718-994E-DC8FAD2BBAD5}" dt="2022-01-05T16:47:22.527" v="1539" actId="15"/>
          <ac:spMkLst>
            <pc:docMk/>
            <pc:sldMk cId="2430923339" sldId="269"/>
            <ac:spMk id="3" creationId="{A91923C7-C330-419A-95B5-B99BD3F47B36}"/>
          </ac:spMkLst>
        </pc:spChg>
      </pc:sldChg>
      <pc:sldChg chg="modSp">
        <pc:chgData name="Rissa" userId="9ebf8891-a6d6-4481-9472-9e650503fffd" providerId="ADAL" clId="{5B4D77E9-E58C-4718-994E-DC8FAD2BBAD5}" dt="2021-12-21T21:29:51.832" v="909"/>
        <pc:sldMkLst>
          <pc:docMk/>
          <pc:sldMk cId="1252127857" sldId="270"/>
        </pc:sldMkLst>
        <pc:spChg chg="mod">
          <ac:chgData name="Rissa" userId="9ebf8891-a6d6-4481-9472-9e650503fffd" providerId="ADAL" clId="{5B4D77E9-E58C-4718-994E-DC8FAD2BBAD5}" dt="2021-12-21T21:29:51.832" v="909"/>
          <ac:spMkLst>
            <pc:docMk/>
            <pc:sldMk cId="1252127857" sldId="270"/>
            <ac:spMk id="2" creationId="{B1D600B4-1535-4354-AC3A-765ADD9E7629}"/>
          </ac:spMkLst>
        </pc:spChg>
        <pc:spChg chg="mod">
          <ac:chgData name="Rissa" userId="9ebf8891-a6d6-4481-9472-9e650503fffd" providerId="ADAL" clId="{5B4D77E9-E58C-4718-994E-DC8FAD2BBAD5}" dt="2021-12-21T21:29:51.832" v="909"/>
          <ac:spMkLst>
            <pc:docMk/>
            <pc:sldMk cId="1252127857" sldId="270"/>
            <ac:spMk id="3" creationId="{F189A475-FE70-470D-84C4-CB2DDF711540}"/>
          </ac:spMkLst>
        </pc:spChg>
      </pc:sldChg>
      <pc:sldChg chg="modSp">
        <pc:chgData name="Rissa" userId="9ebf8891-a6d6-4481-9472-9e650503fffd" providerId="ADAL" clId="{5B4D77E9-E58C-4718-994E-DC8FAD2BBAD5}" dt="2021-12-21T21:29:51.832" v="909"/>
        <pc:sldMkLst>
          <pc:docMk/>
          <pc:sldMk cId="1836595702" sldId="271"/>
        </pc:sldMkLst>
        <pc:spChg chg="mod">
          <ac:chgData name="Rissa" userId="9ebf8891-a6d6-4481-9472-9e650503fffd" providerId="ADAL" clId="{5B4D77E9-E58C-4718-994E-DC8FAD2BBAD5}" dt="2021-12-21T21:29:51.832" v="909"/>
          <ac:spMkLst>
            <pc:docMk/>
            <pc:sldMk cId="1836595702" sldId="271"/>
            <ac:spMk id="2" creationId="{CA94D098-E67D-425E-8BF0-4394FCEC4461}"/>
          </ac:spMkLst>
        </pc:spChg>
        <pc:spChg chg="mod">
          <ac:chgData name="Rissa" userId="9ebf8891-a6d6-4481-9472-9e650503fffd" providerId="ADAL" clId="{5B4D77E9-E58C-4718-994E-DC8FAD2BBAD5}" dt="2021-12-21T21:29:51.832" v="909"/>
          <ac:spMkLst>
            <pc:docMk/>
            <pc:sldMk cId="1836595702" sldId="271"/>
            <ac:spMk id="3" creationId="{7F9B3D34-531F-4647-A119-A6A4698C3ECD}"/>
          </ac:spMkLst>
        </pc:spChg>
      </pc:sldChg>
      <pc:sldChg chg="addSp delSp modSp new mod ord">
        <pc:chgData name="Rissa" userId="9ebf8891-a6d6-4481-9472-9e650503fffd" providerId="ADAL" clId="{5B4D77E9-E58C-4718-994E-DC8FAD2BBAD5}" dt="2022-01-05T16:48:59.137" v="1599" actId="20577"/>
        <pc:sldMkLst>
          <pc:docMk/>
          <pc:sldMk cId="3667894015" sldId="272"/>
        </pc:sldMkLst>
        <pc:spChg chg="mod">
          <ac:chgData name="Rissa" userId="9ebf8891-a6d6-4481-9472-9e650503fffd" providerId="ADAL" clId="{5B4D77E9-E58C-4718-994E-DC8FAD2BBAD5}" dt="2021-12-21T21:29:51.832" v="909"/>
          <ac:spMkLst>
            <pc:docMk/>
            <pc:sldMk cId="3667894015" sldId="272"/>
            <ac:spMk id="2" creationId="{337C2353-124F-4ACA-A451-008501265E80}"/>
          </ac:spMkLst>
        </pc:spChg>
        <pc:spChg chg="del">
          <ac:chgData name="Rissa" userId="9ebf8891-a6d6-4481-9472-9e650503fffd" providerId="ADAL" clId="{5B4D77E9-E58C-4718-994E-DC8FAD2BBAD5}" dt="2021-12-20T20:54:32.688" v="4" actId="478"/>
          <ac:spMkLst>
            <pc:docMk/>
            <pc:sldMk cId="3667894015" sldId="272"/>
            <ac:spMk id="3" creationId="{3C12F928-0B8B-4399-B630-B9B18EF4FB88}"/>
          </ac:spMkLst>
        </pc:spChg>
        <pc:spChg chg="add del mod">
          <ac:chgData name="Rissa" userId="9ebf8891-a6d6-4481-9472-9e650503fffd" providerId="ADAL" clId="{5B4D77E9-E58C-4718-994E-DC8FAD2BBAD5}" dt="2021-12-21T21:29:01.732" v="895" actId="478"/>
          <ac:spMkLst>
            <pc:docMk/>
            <pc:sldMk cId="3667894015" sldId="272"/>
            <ac:spMk id="4" creationId="{221712F6-D1A4-4B3C-AC94-B29BEF455A15}"/>
          </ac:spMkLst>
        </pc:spChg>
        <pc:spChg chg="add del mod">
          <ac:chgData name="Rissa" userId="9ebf8891-a6d6-4481-9472-9e650503fffd" providerId="ADAL" clId="{5B4D77E9-E58C-4718-994E-DC8FAD2BBAD5}" dt="2021-12-21T21:28:56.499" v="891" actId="478"/>
          <ac:spMkLst>
            <pc:docMk/>
            <pc:sldMk cId="3667894015" sldId="272"/>
            <ac:spMk id="5" creationId="{1A932FB7-D228-4978-8EBF-0B3AB4F47246}"/>
          </ac:spMkLst>
        </pc:spChg>
        <pc:spChg chg="add del mod">
          <ac:chgData name="Rissa" userId="9ebf8891-a6d6-4481-9472-9e650503fffd" providerId="ADAL" clId="{5B4D77E9-E58C-4718-994E-DC8FAD2BBAD5}" dt="2021-12-21T21:28:58.904" v="893" actId="478"/>
          <ac:spMkLst>
            <pc:docMk/>
            <pc:sldMk cId="3667894015" sldId="272"/>
            <ac:spMk id="6" creationId="{1DAD1B51-F5B0-47C2-AAE9-3261507508F4}"/>
          </ac:spMkLst>
        </pc:spChg>
        <pc:spChg chg="add del mod">
          <ac:chgData name="Rissa" userId="9ebf8891-a6d6-4481-9472-9e650503fffd" providerId="ADAL" clId="{5B4D77E9-E58C-4718-994E-DC8FAD2BBAD5}" dt="2021-12-21T21:28:53.853" v="889" actId="478"/>
          <ac:spMkLst>
            <pc:docMk/>
            <pc:sldMk cId="3667894015" sldId="272"/>
            <ac:spMk id="7" creationId="{80BA28D5-7241-4DDE-AC56-5FA92F9801E3}"/>
          </ac:spMkLst>
        </pc:spChg>
        <pc:spChg chg="add del mod">
          <ac:chgData name="Rissa" userId="9ebf8891-a6d6-4481-9472-9e650503fffd" providerId="ADAL" clId="{5B4D77E9-E58C-4718-994E-DC8FAD2BBAD5}" dt="2021-12-21T21:29:06.820" v="897" actId="478"/>
          <ac:spMkLst>
            <pc:docMk/>
            <pc:sldMk cId="3667894015" sldId="272"/>
            <ac:spMk id="8" creationId="{A10FF6BF-A7C8-4C8D-8377-71A4B2DBF92F}"/>
          </ac:spMkLst>
        </pc:spChg>
        <pc:spChg chg="add del mod">
          <ac:chgData name="Rissa" userId="9ebf8891-a6d6-4481-9472-9e650503fffd" providerId="ADAL" clId="{5B4D77E9-E58C-4718-994E-DC8FAD2BBAD5}" dt="2021-12-21T21:28:52.193" v="888" actId="478"/>
          <ac:spMkLst>
            <pc:docMk/>
            <pc:sldMk cId="3667894015" sldId="272"/>
            <ac:spMk id="10" creationId="{B741808A-F024-4C78-83B2-A46F20BF89D7}"/>
          </ac:spMkLst>
        </pc:spChg>
        <pc:spChg chg="add del mod">
          <ac:chgData name="Rissa" userId="9ebf8891-a6d6-4481-9472-9e650503fffd" providerId="ADAL" clId="{5B4D77E9-E58C-4718-994E-DC8FAD2BBAD5}" dt="2021-12-21T21:28:39.988" v="880" actId="478"/>
          <ac:spMkLst>
            <pc:docMk/>
            <pc:sldMk cId="3667894015" sldId="272"/>
            <ac:spMk id="11" creationId="{4E6C32B1-9227-498F-9ACA-F442C8F53EEB}"/>
          </ac:spMkLst>
        </pc:spChg>
        <pc:spChg chg="add del mod">
          <ac:chgData name="Rissa" userId="9ebf8891-a6d6-4481-9472-9e650503fffd" providerId="ADAL" clId="{5B4D77E9-E58C-4718-994E-DC8FAD2BBAD5}" dt="2021-12-21T21:28:46.226" v="884" actId="478"/>
          <ac:spMkLst>
            <pc:docMk/>
            <pc:sldMk cId="3667894015" sldId="272"/>
            <ac:spMk id="12" creationId="{549B129B-1178-4E91-96A4-3B4624D1339B}"/>
          </ac:spMkLst>
        </pc:spChg>
        <pc:spChg chg="add del mod">
          <ac:chgData name="Rissa" userId="9ebf8891-a6d6-4481-9472-9e650503fffd" providerId="ADAL" clId="{5B4D77E9-E58C-4718-994E-DC8FAD2BBAD5}" dt="2021-12-21T21:28:43.657" v="882" actId="478"/>
          <ac:spMkLst>
            <pc:docMk/>
            <pc:sldMk cId="3667894015" sldId="272"/>
            <ac:spMk id="13" creationId="{78199BEA-52B4-40D4-A590-5509DA11D61C}"/>
          </ac:spMkLst>
        </pc:spChg>
        <pc:spChg chg="add del mod">
          <ac:chgData name="Rissa" userId="9ebf8891-a6d6-4481-9472-9e650503fffd" providerId="ADAL" clId="{5B4D77E9-E58C-4718-994E-DC8FAD2BBAD5}" dt="2021-12-21T21:28:48.857" v="886" actId="478"/>
          <ac:spMkLst>
            <pc:docMk/>
            <pc:sldMk cId="3667894015" sldId="272"/>
            <ac:spMk id="16" creationId="{EB0D3FD9-0B05-4D6A-861C-CF60DCB03E67}"/>
          </ac:spMkLst>
        </pc:spChg>
        <pc:spChg chg="add mod">
          <ac:chgData name="Rissa" userId="9ebf8891-a6d6-4481-9472-9e650503fffd" providerId="ADAL" clId="{5B4D77E9-E58C-4718-994E-DC8FAD2BBAD5}" dt="2021-12-21T21:45:45.996" v="939" actId="14100"/>
          <ac:spMkLst>
            <pc:docMk/>
            <pc:sldMk cId="3667894015" sldId="272"/>
            <ac:spMk id="23" creationId="{1D099104-D59E-4C29-A908-EDCAF14A1DFC}"/>
          </ac:spMkLst>
        </pc:spChg>
        <pc:spChg chg="add mod">
          <ac:chgData name="Rissa" userId="9ebf8891-a6d6-4481-9472-9e650503fffd" providerId="ADAL" clId="{5B4D77E9-E58C-4718-994E-DC8FAD2BBAD5}" dt="2021-12-21T21:46:36.551" v="950" actId="1076"/>
          <ac:spMkLst>
            <pc:docMk/>
            <pc:sldMk cId="3667894015" sldId="272"/>
            <ac:spMk id="24" creationId="{82B76120-1C98-4FD3-B767-13FDCB5125B6}"/>
          </ac:spMkLst>
        </pc:spChg>
        <pc:spChg chg="add mod">
          <ac:chgData name="Rissa" userId="9ebf8891-a6d6-4481-9472-9e650503fffd" providerId="ADAL" clId="{5B4D77E9-E58C-4718-994E-DC8FAD2BBAD5}" dt="2021-12-21T21:46:41.493" v="951" actId="1076"/>
          <ac:spMkLst>
            <pc:docMk/>
            <pc:sldMk cId="3667894015" sldId="272"/>
            <ac:spMk id="25" creationId="{5ADEBADE-6798-4B60-B56A-4418E074FF28}"/>
          </ac:spMkLst>
        </pc:spChg>
        <pc:spChg chg="add mod">
          <ac:chgData name="Rissa" userId="9ebf8891-a6d6-4481-9472-9e650503fffd" providerId="ADAL" clId="{5B4D77E9-E58C-4718-994E-DC8FAD2BBAD5}" dt="2021-12-21T21:46:26.109" v="949" actId="1076"/>
          <ac:spMkLst>
            <pc:docMk/>
            <pc:sldMk cId="3667894015" sldId="272"/>
            <ac:spMk id="26" creationId="{C9E2E52D-01A2-4B4A-B64D-09C7DC406F10}"/>
          </ac:spMkLst>
        </pc:spChg>
        <pc:spChg chg="add mod">
          <ac:chgData name="Rissa" userId="9ebf8891-a6d6-4481-9472-9e650503fffd" providerId="ADAL" clId="{5B4D77E9-E58C-4718-994E-DC8FAD2BBAD5}" dt="2021-12-21T21:45:30.314" v="932" actId="114"/>
          <ac:spMkLst>
            <pc:docMk/>
            <pc:sldMk cId="3667894015" sldId="272"/>
            <ac:spMk id="27" creationId="{45886411-81C8-446D-966F-675167C12A05}"/>
          </ac:spMkLst>
        </pc:spChg>
        <pc:spChg chg="add del mod">
          <ac:chgData name="Rissa" userId="9ebf8891-a6d6-4481-9472-9e650503fffd" providerId="ADAL" clId="{5B4D77E9-E58C-4718-994E-DC8FAD2BBAD5}" dt="2021-12-20T21:08:11.383" v="83" actId="478"/>
          <ac:spMkLst>
            <pc:docMk/>
            <pc:sldMk cId="3667894015" sldId="272"/>
            <ac:spMk id="28" creationId="{86C9A5F1-6CE0-4BC6-AA96-FDA014557CC1}"/>
          </ac:spMkLst>
        </pc:spChg>
        <pc:spChg chg="add mod">
          <ac:chgData name="Rissa" userId="9ebf8891-a6d6-4481-9472-9e650503fffd" providerId="ADAL" clId="{5B4D77E9-E58C-4718-994E-DC8FAD2BBAD5}" dt="2021-12-21T21:45:50.416" v="942" actId="115"/>
          <ac:spMkLst>
            <pc:docMk/>
            <pc:sldMk cId="3667894015" sldId="272"/>
            <ac:spMk id="29" creationId="{19CDBC2D-4BCA-4F24-BE29-5DA824382AC7}"/>
          </ac:spMkLst>
        </pc:spChg>
        <pc:spChg chg="add mod">
          <ac:chgData name="Rissa" userId="9ebf8891-a6d6-4481-9472-9e650503fffd" providerId="ADAL" clId="{5B4D77E9-E58C-4718-994E-DC8FAD2BBAD5}" dt="2021-12-21T21:45:35.539" v="935" actId="115"/>
          <ac:spMkLst>
            <pc:docMk/>
            <pc:sldMk cId="3667894015" sldId="272"/>
            <ac:spMk id="30" creationId="{8783D848-B411-418D-9805-36C42DA62F33}"/>
          </ac:spMkLst>
        </pc:spChg>
        <pc:spChg chg="add del mod">
          <ac:chgData name="Rissa" userId="9ebf8891-a6d6-4481-9472-9e650503fffd" providerId="ADAL" clId="{5B4D77E9-E58C-4718-994E-DC8FAD2BBAD5}" dt="2021-12-21T21:28:32.492" v="878"/>
          <ac:spMkLst>
            <pc:docMk/>
            <pc:sldMk cId="3667894015" sldId="272"/>
            <ac:spMk id="31" creationId="{03317EE5-1307-4FA3-ABDE-A93C25794B68}"/>
          </ac:spMkLst>
        </pc:spChg>
        <pc:spChg chg="add del mod">
          <ac:chgData name="Rissa" userId="9ebf8891-a6d6-4481-9472-9e650503fffd" providerId="ADAL" clId="{5B4D77E9-E58C-4718-994E-DC8FAD2BBAD5}" dt="2021-12-21T21:28:32.492" v="878"/>
          <ac:spMkLst>
            <pc:docMk/>
            <pc:sldMk cId="3667894015" sldId="272"/>
            <ac:spMk id="32" creationId="{97402787-8EC4-407F-B968-F08EFAF0CAF9}"/>
          </ac:spMkLst>
        </pc:spChg>
        <pc:spChg chg="add del mod">
          <ac:chgData name="Rissa" userId="9ebf8891-a6d6-4481-9472-9e650503fffd" providerId="ADAL" clId="{5B4D77E9-E58C-4718-994E-DC8FAD2BBAD5}" dt="2021-12-21T21:28:32.492" v="878"/>
          <ac:spMkLst>
            <pc:docMk/>
            <pc:sldMk cId="3667894015" sldId="272"/>
            <ac:spMk id="33" creationId="{C7F014D5-CF90-4C52-85DA-F81AB76B910B}"/>
          </ac:spMkLst>
        </pc:spChg>
        <pc:spChg chg="add del mod">
          <ac:chgData name="Rissa" userId="9ebf8891-a6d6-4481-9472-9e650503fffd" providerId="ADAL" clId="{5B4D77E9-E58C-4718-994E-DC8FAD2BBAD5}" dt="2021-12-21T21:28:32.492" v="878"/>
          <ac:spMkLst>
            <pc:docMk/>
            <pc:sldMk cId="3667894015" sldId="272"/>
            <ac:spMk id="34" creationId="{A084F6E6-FDC6-42A9-B99F-ADB455B7E29C}"/>
          </ac:spMkLst>
        </pc:spChg>
        <pc:spChg chg="add del mod">
          <ac:chgData name="Rissa" userId="9ebf8891-a6d6-4481-9472-9e650503fffd" providerId="ADAL" clId="{5B4D77E9-E58C-4718-994E-DC8FAD2BBAD5}" dt="2021-12-21T21:28:32.492" v="878"/>
          <ac:spMkLst>
            <pc:docMk/>
            <pc:sldMk cId="3667894015" sldId="272"/>
            <ac:spMk id="35" creationId="{0361A713-102F-4CEB-BEAB-8C74536CB031}"/>
          </ac:spMkLst>
        </pc:spChg>
        <pc:spChg chg="add del mod">
          <ac:chgData name="Rissa" userId="9ebf8891-a6d6-4481-9472-9e650503fffd" providerId="ADAL" clId="{5B4D77E9-E58C-4718-994E-DC8FAD2BBAD5}" dt="2021-12-21T21:28:32.492" v="878"/>
          <ac:spMkLst>
            <pc:docMk/>
            <pc:sldMk cId="3667894015" sldId="272"/>
            <ac:spMk id="37" creationId="{E356D564-2633-45FE-AC1C-98E6504448DB}"/>
          </ac:spMkLst>
        </pc:spChg>
        <pc:spChg chg="add del mod">
          <ac:chgData name="Rissa" userId="9ebf8891-a6d6-4481-9472-9e650503fffd" providerId="ADAL" clId="{5B4D77E9-E58C-4718-994E-DC8FAD2BBAD5}" dt="2021-12-21T21:28:32.492" v="878"/>
          <ac:spMkLst>
            <pc:docMk/>
            <pc:sldMk cId="3667894015" sldId="272"/>
            <ac:spMk id="38" creationId="{BC2A6338-F631-4566-BBC7-A4A97CA59995}"/>
          </ac:spMkLst>
        </pc:spChg>
        <pc:spChg chg="add del mod">
          <ac:chgData name="Rissa" userId="9ebf8891-a6d6-4481-9472-9e650503fffd" providerId="ADAL" clId="{5B4D77E9-E58C-4718-994E-DC8FAD2BBAD5}" dt="2021-12-21T21:28:32.492" v="878"/>
          <ac:spMkLst>
            <pc:docMk/>
            <pc:sldMk cId="3667894015" sldId="272"/>
            <ac:spMk id="39" creationId="{B74DF115-098B-40E0-AC9C-99141CD0F42B}"/>
          </ac:spMkLst>
        </pc:spChg>
        <pc:spChg chg="add del mod">
          <ac:chgData name="Rissa" userId="9ebf8891-a6d6-4481-9472-9e650503fffd" providerId="ADAL" clId="{5B4D77E9-E58C-4718-994E-DC8FAD2BBAD5}" dt="2021-12-21T21:28:32.492" v="878"/>
          <ac:spMkLst>
            <pc:docMk/>
            <pc:sldMk cId="3667894015" sldId="272"/>
            <ac:spMk id="40" creationId="{E7FD756E-F217-4F3F-80D0-9837AEF0DAC0}"/>
          </ac:spMkLst>
        </pc:spChg>
        <pc:spChg chg="add del mod">
          <ac:chgData name="Rissa" userId="9ebf8891-a6d6-4481-9472-9e650503fffd" providerId="ADAL" clId="{5B4D77E9-E58C-4718-994E-DC8FAD2BBAD5}" dt="2021-12-21T21:28:32.492" v="878"/>
          <ac:spMkLst>
            <pc:docMk/>
            <pc:sldMk cId="3667894015" sldId="272"/>
            <ac:spMk id="43" creationId="{CB593D00-FE8B-4566-9734-0DB6F298F90A}"/>
          </ac:spMkLst>
        </pc:spChg>
        <pc:spChg chg="add del mod">
          <ac:chgData name="Rissa" userId="9ebf8891-a6d6-4481-9472-9e650503fffd" providerId="ADAL" clId="{5B4D77E9-E58C-4718-994E-DC8FAD2BBAD5}" dt="2021-12-21T21:28:32.492" v="878"/>
          <ac:spMkLst>
            <pc:docMk/>
            <pc:sldMk cId="3667894015" sldId="272"/>
            <ac:spMk id="50" creationId="{48444672-19FB-41F6-837E-63E8C37AFA7E}"/>
          </ac:spMkLst>
        </pc:spChg>
        <pc:spChg chg="add del mod">
          <ac:chgData name="Rissa" userId="9ebf8891-a6d6-4481-9472-9e650503fffd" providerId="ADAL" clId="{5B4D77E9-E58C-4718-994E-DC8FAD2BBAD5}" dt="2021-12-21T21:28:32.492" v="878"/>
          <ac:spMkLst>
            <pc:docMk/>
            <pc:sldMk cId="3667894015" sldId="272"/>
            <ac:spMk id="51" creationId="{7071D723-7C89-4C1B-BCB1-F65E62A3724B}"/>
          </ac:spMkLst>
        </pc:spChg>
        <pc:spChg chg="add mod">
          <ac:chgData name="Rissa" userId="9ebf8891-a6d6-4481-9472-9e650503fffd" providerId="ADAL" clId="{5B4D77E9-E58C-4718-994E-DC8FAD2BBAD5}" dt="2021-12-21T21:29:15.672" v="900" actId="1076"/>
          <ac:spMkLst>
            <pc:docMk/>
            <pc:sldMk cId="3667894015" sldId="272"/>
            <ac:spMk id="60" creationId="{1E8D9B79-E399-41DE-B64C-D2733C448BB8}"/>
          </ac:spMkLst>
        </pc:spChg>
        <pc:spChg chg="add mod">
          <ac:chgData name="Rissa" userId="9ebf8891-a6d6-4481-9472-9e650503fffd" providerId="ADAL" clId="{5B4D77E9-E58C-4718-994E-DC8FAD2BBAD5}" dt="2021-12-21T21:29:15.672" v="900" actId="1076"/>
          <ac:spMkLst>
            <pc:docMk/>
            <pc:sldMk cId="3667894015" sldId="272"/>
            <ac:spMk id="61" creationId="{8041680A-8804-406A-A2F2-7BE2B77404ED}"/>
          </ac:spMkLst>
        </pc:spChg>
        <pc:spChg chg="add mod">
          <ac:chgData name="Rissa" userId="9ebf8891-a6d6-4481-9472-9e650503fffd" providerId="ADAL" clId="{5B4D77E9-E58C-4718-994E-DC8FAD2BBAD5}" dt="2021-12-21T21:51:41.027" v="973" actId="207"/>
          <ac:spMkLst>
            <pc:docMk/>
            <pc:sldMk cId="3667894015" sldId="272"/>
            <ac:spMk id="62" creationId="{5D5D3A0E-D1E1-4974-94C1-19F400CB5B98}"/>
          </ac:spMkLst>
        </pc:spChg>
        <pc:spChg chg="add mod">
          <ac:chgData name="Rissa" userId="9ebf8891-a6d6-4481-9472-9e650503fffd" providerId="ADAL" clId="{5B4D77E9-E58C-4718-994E-DC8FAD2BBAD5}" dt="2021-12-21T21:29:15.672" v="900" actId="1076"/>
          <ac:spMkLst>
            <pc:docMk/>
            <pc:sldMk cId="3667894015" sldId="272"/>
            <ac:spMk id="63" creationId="{6E021823-1B2C-4512-89F7-8B7E02AE1A39}"/>
          </ac:spMkLst>
        </pc:spChg>
        <pc:spChg chg="add mod">
          <ac:chgData name="Rissa" userId="9ebf8891-a6d6-4481-9472-9e650503fffd" providerId="ADAL" clId="{5B4D77E9-E58C-4718-994E-DC8FAD2BBAD5}" dt="2021-12-21T21:29:15.672" v="900" actId="1076"/>
          <ac:spMkLst>
            <pc:docMk/>
            <pc:sldMk cId="3667894015" sldId="272"/>
            <ac:spMk id="64" creationId="{8F24DECD-7B18-42F0-BD9E-660B1748672C}"/>
          </ac:spMkLst>
        </pc:spChg>
        <pc:spChg chg="add mod">
          <ac:chgData name="Rissa" userId="9ebf8891-a6d6-4481-9472-9e650503fffd" providerId="ADAL" clId="{5B4D77E9-E58C-4718-994E-DC8FAD2BBAD5}" dt="2021-12-21T21:43:12.167" v="915" actId="207"/>
          <ac:spMkLst>
            <pc:docMk/>
            <pc:sldMk cId="3667894015" sldId="272"/>
            <ac:spMk id="66" creationId="{629A810F-1FAA-4393-820F-6C7455ED6E4D}"/>
          </ac:spMkLst>
        </pc:spChg>
        <pc:spChg chg="add mod">
          <ac:chgData name="Rissa" userId="9ebf8891-a6d6-4481-9472-9e650503fffd" providerId="ADAL" clId="{5B4D77E9-E58C-4718-994E-DC8FAD2BBAD5}" dt="2021-12-21T21:29:15.672" v="900" actId="1076"/>
          <ac:spMkLst>
            <pc:docMk/>
            <pc:sldMk cId="3667894015" sldId="272"/>
            <ac:spMk id="67" creationId="{D43ABFE7-77B9-478C-8DB7-F0FAE534AD45}"/>
          </ac:spMkLst>
        </pc:spChg>
        <pc:spChg chg="add mod">
          <ac:chgData name="Rissa" userId="9ebf8891-a6d6-4481-9472-9e650503fffd" providerId="ADAL" clId="{5B4D77E9-E58C-4718-994E-DC8FAD2BBAD5}" dt="2021-12-21T21:29:15.672" v="900" actId="1076"/>
          <ac:spMkLst>
            <pc:docMk/>
            <pc:sldMk cId="3667894015" sldId="272"/>
            <ac:spMk id="68" creationId="{3973AD1B-3E02-42D0-B84F-E23AD9007D7B}"/>
          </ac:spMkLst>
        </pc:spChg>
        <pc:spChg chg="add mod">
          <ac:chgData name="Rissa" userId="9ebf8891-a6d6-4481-9472-9e650503fffd" providerId="ADAL" clId="{5B4D77E9-E58C-4718-994E-DC8FAD2BBAD5}" dt="2022-01-05T16:48:59.137" v="1599" actId="20577"/>
          <ac:spMkLst>
            <pc:docMk/>
            <pc:sldMk cId="3667894015" sldId="272"/>
            <ac:spMk id="69" creationId="{9387F3BA-477F-402E-92DE-4A2DB6A6BC4F}"/>
          </ac:spMkLst>
        </pc:spChg>
        <pc:spChg chg="add mod">
          <ac:chgData name="Rissa" userId="9ebf8891-a6d6-4481-9472-9e650503fffd" providerId="ADAL" clId="{5B4D77E9-E58C-4718-994E-DC8FAD2BBAD5}" dt="2021-12-21T21:29:15.672" v="900" actId="1076"/>
          <ac:spMkLst>
            <pc:docMk/>
            <pc:sldMk cId="3667894015" sldId="272"/>
            <ac:spMk id="72" creationId="{062C4559-D80F-413C-AB4D-25E816274924}"/>
          </ac:spMkLst>
        </pc:spChg>
        <pc:spChg chg="add mod">
          <ac:chgData name="Rissa" userId="9ebf8891-a6d6-4481-9472-9e650503fffd" providerId="ADAL" clId="{5B4D77E9-E58C-4718-994E-DC8FAD2BBAD5}" dt="2021-12-21T21:47:15.359" v="954" actId="114"/>
          <ac:spMkLst>
            <pc:docMk/>
            <pc:sldMk cId="3667894015" sldId="272"/>
            <ac:spMk id="79" creationId="{0D277C48-25DB-43AC-9431-2DA166CA6667}"/>
          </ac:spMkLst>
        </pc:spChg>
        <pc:spChg chg="add mod">
          <ac:chgData name="Rissa" userId="9ebf8891-a6d6-4481-9472-9e650503fffd" providerId="ADAL" clId="{5B4D77E9-E58C-4718-994E-DC8FAD2BBAD5}" dt="2021-12-21T21:47:18.611" v="955" actId="114"/>
          <ac:spMkLst>
            <pc:docMk/>
            <pc:sldMk cId="3667894015" sldId="272"/>
            <ac:spMk id="80" creationId="{4DA951F0-11B1-49FB-95FB-99C02BE5EDE8}"/>
          </ac:spMkLst>
        </pc:spChg>
        <pc:cxnChg chg="add del mod">
          <ac:chgData name="Rissa" userId="9ebf8891-a6d6-4481-9472-9e650503fffd" providerId="ADAL" clId="{5B4D77E9-E58C-4718-994E-DC8FAD2BBAD5}" dt="2021-12-21T21:29:04.074" v="896" actId="478"/>
          <ac:cxnSpMkLst>
            <pc:docMk/>
            <pc:sldMk cId="3667894015" sldId="272"/>
            <ac:cxnSpMk id="9" creationId="{438A3F34-8E29-482B-91F6-8D2B9AD5ADB6}"/>
          </ac:cxnSpMkLst>
        </pc:cxnChg>
        <pc:cxnChg chg="add del mod">
          <ac:chgData name="Rissa" userId="9ebf8891-a6d6-4481-9472-9e650503fffd" providerId="ADAL" clId="{5B4D77E9-E58C-4718-994E-DC8FAD2BBAD5}" dt="2021-12-21T21:28:41.985" v="881" actId="478"/>
          <ac:cxnSpMkLst>
            <pc:docMk/>
            <pc:sldMk cId="3667894015" sldId="272"/>
            <ac:cxnSpMk id="14" creationId="{ED2B94D7-092F-441F-89B9-4AF235011069}"/>
          </ac:cxnSpMkLst>
        </pc:cxnChg>
        <pc:cxnChg chg="add del mod">
          <ac:chgData name="Rissa" userId="9ebf8891-a6d6-4481-9472-9e650503fffd" providerId="ADAL" clId="{5B4D77E9-E58C-4718-994E-DC8FAD2BBAD5}" dt="2021-12-21T21:28:44.945" v="883" actId="478"/>
          <ac:cxnSpMkLst>
            <pc:docMk/>
            <pc:sldMk cId="3667894015" sldId="272"/>
            <ac:cxnSpMk id="15" creationId="{6A800E15-387E-4418-BCB4-F12F7F46112C}"/>
          </ac:cxnSpMkLst>
        </pc:cxnChg>
        <pc:cxnChg chg="add del mod">
          <ac:chgData name="Rissa" userId="9ebf8891-a6d6-4481-9472-9e650503fffd" providerId="ADAL" clId="{5B4D77E9-E58C-4718-994E-DC8FAD2BBAD5}" dt="2021-12-21T21:28:47.653" v="885" actId="478"/>
          <ac:cxnSpMkLst>
            <pc:docMk/>
            <pc:sldMk cId="3667894015" sldId="272"/>
            <ac:cxnSpMk id="17" creationId="{930B7C6E-B8EF-499D-8A6B-C63526AA9E28}"/>
          </ac:cxnSpMkLst>
        </pc:cxnChg>
        <pc:cxnChg chg="add del mod">
          <ac:chgData name="Rissa" userId="9ebf8891-a6d6-4481-9472-9e650503fffd" providerId="ADAL" clId="{5B4D77E9-E58C-4718-994E-DC8FAD2BBAD5}" dt="2021-12-21T21:28:50.370" v="887" actId="478"/>
          <ac:cxnSpMkLst>
            <pc:docMk/>
            <pc:sldMk cId="3667894015" sldId="272"/>
            <ac:cxnSpMk id="18" creationId="{325A5E52-C831-448D-8291-1E4C7DBE47D1}"/>
          </ac:cxnSpMkLst>
        </pc:cxnChg>
        <pc:cxnChg chg="add del mod">
          <ac:chgData name="Rissa" userId="9ebf8891-a6d6-4481-9472-9e650503fffd" providerId="ADAL" clId="{5B4D77E9-E58C-4718-994E-DC8FAD2BBAD5}" dt="2021-12-21T21:29:08.169" v="898" actId="478"/>
          <ac:cxnSpMkLst>
            <pc:docMk/>
            <pc:sldMk cId="3667894015" sldId="272"/>
            <ac:cxnSpMk id="19" creationId="{EA137771-F445-4FC0-88D4-59D8E7DB1F93}"/>
          </ac:cxnSpMkLst>
        </pc:cxnChg>
        <pc:cxnChg chg="add del mod">
          <ac:chgData name="Rissa" userId="9ebf8891-a6d6-4481-9472-9e650503fffd" providerId="ADAL" clId="{5B4D77E9-E58C-4718-994E-DC8FAD2BBAD5}" dt="2021-12-21T21:29:00.395" v="894" actId="478"/>
          <ac:cxnSpMkLst>
            <pc:docMk/>
            <pc:sldMk cId="3667894015" sldId="272"/>
            <ac:cxnSpMk id="20" creationId="{EC60C79A-08A2-4A0C-A707-083BB2C14BC6}"/>
          </ac:cxnSpMkLst>
        </pc:cxnChg>
        <pc:cxnChg chg="add del mod">
          <ac:chgData name="Rissa" userId="9ebf8891-a6d6-4481-9472-9e650503fffd" providerId="ADAL" clId="{5B4D77E9-E58C-4718-994E-DC8FAD2BBAD5}" dt="2021-12-21T21:28:55.387" v="890" actId="478"/>
          <ac:cxnSpMkLst>
            <pc:docMk/>
            <pc:sldMk cId="3667894015" sldId="272"/>
            <ac:cxnSpMk id="21" creationId="{B5A41D25-95D0-47BB-A427-2B3513A1CF37}"/>
          </ac:cxnSpMkLst>
        </pc:cxnChg>
        <pc:cxnChg chg="add del mod">
          <ac:chgData name="Rissa" userId="9ebf8891-a6d6-4481-9472-9e650503fffd" providerId="ADAL" clId="{5B4D77E9-E58C-4718-994E-DC8FAD2BBAD5}" dt="2021-12-21T21:28:57.775" v="892" actId="478"/>
          <ac:cxnSpMkLst>
            <pc:docMk/>
            <pc:sldMk cId="3667894015" sldId="272"/>
            <ac:cxnSpMk id="22" creationId="{936DF115-EDA9-4404-B5A0-00CF7EEA7038}"/>
          </ac:cxnSpMkLst>
        </pc:cxnChg>
        <pc:cxnChg chg="add del mod">
          <ac:chgData name="Rissa" userId="9ebf8891-a6d6-4481-9472-9e650503fffd" providerId="ADAL" clId="{5B4D77E9-E58C-4718-994E-DC8FAD2BBAD5}" dt="2021-12-21T21:28:32.492" v="878"/>
          <ac:cxnSpMkLst>
            <pc:docMk/>
            <pc:sldMk cId="3667894015" sldId="272"/>
            <ac:cxnSpMk id="36" creationId="{9780902C-6EDB-4F24-928F-C20E597D5E92}"/>
          </ac:cxnSpMkLst>
        </pc:cxnChg>
        <pc:cxnChg chg="add del mod">
          <ac:chgData name="Rissa" userId="9ebf8891-a6d6-4481-9472-9e650503fffd" providerId="ADAL" clId="{5B4D77E9-E58C-4718-994E-DC8FAD2BBAD5}" dt="2021-12-21T21:28:32.492" v="878"/>
          <ac:cxnSpMkLst>
            <pc:docMk/>
            <pc:sldMk cId="3667894015" sldId="272"/>
            <ac:cxnSpMk id="41" creationId="{49FB65E8-166E-45C6-B733-249D3E6B362D}"/>
          </ac:cxnSpMkLst>
        </pc:cxnChg>
        <pc:cxnChg chg="add del mod">
          <ac:chgData name="Rissa" userId="9ebf8891-a6d6-4481-9472-9e650503fffd" providerId="ADAL" clId="{5B4D77E9-E58C-4718-994E-DC8FAD2BBAD5}" dt="2021-12-21T21:28:32.492" v="878"/>
          <ac:cxnSpMkLst>
            <pc:docMk/>
            <pc:sldMk cId="3667894015" sldId="272"/>
            <ac:cxnSpMk id="42" creationId="{0B219906-995A-4D01-AFAC-1FF35523AAD5}"/>
          </ac:cxnSpMkLst>
        </pc:cxnChg>
        <pc:cxnChg chg="add del mod">
          <ac:chgData name="Rissa" userId="9ebf8891-a6d6-4481-9472-9e650503fffd" providerId="ADAL" clId="{5B4D77E9-E58C-4718-994E-DC8FAD2BBAD5}" dt="2021-12-21T21:28:32.492" v="878"/>
          <ac:cxnSpMkLst>
            <pc:docMk/>
            <pc:sldMk cId="3667894015" sldId="272"/>
            <ac:cxnSpMk id="44" creationId="{6B3B7372-A7E0-4C6F-87C0-BE97F3875FEC}"/>
          </ac:cxnSpMkLst>
        </pc:cxnChg>
        <pc:cxnChg chg="add del mod">
          <ac:chgData name="Rissa" userId="9ebf8891-a6d6-4481-9472-9e650503fffd" providerId="ADAL" clId="{5B4D77E9-E58C-4718-994E-DC8FAD2BBAD5}" dt="2021-12-21T21:28:32.492" v="878"/>
          <ac:cxnSpMkLst>
            <pc:docMk/>
            <pc:sldMk cId="3667894015" sldId="272"/>
            <ac:cxnSpMk id="45" creationId="{AA2740C6-FE69-44CF-90B8-4327D88634E3}"/>
          </ac:cxnSpMkLst>
        </pc:cxnChg>
        <pc:cxnChg chg="add del mod">
          <ac:chgData name="Rissa" userId="9ebf8891-a6d6-4481-9472-9e650503fffd" providerId="ADAL" clId="{5B4D77E9-E58C-4718-994E-DC8FAD2BBAD5}" dt="2021-12-21T21:28:32.492" v="878"/>
          <ac:cxnSpMkLst>
            <pc:docMk/>
            <pc:sldMk cId="3667894015" sldId="272"/>
            <ac:cxnSpMk id="46" creationId="{5FAEB12A-2721-4655-898D-4386C7BCA1E9}"/>
          </ac:cxnSpMkLst>
        </pc:cxnChg>
        <pc:cxnChg chg="add del mod">
          <ac:chgData name="Rissa" userId="9ebf8891-a6d6-4481-9472-9e650503fffd" providerId="ADAL" clId="{5B4D77E9-E58C-4718-994E-DC8FAD2BBAD5}" dt="2021-12-21T21:28:32.492" v="878"/>
          <ac:cxnSpMkLst>
            <pc:docMk/>
            <pc:sldMk cId="3667894015" sldId="272"/>
            <ac:cxnSpMk id="47" creationId="{6CF6C646-BDC3-4A06-8F74-65FCECDE4C75}"/>
          </ac:cxnSpMkLst>
        </pc:cxnChg>
        <pc:cxnChg chg="add del mod">
          <ac:chgData name="Rissa" userId="9ebf8891-a6d6-4481-9472-9e650503fffd" providerId="ADAL" clId="{5B4D77E9-E58C-4718-994E-DC8FAD2BBAD5}" dt="2021-12-21T21:28:32.492" v="878"/>
          <ac:cxnSpMkLst>
            <pc:docMk/>
            <pc:sldMk cId="3667894015" sldId="272"/>
            <ac:cxnSpMk id="48" creationId="{4E66E4BD-F209-4128-BFBB-9D215CCE11A3}"/>
          </ac:cxnSpMkLst>
        </pc:cxnChg>
        <pc:cxnChg chg="add del mod">
          <ac:chgData name="Rissa" userId="9ebf8891-a6d6-4481-9472-9e650503fffd" providerId="ADAL" clId="{5B4D77E9-E58C-4718-994E-DC8FAD2BBAD5}" dt="2021-12-21T21:28:32.492" v="878"/>
          <ac:cxnSpMkLst>
            <pc:docMk/>
            <pc:sldMk cId="3667894015" sldId="272"/>
            <ac:cxnSpMk id="49" creationId="{8340D0F5-97A4-44E0-B31B-29B8D89A9C1C}"/>
          </ac:cxnSpMkLst>
        </pc:cxnChg>
        <pc:cxnChg chg="add mod">
          <ac:chgData name="Rissa" userId="9ebf8891-a6d6-4481-9472-9e650503fffd" providerId="ADAL" clId="{5B4D77E9-E58C-4718-994E-DC8FAD2BBAD5}" dt="2021-12-21T21:29:15.672" v="900" actId="1076"/>
          <ac:cxnSpMkLst>
            <pc:docMk/>
            <pc:sldMk cId="3667894015" sldId="272"/>
            <ac:cxnSpMk id="65" creationId="{54198815-B995-4C70-B5B6-9A861561BEB6}"/>
          </ac:cxnSpMkLst>
        </pc:cxnChg>
        <pc:cxnChg chg="add mod">
          <ac:chgData name="Rissa" userId="9ebf8891-a6d6-4481-9472-9e650503fffd" providerId="ADAL" clId="{5B4D77E9-E58C-4718-994E-DC8FAD2BBAD5}" dt="2021-12-21T21:29:15.672" v="900" actId="1076"/>
          <ac:cxnSpMkLst>
            <pc:docMk/>
            <pc:sldMk cId="3667894015" sldId="272"/>
            <ac:cxnSpMk id="70" creationId="{B52E2258-B6C3-4182-817E-0FFF8305A894}"/>
          </ac:cxnSpMkLst>
        </pc:cxnChg>
        <pc:cxnChg chg="add mod">
          <ac:chgData name="Rissa" userId="9ebf8891-a6d6-4481-9472-9e650503fffd" providerId="ADAL" clId="{5B4D77E9-E58C-4718-994E-DC8FAD2BBAD5}" dt="2021-12-21T21:29:15.672" v="900" actId="1076"/>
          <ac:cxnSpMkLst>
            <pc:docMk/>
            <pc:sldMk cId="3667894015" sldId="272"/>
            <ac:cxnSpMk id="71" creationId="{35F277D3-50E1-4FE3-ABE3-7394E8BAA4E6}"/>
          </ac:cxnSpMkLst>
        </pc:cxnChg>
        <pc:cxnChg chg="add mod">
          <ac:chgData name="Rissa" userId="9ebf8891-a6d6-4481-9472-9e650503fffd" providerId="ADAL" clId="{5B4D77E9-E58C-4718-994E-DC8FAD2BBAD5}" dt="2021-12-21T21:29:15.672" v="900" actId="1076"/>
          <ac:cxnSpMkLst>
            <pc:docMk/>
            <pc:sldMk cId="3667894015" sldId="272"/>
            <ac:cxnSpMk id="73" creationId="{3E1E0CD7-B542-4F08-A45E-B24D391D8ED2}"/>
          </ac:cxnSpMkLst>
        </pc:cxnChg>
        <pc:cxnChg chg="add mod">
          <ac:chgData name="Rissa" userId="9ebf8891-a6d6-4481-9472-9e650503fffd" providerId="ADAL" clId="{5B4D77E9-E58C-4718-994E-DC8FAD2BBAD5}" dt="2021-12-21T21:29:15.672" v="900" actId="1076"/>
          <ac:cxnSpMkLst>
            <pc:docMk/>
            <pc:sldMk cId="3667894015" sldId="272"/>
            <ac:cxnSpMk id="74" creationId="{E0551EF8-3086-4E1C-80C2-68450BF96C55}"/>
          </ac:cxnSpMkLst>
        </pc:cxnChg>
        <pc:cxnChg chg="add mod">
          <ac:chgData name="Rissa" userId="9ebf8891-a6d6-4481-9472-9e650503fffd" providerId="ADAL" clId="{5B4D77E9-E58C-4718-994E-DC8FAD2BBAD5}" dt="2021-12-21T21:29:15.672" v="900" actId="1076"/>
          <ac:cxnSpMkLst>
            <pc:docMk/>
            <pc:sldMk cId="3667894015" sldId="272"/>
            <ac:cxnSpMk id="75" creationId="{EACDFD50-742C-49EA-BA14-9D659066B00D}"/>
          </ac:cxnSpMkLst>
        </pc:cxnChg>
        <pc:cxnChg chg="add mod">
          <ac:chgData name="Rissa" userId="9ebf8891-a6d6-4481-9472-9e650503fffd" providerId="ADAL" clId="{5B4D77E9-E58C-4718-994E-DC8FAD2BBAD5}" dt="2021-12-21T21:29:15.672" v="900" actId="1076"/>
          <ac:cxnSpMkLst>
            <pc:docMk/>
            <pc:sldMk cId="3667894015" sldId="272"/>
            <ac:cxnSpMk id="76" creationId="{FC244DE4-96A4-4755-9431-8DCFAEE82B73}"/>
          </ac:cxnSpMkLst>
        </pc:cxnChg>
        <pc:cxnChg chg="add mod">
          <ac:chgData name="Rissa" userId="9ebf8891-a6d6-4481-9472-9e650503fffd" providerId="ADAL" clId="{5B4D77E9-E58C-4718-994E-DC8FAD2BBAD5}" dt="2021-12-21T21:29:15.672" v="900" actId="1076"/>
          <ac:cxnSpMkLst>
            <pc:docMk/>
            <pc:sldMk cId="3667894015" sldId="272"/>
            <ac:cxnSpMk id="77" creationId="{C85C1352-9B0B-40B8-965B-87E4476C00E3}"/>
          </ac:cxnSpMkLst>
        </pc:cxnChg>
        <pc:cxnChg chg="add mod">
          <ac:chgData name="Rissa" userId="9ebf8891-a6d6-4481-9472-9e650503fffd" providerId="ADAL" clId="{5B4D77E9-E58C-4718-994E-DC8FAD2BBAD5}" dt="2021-12-21T21:29:15.672" v="900" actId="1076"/>
          <ac:cxnSpMkLst>
            <pc:docMk/>
            <pc:sldMk cId="3667894015" sldId="272"/>
            <ac:cxnSpMk id="78" creationId="{0BC36018-6660-4385-953F-86B1349E660F}"/>
          </ac:cxnSpMkLst>
        </pc:cxnChg>
      </pc:sldChg>
      <pc:sldChg chg="addSp delSp modSp new mod ord">
        <pc:chgData name="Rissa" userId="9ebf8891-a6d6-4481-9472-9e650503fffd" providerId="ADAL" clId="{5B4D77E9-E58C-4718-994E-DC8FAD2BBAD5}" dt="2021-12-21T21:51:35.263" v="972" actId="207"/>
        <pc:sldMkLst>
          <pc:docMk/>
          <pc:sldMk cId="1141595224" sldId="273"/>
        </pc:sldMkLst>
        <pc:spChg chg="mod">
          <ac:chgData name="Rissa" userId="9ebf8891-a6d6-4481-9472-9e650503fffd" providerId="ADAL" clId="{5B4D77E9-E58C-4718-994E-DC8FAD2BBAD5}" dt="2021-12-21T21:29:51.832" v="909"/>
          <ac:spMkLst>
            <pc:docMk/>
            <pc:sldMk cId="1141595224" sldId="273"/>
            <ac:spMk id="2" creationId="{2DD3895C-D4C0-4565-A084-2E762312CC8D}"/>
          </ac:spMkLst>
        </pc:spChg>
        <pc:spChg chg="del">
          <ac:chgData name="Rissa" userId="9ebf8891-a6d6-4481-9472-9e650503fffd" providerId="ADAL" clId="{5B4D77E9-E58C-4718-994E-DC8FAD2BBAD5}" dt="2021-12-20T21:13:29.615" v="188" actId="478"/>
          <ac:spMkLst>
            <pc:docMk/>
            <pc:sldMk cId="1141595224" sldId="273"/>
            <ac:spMk id="3" creationId="{D28765E3-5B3A-482E-A147-88A26B661D28}"/>
          </ac:spMkLst>
        </pc:spChg>
        <pc:spChg chg="add del mod">
          <ac:chgData name="Rissa" userId="9ebf8891-a6d6-4481-9472-9e650503fffd" providerId="ADAL" clId="{5B4D77E9-E58C-4718-994E-DC8FAD2BBAD5}" dt="2021-12-21T21:25:43.096" v="810" actId="478"/>
          <ac:spMkLst>
            <pc:docMk/>
            <pc:sldMk cId="1141595224" sldId="273"/>
            <ac:spMk id="4" creationId="{43137CD7-CF70-43DF-80CE-771AD2EBAC0B}"/>
          </ac:spMkLst>
        </pc:spChg>
        <pc:spChg chg="add del mod">
          <ac:chgData name="Rissa" userId="9ebf8891-a6d6-4481-9472-9e650503fffd" providerId="ADAL" clId="{5B4D77E9-E58C-4718-994E-DC8FAD2BBAD5}" dt="2021-12-21T21:25:43.096" v="810" actId="478"/>
          <ac:spMkLst>
            <pc:docMk/>
            <pc:sldMk cId="1141595224" sldId="273"/>
            <ac:spMk id="5" creationId="{CFD2D8DE-E7F1-4270-9545-E30E4A9EFAEB}"/>
          </ac:spMkLst>
        </pc:spChg>
        <pc:spChg chg="add del mod">
          <ac:chgData name="Rissa" userId="9ebf8891-a6d6-4481-9472-9e650503fffd" providerId="ADAL" clId="{5B4D77E9-E58C-4718-994E-DC8FAD2BBAD5}" dt="2021-12-21T21:25:43.096" v="810" actId="478"/>
          <ac:spMkLst>
            <pc:docMk/>
            <pc:sldMk cId="1141595224" sldId="273"/>
            <ac:spMk id="6" creationId="{E59EC68D-9A4A-4BEF-B670-06ADE0EB0A38}"/>
          </ac:spMkLst>
        </pc:spChg>
        <pc:spChg chg="add del mod">
          <ac:chgData name="Rissa" userId="9ebf8891-a6d6-4481-9472-9e650503fffd" providerId="ADAL" clId="{5B4D77E9-E58C-4718-994E-DC8FAD2BBAD5}" dt="2021-12-21T21:25:43.096" v="810" actId="478"/>
          <ac:spMkLst>
            <pc:docMk/>
            <pc:sldMk cId="1141595224" sldId="273"/>
            <ac:spMk id="7" creationId="{A50DF0A3-C539-4D87-8ED8-E962C1544C0C}"/>
          </ac:spMkLst>
        </pc:spChg>
        <pc:spChg chg="add del mod">
          <ac:chgData name="Rissa" userId="9ebf8891-a6d6-4481-9472-9e650503fffd" providerId="ADAL" clId="{5B4D77E9-E58C-4718-994E-DC8FAD2BBAD5}" dt="2021-12-21T21:25:43.096" v="810" actId="478"/>
          <ac:spMkLst>
            <pc:docMk/>
            <pc:sldMk cId="1141595224" sldId="273"/>
            <ac:spMk id="8" creationId="{5AB9D968-47A2-442C-870E-CA067C9F2950}"/>
          </ac:spMkLst>
        </pc:spChg>
        <pc:spChg chg="add del mod">
          <ac:chgData name="Rissa" userId="9ebf8891-a6d6-4481-9472-9e650503fffd" providerId="ADAL" clId="{5B4D77E9-E58C-4718-994E-DC8FAD2BBAD5}" dt="2021-12-21T21:25:43.096" v="810" actId="478"/>
          <ac:spMkLst>
            <pc:docMk/>
            <pc:sldMk cId="1141595224" sldId="273"/>
            <ac:spMk id="10" creationId="{D9AB8719-D408-4578-9A34-189048EBA86F}"/>
          </ac:spMkLst>
        </pc:spChg>
        <pc:spChg chg="add del mod">
          <ac:chgData name="Rissa" userId="9ebf8891-a6d6-4481-9472-9e650503fffd" providerId="ADAL" clId="{5B4D77E9-E58C-4718-994E-DC8FAD2BBAD5}" dt="2021-12-21T21:25:43.096" v="810" actId="478"/>
          <ac:spMkLst>
            <pc:docMk/>
            <pc:sldMk cId="1141595224" sldId="273"/>
            <ac:spMk id="11" creationId="{3987A901-0BDB-4104-A048-5080B9D8B767}"/>
          </ac:spMkLst>
        </pc:spChg>
        <pc:spChg chg="add del mod">
          <ac:chgData name="Rissa" userId="9ebf8891-a6d6-4481-9472-9e650503fffd" providerId="ADAL" clId="{5B4D77E9-E58C-4718-994E-DC8FAD2BBAD5}" dt="2021-12-21T21:25:43.096" v="810" actId="478"/>
          <ac:spMkLst>
            <pc:docMk/>
            <pc:sldMk cId="1141595224" sldId="273"/>
            <ac:spMk id="12" creationId="{4E45251C-D90A-4FCC-81E8-26DB1E8EA16B}"/>
          </ac:spMkLst>
        </pc:spChg>
        <pc:spChg chg="add del mod">
          <ac:chgData name="Rissa" userId="9ebf8891-a6d6-4481-9472-9e650503fffd" providerId="ADAL" clId="{5B4D77E9-E58C-4718-994E-DC8FAD2BBAD5}" dt="2021-12-21T21:25:43.096" v="810" actId="478"/>
          <ac:spMkLst>
            <pc:docMk/>
            <pc:sldMk cId="1141595224" sldId="273"/>
            <ac:spMk id="13" creationId="{22C8ADEB-F079-4278-A8CB-2E532B3E6126}"/>
          </ac:spMkLst>
        </pc:spChg>
        <pc:spChg chg="add del mod">
          <ac:chgData name="Rissa" userId="9ebf8891-a6d6-4481-9472-9e650503fffd" providerId="ADAL" clId="{5B4D77E9-E58C-4718-994E-DC8FAD2BBAD5}" dt="2021-12-21T21:25:43.096" v="810" actId="478"/>
          <ac:spMkLst>
            <pc:docMk/>
            <pc:sldMk cId="1141595224" sldId="273"/>
            <ac:spMk id="16" creationId="{889FA20F-F010-4595-A80E-4362954030E3}"/>
          </ac:spMkLst>
        </pc:spChg>
        <pc:spChg chg="add mod">
          <ac:chgData name="Rissa" userId="9ebf8891-a6d6-4481-9472-9e650503fffd" providerId="ADAL" clId="{5B4D77E9-E58C-4718-994E-DC8FAD2BBAD5}" dt="2021-12-21T21:25:53.687" v="813" actId="255"/>
          <ac:spMkLst>
            <pc:docMk/>
            <pc:sldMk cId="1141595224" sldId="273"/>
            <ac:spMk id="23" creationId="{C5569A23-1D9A-4303-9317-AC0B86F278BF}"/>
          </ac:spMkLst>
        </pc:spChg>
        <pc:spChg chg="add mod">
          <ac:chgData name="Rissa" userId="9ebf8891-a6d6-4481-9472-9e650503fffd" providerId="ADAL" clId="{5B4D77E9-E58C-4718-994E-DC8FAD2BBAD5}" dt="2021-12-21T21:26:17.152" v="817" actId="207"/>
          <ac:spMkLst>
            <pc:docMk/>
            <pc:sldMk cId="1141595224" sldId="273"/>
            <ac:spMk id="24" creationId="{A5D3A38D-16BD-43E3-8BA3-E31847A14806}"/>
          </ac:spMkLst>
        </pc:spChg>
        <pc:spChg chg="add mod">
          <ac:chgData name="Rissa" userId="9ebf8891-a6d6-4481-9472-9e650503fffd" providerId="ADAL" clId="{5B4D77E9-E58C-4718-994E-DC8FAD2BBAD5}" dt="2021-12-21T21:51:35.263" v="972" actId="207"/>
          <ac:spMkLst>
            <pc:docMk/>
            <pc:sldMk cId="1141595224" sldId="273"/>
            <ac:spMk id="25" creationId="{1F42DE95-F1BE-4D47-8B5E-D57D665EC9DE}"/>
          </ac:spMkLst>
        </pc:spChg>
        <pc:spChg chg="add mod">
          <ac:chgData name="Rissa" userId="9ebf8891-a6d6-4481-9472-9e650503fffd" providerId="ADAL" clId="{5B4D77E9-E58C-4718-994E-DC8FAD2BBAD5}" dt="2021-12-21T21:25:53.687" v="813" actId="255"/>
          <ac:spMkLst>
            <pc:docMk/>
            <pc:sldMk cId="1141595224" sldId="273"/>
            <ac:spMk id="26" creationId="{8DB6C000-064D-46DF-9606-473589CD81EC}"/>
          </ac:spMkLst>
        </pc:spChg>
        <pc:spChg chg="add mod">
          <ac:chgData name="Rissa" userId="9ebf8891-a6d6-4481-9472-9e650503fffd" providerId="ADAL" clId="{5B4D77E9-E58C-4718-994E-DC8FAD2BBAD5}" dt="2021-12-21T21:25:53.687" v="813" actId="255"/>
          <ac:spMkLst>
            <pc:docMk/>
            <pc:sldMk cId="1141595224" sldId="273"/>
            <ac:spMk id="27" creationId="{367B821C-DB00-43C5-85CB-7AC81C61447B}"/>
          </ac:spMkLst>
        </pc:spChg>
        <pc:spChg chg="add mod">
          <ac:chgData name="Rissa" userId="9ebf8891-a6d6-4481-9472-9e650503fffd" providerId="ADAL" clId="{5B4D77E9-E58C-4718-994E-DC8FAD2BBAD5}" dt="2021-12-21T21:25:53.687" v="813" actId="255"/>
          <ac:spMkLst>
            <pc:docMk/>
            <pc:sldMk cId="1141595224" sldId="273"/>
            <ac:spMk id="29" creationId="{F29A3EF4-1C27-4D87-A18D-173E7657794E}"/>
          </ac:spMkLst>
        </pc:spChg>
        <pc:spChg chg="add mod">
          <ac:chgData name="Rissa" userId="9ebf8891-a6d6-4481-9472-9e650503fffd" providerId="ADAL" clId="{5B4D77E9-E58C-4718-994E-DC8FAD2BBAD5}" dt="2021-12-21T21:25:53.687" v="813" actId="255"/>
          <ac:spMkLst>
            <pc:docMk/>
            <pc:sldMk cId="1141595224" sldId="273"/>
            <ac:spMk id="30" creationId="{548D4641-7CFA-48DF-BC50-1F30F224BA45}"/>
          </ac:spMkLst>
        </pc:spChg>
        <pc:spChg chg="add mod">
          <ac:chgData name="Rissa" userId="9ebf8891-a6d6-4481-9472-9e650503fffd" providerId="ADAL" clId="{5B4D77E9-E58C-4718-994E-DC8FAD2BBAD5}" dt="2021-12-21T21:25:53.687" v="813" actId="255"/>
          <ac:spMkLst>
            <pc:docMk/>
            <pc:sldMk cId="1141595224" sldId="273"/>
            <ac:spMk id="31" creationId="{AC46745D-15D5-4939-BC13-B19F29217128}"/>
          </ac:spMkLst>
        </pc:spChg>
        <pc:spChg chg="add mod">
          <ac:chgData name="Rissa" userId="9ebf8891-a6d6-4481-9472-9e650503fffd" providerId="ADAL" clId="{5B4D77E9-E58C-4718-994E-DC8FAD2BBAD5}" dt="2021-12-21T21:25:53.687" v="813" actId="255"/>
          <ac:spMkLst>
            <pc:docMk/>
            <pc:sldMk cId="1141595224" sldId="273"/>
            <ac:spMk id="32" creationId="{8009D87D-59E2-4FDD-90AF-A1AAE8B49296}"/>
          </ac:spMkLst>
        </pc:spChg>
        <pc:spChg chg="add mod">
          <ac:chgData name="Rissa" userId="9ebf8891-a6d6-4481-9472-9e650503fffd" providerId="ADAL" clId="{5B4D77E9-E58C-4718-994E-DC8FAD2BBAD5}" dt="2021-12-21T21:25:53.687" v="813" actId="255"/>
          <ac:spMkLst>
            <pc:docMk/>
            <pc:sldMk cId="1141595224" sldId="273"/>
            <ac:spMk id="35" creationId="{7C18420B-77A6-4257-A9A1-5EBBAF8EC64B}"/>
          </ac:spMkLst>
        </pc:spChg>
        <pc:spChg chg="add mod">
          <ac:chgData name="Rissa" userId="9ebf8891-a6d6-4481-9472-9e650503fffd" providerId="ADAL" clId="{5B4D77E9-E58C-4718-994E-DC8FAD2BBAD5}" dt="2021-12-21T21:49:08.973" v="968" actId="114"/>
          <ac:spMkLst>
            <pc:docMk/>
            <pc:sldMk cId="1141595224" sldId="273"/>
            <ac:spMk id="42" creationId="{7F4EE9A5-DAAA-4929-BB9A-6D39D91BFCA7}"/>
          </ac:spMkLst>
        </pc:spChg>
        <pc:spChg chg="add mod">
          <ac:chgData name="Rissa" userId="9ebf8891-a6d6-4481-9472-9e650503fffd" providerId="ADAL" clId="{5B4D77E9-E58C-4718-994E-DC8FAD2BBAD5}" dt="2021-12-21T21:49:11.680" v="969" actId="114"/>
          <ac:spMkLst>
            <pc:docMk/>
            <pc:sldMk cId="1141595224" sldId="273"/>
            <ac:spMk id="43" creationId="{4C0F8893-3774-4178-8857-7CCB75D56C61}"/>
          </ac:spMkLst>
        </pc:spChg>
        <pc:cxnChg chg="add del mod">
          <ac:chgData name="Rissa" userId="9ebf8891-a6d6-4481-9472-9e650503fffd" providerId="ADAL" clId="{5B4D77E9-E58C-4718-994E-DC8FAD2BBAD5}" dt="2021-12-21T21:25:43.096" v="810" actId="478"/>
          <ac:cxnSpMkLst>
            <pc:docMk/>
            <pc:sldMk cId="1141595224" sldId="273"/>
            <ac:cxnSpMk id="9" creationId="{95EC3115-A89B-4C11-8157-1819EB5F4D59}"/>
          </ac:cxnSpMkLst>
        </pc:cxnChg>
        <pc:cxnChg chg="add del mod">
          <ac:chgData name="Rissa" userId="9ebf8891-a6d6-4481-9472-9e650503fffd" providerId="ADAL" clId="{5B4D77E9-E58C-4718-994E-DC8FAD2BBAD5}" dt="2021-12-21T21:25:43.096" v="810" actId="478"/>
          <ac:cxnSpMkLst>
            <pc:docMk/>
            <pc:sldMk cId="1141595224" sldId="273"/>
            <ac:cxnSpMk id="14" creationId="{70BE9127-576D-42E6-BC99-BDECE4279D23}"/>
          </ac:cxnSpMkLst>
        </pc:cxnChg>
        <pc:cxnChg chg="add del mod">
          <ac:chgData name="Rissa" userId="9ebf8891-a6d6-4481-9472-9e650503fffd" providerId="ADAL" clId="{5B4D77E9-E58C-4718-994E-DC8FAD2BBAD5}" dt="2021-12-21T21:25:43.096" v="810" actId="478"/>
          <ac:cxnSpMkLst>
            <pc:docMk/>
            <pc:sldMk cId="1141595224" sldId="273"/>
            <ac:cxnSpMk id="15" creationId="{171C5C7B-F716-4C00-861B-B025F1BA9CD5}"/>
          </ac:cxnSpMkLst>
        </pc:cxnChg>
        <pc:cxnChg chg="add del mod">
          <ac:chgData name="Rissa" userId="9ebf8891-a6d6-4481-9472-9e650503fffd" providerId="ADAL" clId="{5B4D77E9-E58C-4718-994E-DC8FAD2BBAD5}" dt="2021-12-21T21:25:43.096" v="810" actId="478"/>
          <ac:cxnSpMkLst>
            <pc:docMk/>
            <pc:sldMk cId="1141595224" sldId="273"/>
            <ac:cxnSpMk id="17" creationId="{A20409D4-DCF7-4A95-B27C-02A5457064C3}"/>
          </ac:cxnSpMkLst>
        </pc:cxnChg>
        <pc:cxnChg chg="add del mod">
          <ac:chgData name="Rissa" userId="9ebf8891-a6d6-4481-9472-9e650503fffd" providerId="ADAL" clId="{5B4D77E9-E58C-4718-994E-DC8FAD2BBAD5}" dt="2021-12-21T21:25:43.096" v="810" actId="478"/>
          <ac:cxnSpMkLst>
            <pc:docMk/>
            <pc:sldMk cId="1141595224" sldId="273"/>
            <ac:cxnSpMk id="18" creationId="{5728D712-FFC4-4052-8625-36F58FEEC22C}"/>
          </ac:cxnSpMkLst>
        </pc:cxnChg>
        <pc:cxnChg chg="add del mod">
          <ac:chgData name="Rissa" userId="9ebf8891-a6d6-4481-9472-9e650503fffd" providerId="ADAL" clId="{5B4D77E9-E58C-4718-994E-DC8FAD2BBAD5}" dt="2021-12-21T21:25:43.096" v="810" actId="478"/>
          <ac:cxnSpMkLst>
            <pc:docMk/>
            <pc:sldMk cId="1141595224" sldId="273"/>
            <ac:cxnSpMk id="19" creationId="{2DFAADEB-AAF0-4E07-A102-27ECC62C8165}"/>
          </ac:cxnSpMkLst>
        </pc:cxnChg>
        <pc:cxnChg chg="add del mod">
          <ac:chgData name="Rissa" userId="9ebf8891-a6d6-4481-9472-9e650503fffd" providerId="ADAL" clId="{5B4D77E9-E58C-4718-994E-DC8FAD2BBAD5}" dt="2021-12-21T21:25:43.096" v="810" actId="478"/>
          <ac:cxnSpMkLst>
            <pc:docMk/>
            <pc:sldMk cId="1141595224" sldId="273"/>
            <ac:cxnSpMk id="20" creationId="{96828268-093F-481C-8A7F-33EF85B36409}"/>
          </ac:cxnSpMkLst>
        </pc:cxnChg>
        <pc:cxnChg chg="add del mod">
          <ac:chgData name="Rissa" userId="9ebf8891-a6d6-4481-9472-9e650503fffd" providerId="ADAL" clId="{5B4D77E9-E58C-4718-994E-DC8FAD2BBAD5}" dt="2021-12-21T21:25:43.096" v="810" actId="478"/>
          <ac:cxnSpMkLst>
            <pc:docMk/>
            <pc:sldMk cId="1141595224" sldId="273"/>
            <ac:cxnSpMk id="21" creationId="{FBB3B47B-EDE4-4CE1-86BF-835648F43120}"/>
          </ac:cxnSpMkLst>
        </pc:cxnChg>
        <pc:cxnChg chg="add del mod">
          <ac:chgData name="Rissa" userId="9ebf8891-a6d6-4481-9472-9e650503fffd" providerId="ADAL" clId="{5B4D77E9-E58C-4718-994E-DC8FAD2BBAD5}" dt="2021-12-21T21:25:43.096" v="810" actId="478"/>
          <ac:cxnSpMkLst>
            <pc:docMk/>
            <pc:sldMk cId="1141595224" sldId="273"/>
            <ac:cxnSpMk id="22" creationId="{E6073E53-1EB3-4E70-A03F-94642D1C97AB}"/>
          </ac:cxnSpMkLst>
        </pc:cxnChg>
        <pc:cxnChg chg="add mod">
          <ac:chgData name="Rissa" userId="9ebf8891-a6d6-4481-9472-9e650503fffd" providerId="ADAL" clId="{5B4D77E9-E58C-4718-994E-DC8FAD2BBAD5}" dt="2021-12-21T21:25:47.037" v="812" actId="1076"/>
          <ac:cxnSpMkLst>
            <pc:docMk/>
            <pc:sldMk cId="1141595224" sldId="273"/>
            <ac:cxnSpMk id="28" creationId="{C34A4496-61CE-47E0-9CA3-D726A26B8BFF}"/>
          </ac:cxnSpMkLst>
        </pc:cxnChg>
        <pc:cxnChg chg="add mod">
          <ac:chgData name="Rissa" userId="9ebf8891-a6d6-4481-9472-9e650503fffd" providerId="ADAL" clId="{5B4D77E9-E58C-4718-994E-DC8FAD2BBAD5}" dt="2021-12-21T21:25:47.037" v="812" actId="1076"/>
          <ac:cxnSpMkLst>
            <pc:docMk/>
            <pc:sldMk cId="1141595224" sldId="273"/>
            <ac:cxnSpMk id="33" creationId="{9E277FB9-5DFB-4929-937A-BC51DF2E71BD}"/>
          </ac:cxnSpMkLst>
        </pc:cxnChg>
        <pc:cxnChg chg="add mod">
          <ac:chgData name="Rissa" userId="9ebf8891-a6d6-4481-9472-9e650503fffd" providerId="ADAL" clId="{5B4D77E9-E58C-4718-994E-DC8FAD2BBAD5}" dt="2021-12-21T21:25:47.037" v="812" actId="1076"/>
          <ac:cxnSpMkLst>
            <pc:docMk/>
            <pc:sldMk cId="1141595224" sldId="273"/>
            <ac:cxnSpMk id="34" creationId="{0B0A6A0B-A7ED-4BEC-AFDF-3532635031AD}"/>
          </ac:cxnSpMkLst>
        </pc:cxnChg>
        <pc:cxnChg chg="add mod">
          <ac:chgData name="Rissa" userId="9ebf8891-a6d6-4481-9472-9e650503fffd" providerId="ADAL" clId="{5B4D77E9-E58C-4718-994E-DC8FAD2BBAD5}" dt="2021-12-21T21:25:47.037" v="812" actId="1076"/>
          <ac:cxnSpMkLst>
            <pc:docMk/>
            <pc:sldMk cId="1141595224" sldId="273"/>
            <ac:cxnSpMk id="36" creationId="{70A882E0-C025-4BDC-8E52-7A02976AAD5F}"/>
          </ac:cxnSpMkLst>
        </pc:cxnChg>
        <pc:cxnChg chg="add mod">
          <ac:chgData name="Rissa" userId="9ebf8891-a6d6-4481-9472-9e650503fffd" providerId="ADAL" clId="{5B4D77E9-E58C-4718-994E-DC8FAD2BBAD5}" dt="2021-12-21T21:25:47.037" v="812" actId="1076"/>
          <ac:cxnSpMkLst>
            <pc:docMk/>
            <pc:sldMk cId="1141595224" sldId="273"/>
            <ac:cxnSpMk id="37" creationId="{7D8F67F8-8CD5-4028-9552-DFB813726440}"/>
          </ac:cxnSpMkLst>
        </pc:cxnChg>
        <pc:cxnChg chg="add mod">
          <ac:chgData name="Rissa" userId="9ebf8891-a6d6-4481-9472-9e650503fffd" providerId="ADAL" clId="{5B4D77E9-E58C-4718-994E-DC8FAD2BBAD5}" dt="2021-12-21T21:25:47.037" v="812" actId="1076"/>
          <ac:cxnSpMkLst>
            <pc:docMk/>
            <pc:sldMk cId="1141595224" sldId="273"/>
            <ac:cxnSpMk id="38" creationId="{526D969E-0F76-45EA-9157-2FDC2C7D4995}"/>
          </ac:cxnSpMkLst>
        </pc:cxnChg>
        <pc:cxnChg chg="add mod">
          <ac:chgData name="Rissa" userId="9ebf8891-a6d6-4481-9472-9e650503fffd" providerId="ADAL" clId="{5B4D77E9-E58C-4718-994E-DC8FAD2BBAD5}" dt="2021-12-21T21:25:47.037" v="812" actId="1076"/>
          <ac:cxnSpMkLst>
            <pc:docMk/>
            <pc:sldMk cId="1141595224" sldId="273"/>
            <ac:cxnSpMk id="39" creationId="{6A51B313-6439-4496-88E1-5E47C587F933}"/>
          </ac:cxnSpMkLst>
        </pc:cxnChg>
        <pc:cxnChg chg="add mod">
          <ac:chgData name="Rissa" userId="9ebf8891-a6d6-4481-9472-9e650503fffd" providerId="ADAL" clId="{5B4D77E9-E58C-4718-994E-DC8FAD2BBAD5}" dt="2021-12-21T21:25:47.037" v="812" actId="1076"/>
          <ac:cxnSpMkLst>
            <pc:docMk/>
            <pc:sldMk cId="1141595224" sldId="273"/>
            <ac:cxnSpMk id="40" creationId="{7944BE2E-947C-42D3-B39C-7A3E4C5EE72E}"/>
          </ac:cxnSpMkLst>
        </pc:cxnChg>
        <pc:cxnChg chg="add mod">
          <ac:chgData name="Rissa" userId="9ebf8891-a6d6-4481-9472-9e650503fffd" providerId="ADAL" clId="{5B4D77E9-E58C-4718-994E-DC8FAD2BBAD5}" dt="2021-12-21T21:25:47.037" v="812" actId="1076"/>
          <ac:cxnSpMkLst>
            <pc:docMk/>
            <pc:sldMk cId="1141595224" sldId="273"/>
            <ac:cxnSpMk id="41" creationId="{658BBB00-DF4C-400D-8059-76B62AB10C0D}"/>
          </ac:cxnSpMkLst>
        </pc:cxnChg>
      </pc:sldChg>
      <pc:sldChg chg="modSp new mod ord">
        <pc:chgData name="Rissa" userId="9ebf8891-a6d6-4481-9472-9e650503fffd" providerId="ADAL" clId="{5B4D77E9-E58C-4718-994E-DC8FAD2BBAD5}" dt="2021-12-21T21:29:51.832" v="909"/>
        <pc:sldMkLst>
          <pc:docMk/>
          <pc:sldMk cId="3062905398" sldId="274"/>
        </pc:sldMkLst>
        <pc:spChg chg="mod">
          <ac:chgData name="Rissa" userId="9ebf8891-a6d6-4481-9472-9e650503fffd" providerId="ADAL" clId="{5B4D77E9-E58C-4718-994E-DC8FAD2BBAD5}" dt="2021-12-21T21:29:51.832" v="909"/>
          <ac:spMkLst>
            <pc:docMk/>
            <pc:sldMk cId="3062905398" sldId="274"/>
            <ac:spMk id="2" creationId="{EF9867DA-EBD6-41D2-97B4-BE1196EAB8AB}"/>
          </ac:spMkLst>
        </pc:spChg>
        <pc:spChg chg="mod">
          <ac:chgData name="Rissa" userId="9ebf8891-a6d6-4481-9472-9e650503fffd" providerId="ADAL" clId="{5B4D77E9-E58C-4718-994E-DC8FAD2BBAD5}" dt="2021-12-21T21:29:51.832" v="909"/>
          <ac:spMkLst>
            <pc:docMk/>
            <pc:sldMk cId="3062905398" sldId="274"/>
            <ac:spMk id="3" creationId="{64E2128A-0EEB-4CAF-98FA-9227F66AC483}"/>
          </ac:spMkLst>
        </pc:spChg>
      </pc:sldChg>
      <pc:sldChg chg="modSp new mod">
        <pc:chgData name="Rissa" userId="9ebf8891-a6d6-4481-9472-9e650503fffd" providerId="ADAL" clId="{5B4D77E9-E58C-4718-994E-DC8FAD2BBAD5}" dt="2022-01-08T23:43:48.698" v="4631" actId="20577"/>
        <pc:sldMkLst>
          <pc:docMk/>
          <pc:sldMk cId="1630454874" sldId="275"/>
        </pc:sldMkLst>
        <pc:spChg chg="mod">
          <ac:chgData name="Rissa" userId="9ebf8891-a6d6-4481-9472-9e650503fffd" providerId="ADAL" clId="{5B4D77E9-E58C-4718-994E-DC8FAD2BBAD5}" dt="2021-12-21T21:47:41.513" v="956" actId="207"/>
          <ac:spMkLst>
            <pc:docMk/>
            <pc:sldMk cId="1630454874" sldId="275"/>
            <ac:spMk id="2" creationId="{44FCA0CC-B6E9-4B14-A007-0C48A37C9455}"/>
          </ac:spMkLst>
        </pc:spChg>
        <pc:spChg chg="mod">
          <ac:chgData name="Rissa" userId="9ebf8891-a6d6-4481-9472-9e650503fffd" providerId="ADAL" clId="{5B4D77E9-E58C-4718-994E-DC8FAD2BBAD5}" dt="2022-01-08T23:43:48.698" v="4631" actId="20577"/>
          <ac:spMkLst>
            <pc:docMk/>
            <pc:sldMk cId="1630454874" sldId="275"/>
            <ac:spMk id="3" creationId="{80E6EA46-0CDF-4585-9270-F8864FA99057}"/>
          </ac:spMkLst>
        </pc:spChg>
      </pc:sldChg>
      <pc:sldChg chg="modSp new mod">
        <pc:chgData name="Rissa" userId="9ebf8891-a6d6-4481-9472-9e650503fffd" providerId="ADAL" clId="{5B4D77E9-E58C-4718-994E-DC8FAD2BBAD5}" dt="2022-01-05T16:45:27.881" v="1530" actId="20577"/>
        <pc:sldMkLst>
          <pc:docMk/>
          <pc:sldMk cId="3670373392" sldId="276"/>
        </pc:sldMkLst>
        <pc:spChg chg="mod">
          <ac:chgData name="Rissa" userId="9ebf8891-a6d6-4481-9472-9e650503fffd" providerId="ADAL" clId="{5B4D77E9-E58C-4718-994E-DC8FAD2BBAD5}" dt="2021-12-21T21:47:49.538" v="957" actId="207"/>
          <ac:spMkLst>
            <pc:docMk/>
            <pc:sldMk cId="3670373392" sldId="276"/>
            <ac:spMk id="2" creationId="{E163A7A0-3A26-4BD3-BB3A-6375766890DB}"/>
          </ac:spMkLst>
        </pc:spChg>
        <pc:spChg chg="mod">
          <ac:chgData name="Rissa" userId="9ebf8891-a6d6-4481-9472-9e650503fffd" providerId="ADAL" clId="{5B4D77E9-E58C-4718-994E-DC8FAD2BBAD5}" dt="2022-01-05T16:45:27.881" v="1530" actId="20577"/>
          <ac:spMkLst>
            <pc:docMk/>
            <pc:sldMk cId="3670373392" sldId="276"/>
            <ac:spMk id="3" creationId="{5BFF466C-D76F-48F7-907B-6AFCC5D889E9}"/>
          </ac:spMkLst>
        </pc:spChg>
      </pc:sldChg>
      <pc:sldChg chg="modSp new mod">
        <pc:chgData name="Rissa" userId="9ebf8891-a6d6-4481-9472-9e650503fffd" providerId="ADAL" clId="{5B4D77E9-E58C-4718-994E-DC8FAD2BBAD5}" dt="2022-01-05T17:09:03.265" v="2293" actId="20577"/>
        <pc:sldMkLst>
          <pc:docMk/>
          <pc:sldMk cId="474533625" sldId="277"/>
        </pc:sldMkLst>
        <pc:spChg chg="mod">
          <ac:chgData name="Rissa" userId="9ebf8891-a6d6-4481-9472-9e650503fffd" providerId="ADAL" clId="{5B4D77E9-E58C-4718-994E-DC8FAD2BBAD5}" dt="2021-12-21T21:48:03.208" v="959" actId="207"/>
          <ac:spMkLst>
            <pc:docMk/>
            <pc:sldMk cId="474533625" sldId="277"/>
            <ac:spMk id="2" creationId="{3EF53DBE-A7C9-46DD-8980-D9BB479E8CF9}"/>
          </ac:spMkLst>
        </pc:spChg>
        <pc:spChg chg="mod">
          <ac:chgData name="Rissa" userId="9ebf8891-a6d6-4481-9472-9e650503fffd" providerId="ADAL" clId="{5B4D77E9-E58C-4718-994E-DC8FAD2BBAD5}" dt="2022-01-05T17:09:03.265" v="2293" actId="20577"/>
          <ac:spMkLst>
            <pc:docMk/>
            <pc:sldMk cId="474533625" sldId="277"/>
            <ac:spMk id="3" creationId="{06B4BC0F-EEB9-40E8-9FBB-558E4896A757}"/>
          </ac:spMkLst>
        </pc:spChg>
      </pc:sldChg>
      <pc:sldChg chg="modSp new del">
        <pc:chgData name="Rissa" userId="9ebf8891-a6d6-4481-9472-9e650503fffd" providerId="ADAL" clId="{5B4D77E9-E58C-4718-994E-DC8FAD2BBAD5}" dt="2021-12-21T21:27:47.622" v="840" actId="2696"/>
        <pc:sldMkLst>
          <pc:docMk/>
          <pc:sldMk cId="359001172" sldId="278"/>
        </pc:sldMkLst>
        <pc:spChg chg="mod">
          <ac:chgData name="Rissa" userId="9ebf8891-a6d6-4481-9472-9e650503fffd" providerId="ADAL" clId="{5B4D77E9-E58C-4718-994E-DC8FAD2BBAD5}" dt="2021-12-21T21:27:01.333" v="822"/>
          <ac:spMkLst>
            <pc:docMk/>
            <pc:sldMk cId="359001172" sldId="278"/>
            <ac:spMk id="2" creationId="{5AF384FD-6F60-4758-B698-E8814C564ECB}"/>
          </ac:spMkLst>
        </pc:spChg>
        <pc:spChg chg="mod">
          <ac:chgData name="Rissa" userId="9ebf8891-a6d6-4481-9472-9e650503fffd" providerId="ADAL" clId="{5B4D77E9-E58C-4718-994E-DC8FAD2BBAD5}" dt="2021-12-21T21:27:01.333" v="822"/>
          <ac:spMkLst>
            <pc:docMk/>
            <pc:sldMk cId="359001172" sldId="278"/>
            <ac:spMk id="3" creationId="{F8B013C8-73E8-4FE7-AC47-C673E06811DC}"/>
          </ac:spMkLst>
        </pc:spChg>
      </pc:sldChg>
      <pc:sldChg chg="new del">
        <pc:chgData name="Rissa" userId="9ebf8891-a6d6-4481-9472-9e650503fffd" providerId="ADAL" clId="{5B4D77E9-E58C-4718-994E-DC8FAD2BBAD5}" dt="2021-12-20T21:57:11.559" v="779" actId="47"/>
        <pc:sldMkLst>
          <pc:docMk/>
          <pc:sldMk cId="4134805873" sldId="278"/>
        </pc:sldMkLst>
      </pc:sldChg>
      <pc:sldChg chg="addSp modSp new mod">
        <pc:chgData name="Rissa" userId="9ebf8891-a6d6-4481-9472-9e650503fffd" providerId="ADAL" clId="{5B4D77E9-E58C-4718-994E-DC8FAD2BBAD5}" dt="2022-01-05T16:53:47.179" v="1658" actId="20577"/>
        <pc:sldMkLst>
          <pc:docMk/>
          <pc:sldMk cId="4248196818" sldId="278"/>
        </pc:sldMkLst>
        <pc:spChg chg="mod">
          <ac:chgData name="Rissa" userId="9ebf8891-a6d6-4481-9472-9e650503fffd" providerId="ADAL" clId="{5B4D77E9-E58C-4718-994E-DC8FAD2BBAD5}" dt="2022-01-05T15:10:24.572" v="1250" actId="20577"/>
          <ac:spMkLst>
            <pc:docMk/>
            <pc:sldMk cId="4248196818" sldId="278"/>
            <ac:spMk id="2" creationId="{B7B6709A-3E21-4315-A68E-F0C37A9EF590}"/>
          </ac:spMkLst>
        </pc:spChg>
        <pc:spChg chg="mod">
          <ac:chgData name="Rissa" userId="9ebf8891-a6d6-4481-9472-9e650503fffd" providerId="ADAL" clId="{5B4D77E9-E58C-4718-994E-DC8FAD2BBAD5}" dt="2022-01-05T16:53:47.179" v="1658" actId="20577"/>
          <ac:spMkLst>
            <pc:docMk/>
            <pc:sldMk cId="4248196818" sldId="278"/>
            <ac:spMk id="3" creationId="{BBDEBF64-B2D6-4B3B-934E-712F29FE3C56}"/>
          </ac:spMkLst>
        </pc:spChg>
        <pc:picChg chg="add mod">
          <ac:chgData name="Rissa" userId="9ebf8891-a6d6-4481-9472-9e650503fffd" providerId="ADAL" clId="{5B4D77E9-E58C-4718-994E-DC8FAD2BBAD5}" dt="2022-01-05T16:44:21.200" v="1415" actId="1076"/>
          <ac:picMkLst>
            <pc:docMk/>
            <pc:sldMk cId="4248196818" sldId="278"/>
            <ac:picMk id="4" creationId="{B02F529E-C0E1-4AB9-ACB3-98D39D65FDC6}"/>
          </ac:picMkLst>
        </pc:picChg>
        <pc:picChg chg="add mod">
          <ac:chgData name="Rissa" userId="9ebf8891-a6d6-4481-9472-9e650503fffd" providerId="ADAL" clId="{5B4D77E9-E58C-4718-994E-DC8FAD2BBAD5}" dt="2022-01-05T16:44:23.570" v="1416" actId="1076"/>
          <ac:picMkLst>
            <pc:docMk/>
            <pc:sldMk cId="4248196818" sldId="278"/>
            <ac:picMk id="5" creationId="{1BCA7BCF-E181-412C-A987-F02E8A6FB96E}"/>
          </ac:picMkLst>
        </pc:picChg>
      </pc:sldChg>
      <pc:sldChg chg="delSp modSp add del mod">
        <pc:chgData name="Rissa" userId="9ebf8891-a6d6-4481-9472-9e650503fffd" providerId="ADAL" clId="{5B4D77E9-E58C-4718-994E-DC8FAD2BBAD5}" dt="2021-12-21T21:27:43.980" v="839" actId="2696"/>
        <pc:sldMkLst>
          <pc:docMk/>
          <pc:sldMk cId="277010613" sldId="279"/>
        </pc:sldMkLst>
        <pc:spChg chg="mod">
          <ac:chgData name="Rissa" userId="9ebf8891-a6d6-4481-9472-9e650503fffd" providerId="ADAL" clId="{5B4D77E9-E58C-4718-994E-DC8FAD2BBAD5}" dt="2021-12-21T21:27:12.443" v="835" actId="20577"/>
          <ac:spMkLst>
            <pc:docMk/>
            <pc:sldMk cId="277010613" sldId="279"/>
            <ac:spMk id="2" creationId="{7DCA6DA6-8AC2-4F7D-8F3F-FBED36767674}"/>
          </ac:spMkLst>
        </pc:spChg>
        <pc:spChg chg="del">
          <ac:chgData name="Rissa" userId="9ebf8891-a6d6-4481-9472-9e650503fffd" providerId="ADAL" clId="{5B4D77E9-E58C-4718-994E-DC8FAD2BBAD5}" dt="2021-12-21T21:27:20.036" v="836" actId="478"/>
          <ac:spMkLst>
            <pc:docMk/>
            <pc:sldMk cId="277010613" sldId="279"/>
            <ac:spMk id="36" creationId="{9F60D12D-FA96-4432-820E-5B64962E69DF}"/>
          </ac:spMkLst>
        </pc:spChg>
      </pc:sldChg>
      <pc:sldChg chg="modSp new">
        <pc:chgData name="Rissa" userId="9ebf8891-a6d6-4481-9472-9e650503fffd" providerId="ADAL" clId="{5B4D77E9-E58C-4718-994E-DC8FAD2BBAD5}" dt="2022-01-05T16:46:53.100" v="1537" actId="207"/>
        <pc:sldMkLst>
          <pc:docMk/>
          <pc:sldMk cId="3224942141" sldId="279"/>
        </pc:sldMkLst>
        <pc:spChg chg="mod">
          <ac:chgData name="Rissa" userId="9ebf8891-a6d6-4481-9472-9e650503fffd" providerId="ADAL" clId="{5B4D77E9-E58C-4718-994E-DC8FAD2BBAD5}" dt="2022-01-05T16:46:53.100" v="1537" actId="207"/>
          <ac:spMkLst>
            <pc:docMk/>
            <pc:sldMk cId="3224942141" sldId="279"/>
            <ac:spMk id="2" creationId="{7C7BD879-5A59-4CBA-89CE-058E25B47227}"/>
          </ac:spMkLst>
        </pc:spChg>
        <pc:spChg chg="mod">
          <ac:chgData name="Rissa" userId="9ebf8891-a6d6-4481-9472-9e650503fffd" providerId="ADAL" clId="{5B4D77E9-E58C-4718-994E-DC8FAD2BBAD5}" dt="2022-01-05T16:46:47.568" v="1536"/>
          <ac:spMkLst>
            <pc:docMk/>
            <pc:sldMk cId="3224942141" sldId="279"/>
            <ac:spMk id="3" creationId="{11F96FB6-097D-40FB-86F0-40B0C2DC4189}"/>
          </ac:spMkLst>
        </pc:spChg>
      </pc:sldChg>
      <pc:sldChg chg="add del">
        <pc:chgData name="Rissa" userId="9ebf8891-a6d6-4481-9472-9e650503fffd" providerId="ADAL" clId="{5B4D77E9-E58C-4718-994E-DC8FAD2BBAD5}" dt="2021-12-21T21:27:36.846" v="838"/>
        <pc:sldMkLst>
          <pc:docMk/>
          <pc:sldMk cId="665876806" sldId="280"/>
        </pc:sldMkLst>
      </pc:sldChg>
      <pc:sldChg chg="modSp new mod">
        <pc:chgData name="Rissa" userId="9ebf8891-a6d6-4481-9472-9e650503fffd" providerId="ADAL" clId="{5B4D77E9-E58C-4718-994E-DC8FAD2BBAD5}" dt="2022-01-05T17:12:43.704" v="2571" actId="20577"/>
        <pc:sldMkLst>
          <pc:docMk/>
          <pc:sldMk cId="838487925" sldId="280"/>
        </pc:sldMkLst>
        <pc:spChg chg="mod">
          <ac:chgData name="Rissa" userId="9ebf8891-a6d6-4481-9472-9e650503fffd" providerId="ADAL" clId="{5B4D77E9-E58C-4718-994E-DC8FAD2BBAD5}" dt="2022-01-05T17:10:28.978" v="2307" actId="207"/>
          <ac:spMkLst>
            <pc:docMk/>
            <pc:sldMk cId="838487925" sldId="280"/>
            <ac:spMk id="2" creationId="{4B4A4552-DC05-445E-8CB6-45E9CF61E3A9}"/>
          </ac:spMkLst>
        </pc:spChg>
        <pc:spChg chg="mod">
          <ac:chgData name="Rissa" userId="9ebf8891-a6d6-4481-9472-9e650503fffd" providerId="ADAL" clId="{5B4D77E9-E58C-4718-994E-DC8FAD2BBAD5}" dt="2022-01-05T17:12:43.704" v="2571" actId="20577"/>
          <ac:spMkLst>
            <pc:docMk/>
            <pc:sldMk cId="838487925" sldId="280"/>
            <ac:spMk id="3" creationId="{01B0FF38-9D24-493F-BC82-7D192DF02780}"/>
          </ac:spMkLst>
        </pc:spChg>
      </pc:sldChg>
      <pc:sldChg chg="addSp delSp modSp new mod ord">
        <pc:chgData name="Rissa" userId="9ebf8891-a6d6-4481-9472-9e650503fffd" providerId="ADAL" clId="{5B4D77E9-E58C-4718-994E-DC8FAD2BBAD5}" dt="2022-01-05T17:30:23.736" v="2989" actId="1076"/>
        <pc:sldMkLst>
          <pc:docMk/>
          <pc:sldMk cId="4061758374" sldId="281"/>
        </pc:sldMkLst>
        <pc:spChg chg="del">
          <ac:chgData name="Rissa" userId="9ebf8891-a6d6-4481-9472-9e650503fffd" providerId="ADAL" clId="{5B4D77E9-E58C-4718-994E-DC8FAD2BBAD5}" dt="2022-01-05T17:15:18.078" v="2710" actId="478"/>
          <ac:spMkLst>
            <pc:docMk/>
            <pc:sldMk cId="4061758374" sldId="281"/>
            <ac:spMk id="3" creationId="{72DF85A7-8FEB-4ABD-AAC6-8B4C7849F2EE}"/>
          </ac:spMkLst>
        </pc:spChg>
        <pc:spChg chg="add mod">
          <ac:chgData name="Rissa" userId="9ebf8891-a6d6-4481-9472-9e650503fffd" providerId="ADAL" clId="{5B4D77E9-E58C-4718-994E-DC8FAD2BBAD5}" dt="2022-01-05T17:30:06.825" v="2986" actId="1076"/>
          <ac:spMkLst>
            <pc:docMk/>
            <pc:sldMk cId="4061758374" sldId="281"/>
            <ac:spMk id="4" creationId="{BB620EDC-FF0F-4391-AF4D-759FA069C5FF}"/>
          </ac:spMkLst>
        </pc:spChg>
        <pc:spChg chg="add mod">
          <ac:chgData name="Rissa" userId="9ebf8891-a6d6-4481-9472-9e650503fffd" providerId="ADAL" clId="{5B4D77E9-E58C-4718-994E-DC8FAD2BBAD5}" dt="2022-01-05T17:15:14.943" v="2709"/>
          <ac:spMkLst>
            <pc:docMk/>
            <pc:sldMk cId="4061758374" sldId="281"/>
            <ac:spMk id="5" creationId="{DBB2CB72-43DB-4C5B-A15C-09F5A713803D}"/>
          </ac:spMkLst>
        </pc:spChg>
        <pc:spChg chg="add mod">
          <ac:chgData name="Rissa" userId="9ebf8891-a6d6-4481-9472-9e650503fffd" providerId="ADAL" clId="{5B4D77E9-E58C-4718-994E-DC8FAD2BBAD5}" dt="2022-01-05T17:15:14.943" v="2709"/>
          <ac:spMkLst>
            <pc:docMk/>
            <pc:sldMk cId="4061758374" sldId="281"/>
            <ac:spMk id="6" creationId="{7431BA74-6E20-4095-8D0C-EBE2C180DB57}"/>
          </ac:spMkLst>
        </pc:spChg>
        <pc:spChg chg="add mod">
          <ac:chgData name="Rissa" userId="9ebf8891-a6d6-4481-9472-9e650503fffd" providerId="ADAL" clId="{5B4D77E9-E58C-4718-994E-DC8FAD2BBAD5}" dt="2022-01-05T17:15:14.943" v="2709"/>
          <ac:spMkLst>
            <pc:docMk/>
            <pc:sldMk cId="4061758374" sldId="281"/>
            <ac:spMk id="7" creationId="{320F99A2-AF1D-4C14-8AD1-2FA12A005B24}"/>
          </ac:spMkLst>
        </pc:spChg>
        <pc:spChg chg="add mod">
          <ac:chgData name="Rissa" userId="9ebf8891-a6d6-4481-9472-9e650503fffd" providerId="ADAL" clId="{5B4D77E9-E58C-4718-994E-DC8FAD2BBAD5}" dt="2022-01-05T17:29:52.611" v="2982" actId="1076"/>
          <ac:spMkLst>
            <pc:docMk/>
            <pc:sldMk cId="4061758374" sldId="281"/>
            <ac:spMk id="8" creationId="{06213A26-E5CE-4E67-9905-F0CBB3478695}"/>
          </ac:spMkLst>
        </pc:spChg>
        <pc:spChg chg="add mod">
          <ac:chgData name="Rissa" userId="9ebf8891-a6d6-4481-9472-9e650503fffd" providerId="ADAL" clId="{5B4D77E9-E58C-4718-994E-DC8FAD2BBAD5}" dt="2022-01-05T17:30:23.736" v="2989" actId="1076"/>
          <ac:spMkLst>
            <pc:docMk/>
            <pc:sldMk cId="4061758374" sldId="281"/>
            <ac:spMk id="9" creationId="{92DD775E-1DF3-484D-BDEA-675629AA82ED}"/>
          </ac:spMkLst>
        </pc:spChg>
        <pc:spChg chg="add mod">
          <ac:chgData name="Rissa" userId="9ebf8891-a6d6-4481-9472-9e650503fffd" providerId="ADAL" clId="{5B4D77E9-E58C-4718-994E-DC8FAD2BBAD5}" dt="2022-01-05T17:30:00.568" v="2984" actId="1076"/>
          <ac:spMkLst>
            <pc:docMk/>
            <pc:sldMk cId="4061758374" sldId="281"/>
            <ac:spMk id="10" creationId="{DBE9F738-FB19-45D1-A257-4B3746A7D183}"/>
          </ac:spMkLst>
        </pc:spChg>
        <pc:spChg chg="add mod">
          <ac:chgData name="Rissa" userId="9ebf8891-a6d6-4481-9472-9e650503fffd" providerId="ADAL" clId="{5B4D77E9-E58C-4718-994E-DC8FAD2BBAD5}" dt="2022-01-05T17:15:14.943" v="2709"/>
          <ac:spMkLst>
            <pc:docMk/>
            <pc:sldMk cId="4061758374" sldId="281"/>
            <ac:spMk id="11" creationId="{D1EB3EEF-44CC-4BB9-8CB4-0030FCB2C29F}"/>
          </ac:spMkLst>
        </pc:spChg>
        <pc:spChg chg="add mod">
          <ac:chgData name="Rissa" userId="9ebf8891-a6d6-4481-9472-9e650503fffd" providerId="ADAL" clId="{5B4D77E9-E58C-4718-994E-DC8FAD2BBAD5}" dt="2022-01-05T17:15:14.943" v="2709"/>
          <ac:spMkLst>
            <pc:docMk/>
            <pc:sldMk cId="4061758374" sldId="281"/>
            <ac:spMk id="12" creationId="{B4FBBE01-4BB7-4847-AFBE-B0F4970DB395}"/>
          </ac:spMkLst>
        </pc:spChg>
        <pc:spChg chg="add mod">
          <ac:chgData name="Rissa" userId="9ebf8891-a6d6-4481-9472-9e650503fffd" providerId="ADAL" clId="{5B4D77E9-E58C-4718-994E-DC8FAD2BBAD5}" dt="2022-01-05T17:15:14.943" v="2709"/>
          <ac:spMkLst>
            <pc:docMk/>
            <pc:sldMk cId="4061758374" sldId="281"/>
            <ac:spMk id="13" creationId="{25C12AD6-3FDD-4CC7-BE13-C55DCED57277}"/>
          </ac:spMkLst>
        </pc:spChg>
        <pc:spChg chg="add mod">
          <ac:chgData name="Rissa" userId="9ebf8891-a6d6-4481-9472-9e650503fffd" providerId="ADAL" clId="{5B4D77E9-E58C-4718-994E-DC8FAD2BBAD5}" dt="2022-01-05T17:15:14.943" v="2709"/>
          <ac:spMkLst>
            <pc:docMk/>
            <pc:sldMk cId="4061758374" sldId="281"/>
            <ac:spMk id="14" creationId="{4FDE9119-7FBF-4288-9AD8-ECE9C851C192}"/>
          </ac:spMkLst>
        </pc:spChg>
        <pc:spChg chg="add mod">
          <ac:chgData name="Rissa" userId="9ebf8891-a6d6-4481-9472-9e650503fffd" providerId="ADAL" clId="{5B4D77E9-E58C-4718-994E-DC8FAD2BBAD5}" dt="2022-01-05T17:30:11.757" v="2987" actId="1076"/>
          <ac:spMkLst>
            <pc:docMk/>
            <pc:sldMk cId="4061758374" sldId="281"/>
            <ac:spMk id="15" creationId="{8D24B1F9-B36B-4DB5-8E97-E696C9785A4D}"/>
          </ac:spMkLst>
        </pc:spChg>
        <pc:spChg chg="add mod">
          <ac:chgData name="Rissa" userId="9ebf8891-a6d6-4481-9472-9e650503fffd" providerId="ADAL" clId="{5B4D77E9-E58C-4718-994E-DC8FAD2BBAD5}" dt="2022-01-05T17:30:03.393" v="2985" actId="1076"/>
          <ac:spMkLst>
            <pc:docMk/>
            <pc:sldMk cId="4061758374" sldId="281"/>
            <ac:spMk id="17" creationId="{16AD57ED-695A-4108-9A7D-6EC1B04EDDA9}"/>
          </ac:spMkLst>
        </pc:spChg>
        <pc:spChg chg="add mod">
          <ac:chgData name="Rissa" userId="9ebf8891-a6d6-4481-9472-9e650503fffd" providerId="ADAL" clId="{5B4D77E9-E58C-4718-994E-DC8FAD2BBAD5}" dt="2022-01-05T17:15:14.943" v="2709"/>
          <ac:spMkLst>
            <pc:docMk/>
            <pc:sldMk cId="4061758374" sldId="281"/>
            <ac:spMk id="18" creationId="{DC215269-425E-44EB-8ED0-92A421C45B63}"/>
          </ac:spMkLst>
        </pc:spChg>
        <pc:spChg chg="add mod">
          <ac:chgData name="Rissa" userId="9ebf8891-a6d6-4481-9472-9e650503fffd" providerId="ADAL" clId="{5B4D77E9-E58C-4718-994E-DC8FAD2BBAD5}" dt="2022-01-05T17:29:48.935" v="2981" actId="1076"/>
          <ac:spMkLst>
            <pc:docMk/>
            <pc:sldMk cId="4061758374" sldId="281"/>
            <ac:spMk id="19" creationId="{0CC5C191-960D-4C6A-8ABE-A5A9DC40EABC}"/>
          </ac:spMkLst>
        </pc:spChg>
        <pc:spChg chg="add mod">
          <ac:chgData name="Rissa" userId="9ebf8891-a6d6-4481-9472-9e650503fffd" providerId="ADAL" clId="{5B4D77E9-E58C-4718-994E-DC8FAD2BBAD5}" dt="2022-01-05T17:15:27.964" v="2711" actId="1076"/>
          <ac:spMkLst>
            <pc:docMk/>
            <pc:sldMk cId="4061758374" sldId="281"/>
            <ac:spMk id="20" creationId="{D606BF45-EB7E-4090-ACB9-EF33CF21F33D}"/>
          </ac:spMkLst>
        </pc:spChg>
        <pc:spChg chg="add mod">
          <ac:chgData name="Rissa" userId="9ebf8891-a6d6-4481-9472-9e650503fffd" providerId="ADAL" clId="{5B4D77E9-E58C-4718-994E-DC8FAD2BBAD5}" dt="2022-01-05T17:29:56.472" v="2983" actId="1076"/>
          <ac:spMkLst>
            <pc:docMk/>
            <pc:sldMk cId="4061758374" sldId="281"/>
            <ac:spMk id="23" creationId="{6D3CEE89-CF83-4C3D-9B99-45BBD31FA4E3}"/>
          </ac:spMkLst>
        </pc:spChg>
        <pc:spChg chg="add mod">
          <ac:chgData name="Rissa" userId="9ebf8891-a6d6-4481-9472-9e650503fffd" providerId="ADAL" clId="{5B4D77E9-E58C-4718-994E-DC8FAD2BBAD5}" dt="2022-01-05T17:15:14.943" v="2709"/>
          <ac:spMkLst>
            <pc:docMk/>
            <pc:sldMk cId="4061758374" sldId="281"/>
            <ac:spMk id="30" creationId="{841982B8-AE6E-46FB-A662-BBA09FF394EB}"/>
          </ac:spMkLst>
        </pc:spChg>
        <pc:spChg chg="add mod">
          <ac:chgData name="Rissa" userId="9ebf8891-a6d6-4481-9472-9e650503fffd" providerId="ADAL" clId="{5B4D77E9-E58C-4718-994E-DC8FAD2BBAD5}" dt="2022-01-05T17:15:14.943" v="2709"/>
          <ac:spMkLst>
            <pc:docMk/>
            <pc:sldMk cId="4061758374" sldId="281"/>
            <ac:spMk id="31" creationId="{F11D82A9-8534-4DCB-8C72-F314039A1DAC}"/>
          </ac:spMkLst>
        </pc:spChg>
        <pc:cxnChg chg="add mod">
          <ac:chgData name="Rissa" userId="9ebf8891-a6d6-4481-9472-9e650503fffd" providerId="ADAL" clId="{5B4D77E9-E58C-4718-994E-DC8FAD2BBAD5}" dt="2022-01-05T17:30:17.662" v="2988" actId="14100"/>
          <ac:cxnSpMkLst>
            <pc:docMk/>
            <pc:sldMk cId="4061758374" sldId="281"/>
            <ac:cxnSpMk id="16" creationId="{CE858727-6391-456B-A9D5-16E3FC8A1E58}"/>
          </ac:cxnSpMkLst>
        </pc:cxnChg>
        <pc:cxnChg chg="add mod">
          <ac:chgData name="Rissa" userId="9ebf8891-a6d6-4481-9472-9e650503fffd" providerId="ADAL" clId="{5B4D77E9-E58C-4718-994E-DC8FAD2BBAD5}" dt="2022-01-05T17:15:27.964" v="2711" actId="1076"/>
          <ac:cxnSpMkLst>
            <pc:docMk/>
            <pc:sldMk cId="4061758374" sldId="281"/>
            <ac:cxnSpMk id="21" creationId="{CB798257-DA58-42FD-B2B3-FE952FC435D8}"/>
          </ac:cxnSpMkLst>
        </pc:cxnChg>
        <pc:cxnChg chg="add mod">
          <ac:chgData name="Rissa" userId="9ebf8891-a6d6-4481-9472-9e650503fffd" providerId="ADAL" clId="{5B4D77E9-E58C-4718-994E-DC8FAD2BBAD5}" dt="2022-01-05T17:29:48.935" v="2981" actId="1076"/>
          <ac:cxnSpMkLst>
            <pc:docMk/>
            <pc:sldMk cId="4061758374" sldId="281"/>
            <ac:cxnSpMk id="22" creationId="{3721A6E0-70E8-4FDB-848E-7008B2A42C60}"/>
          </ac:cxnSpMkLst>
        </pc:cxnChg>
        <pc:cxnChg chg="add mod">
          <ac:chgData name="Rissa" userId="9ebf8891-a6d6-4481-9472-9e650503fffd" providerId="ADAL" clId="{5B4D77E9-E58C-4718-994E-DC8FAD2BBAD5}" dt="2022-01-05T17:29:56.472" v="2983" actId="1076"/>
          <ac:cxnSpMkLst>
            <pc:docMk/>
            <pc:sldMk cId="4061758374" sldId="281"/>
            <ac:cxnSpMk id="24" creationId="{4AEF9519-90A8-48E1-955F-345393AAD525}"/>
          </ac:cxnSpMkLst>
        </pc:cxnChg>
        <pc:cxnChg chg="add mod">
          <ac:chgData name="Rissa" userId="9ebf8891-a6d6-4481-9472-9e650503fffd" providerId="ADAL" clId="{5B4D77E9-E58C-4718-994E-DC8FAD2BBAD5}" dt="2022-01-05T17:30:03.393" v="2985" actId="1076"/>
          <ac:cxnSpMkLst>
            <pc:docMk/>
            <pc:sldMk cId="4061758374" sldId="281"/>
            <ac:cxnSpMk id="25" creationId="{3F87F431-A6DF-4D23-B78B-833A4C7391D3}"/>
          </ac:cxnSpMkLst>
        </pc:cxnChg>
        <pc:cxnChg chg="add mod">
          <ac:chgData name="Rissa" userId="9ebf8891-a6d6-4481-9472-9e650503fffd" providerId="ADAL" clId="{5B4D77E9-E58C-4718-994E-DC8FAD2BBAD5}" dt="2022-01-05T17:30:11.757" v="2987" actId="1076"/>
          <ac:cxnSpMkLst>
            <pc:docMk/>
            <pc:sldMk cId="4061758374" sldId="281"/>
            <ac:cxnSpMk id="26" creationId="{A71859FF-8C00-4F9E-8BE3-2A122B53268D}"/>
          </ac:cxnSpMkLst>
        </pc:cxnChg>
        <pc:cxnChg chg="add mod">
          <ac:chgData name="Rissa" userId="9ebf8891-a6d6-4481-9472-9e650503fffd" providerId="ADAL" clId="{5B4D77E9-E58C-4718-994E-DC8FAD2BBAD5}" dt="2022-01-05T17:15:14.943" v="2709"/>
          <ac:cxnSpMkLst>
            <pc:docMk/>
            <pc:sldMk cId="4061758374" sldId="281"/>
            <ac:cxnSpMk id="27" creationId="{024DD89A-A694-4A16-A617-2A4E5396804C}"/>
          </ac:cxnSpMkLst>
        </pc:cxnChg>
        <pc:cxnChg chg="add mod">
          <ac:chgData name="Rissa" userId="9ebf8891-a6d6-4481-9472-9e650503fffd" providerId="ADAL" clId="{5B4D77E9-E58C-4718-994E-DC8FAD2BBAD5}" dt="2022-01-05T17:15:14.943" v="2709"/>
          <ac:cxnSpMkLst>
            <pc:docMk/>
            <pc:sldMk cId="4061758374" sldId="281"/>
            <ac:cxnSpMk id="28" creationId="{BC01F089-BAB7-4EC9-9AB2-CDDE4AD4D666}"/>
          </ac:cxnSpMkLst>
        </pc:cxnChg>
        <pc:cxnChg chg="add mod">
          <ac:chgData name="Rissa" userId="9ebf8891-a6d6-4481-9472-9e650503fffd" providerId="ADAL" clId="{5B4D77E9-E58C-4718-994E-DC8FAD2BBAD5}" dt="2022-01-05T17:15:14.943" v="2709"/>
          <ac:cxnSpMkLst>
            <pc:docMk/>
            <pc:sldMk cId="4061758374" sldId="281"/>
            <ac:cxnSpMk id="29" creationId="{6717A86D-31C6-4BD5-897A-74EC7D843447}"/>
          </ac:cxnSpMkLst>
        </pc:cxnChg>
      </pc:sldChg>
      <pc:sldChg chg="modSp new mod">
        <pc:chgData name="Rissa" userId="9ebf8891-a6d6-4481-9472-9e650503fffd" providerId="ADAL" clId="{5B4D77E9-E58C-4718-994E-DC8FAD2BBAD5}" dt="2022-01-08T23:31:27.460" v="3330" actId="20577"/>
        <pc:sldMkLst>
          <pc:docMk/>
          <pc:sldMk cId="4151067094" sldId="282"/>
        </pc:sldMkLst>
        <pc:spChg chg="mod">
          <ac:chgData name="Rissa" userId="9ebf8891-a6d6-4481-9472-9e650503fffd" providerId="ADAL" clId="{5B4D77E9-E58C-4718-994E-DC8FAD2BBAD5}" dt="2022-01-08T23:31:24.238" v="3323" actId="20577"/>
          <ac:spMkLst>
            <pc:docMk/>
            <pc:sldMk cId="4151067094" sldId="282"/>
            <ac:spMk id="2" creationId="{75DDC269-E15F-42ED-8AE2-812BE38FAFF6}"/>
          </ac:spMkLst>
        </pc:spChg>
        <pc:spChg chg="mod">
          <ac:chgData name="Rissa" userId="9ebf8891-a6d6-4481-9472-9e650503fffd" providerId="ADAL" clId="{5B4D77E9-E58C-4718-994E-DC8FAD2BBAD5}" dt="2022-01-08T23:31:27.460" v="3330" actId="20577"/>
          <ac:spMkLst>
            <pc:docMk/>
            <pc:sldMk cId="4151067094" sldId="282"/>
            <ac:spMk id="3" creationId="{003A71D3-E947-44EA-B485-DC5A42B8AF65}"/>
          </ac:spMkLst>
        </pc:spChg>
      </pc:sldChg>
      <pc:sldChg chg="modSp new mod">
        <pc:chgData name="Rissa" userId="9ebf8891-a6d6-4481-9472-9e650503fffd" providerId="ADAL" clId="{5B4D77E9-E58C-4718-994E-DC8FAD2BBAD5}" dt="2022-01-08T23:40:15.181" v="4541" actId="20577"/>
        <pc:sldMkLst>
          <pc:docMk/>
          <pc:sldMk cId="2100415674" sldId="283"/>
        </pc:sldMkLst>
        <pc:spChg chg="mod">
          <ac:chgData name="Rissa" userId="9ebf8891-a6d6-4481-9472-9e650503fffd" providerId="ADAL" clId="{5B4D77E9-E58C-4718-994E-DC8FAD2BBAD5}" dt="2022-01-08T23:32:25.356" v="3344" actId="20577"/>
          <ac:spMkLst>
            <pc:docMk/>
            <pc:sldMk cId="2100415674" sldId="283"/>
            <ac:spMk id="2" creationId="{F060B3DD-933C-48FC-8CDD-B0EE97A8C344}"/>
          </ac:spMkLst>
        </pc:spChg>
        <pc:spChg chg="mod">
          <ac:chgData name="Rissa" userId="9ebf8891-a6d6-4481-9472-9e650503fffd" providerId="ADAL" clId="{5B4D77E9-E58C-4718-994E-DC8FAD2BBAD5}" dt="2022-01-08T23:40:15.181" v="4541" actId="20577"/>
          <ac:spMkLst>
            <pc:docMk/>
            <pc:sldMk cId="2100415674" sldId="283"/>
            <ac:spMk id="3" creationId="{1F9C5C61-FB46-4A0D-816B-3D3FA6F8D524}"/>
          </ac:spMkLst>
        </pc:spChg>
      </pc:sldChg>
      <pc:sldChg chg="addSp delSp modSp new mod">
        <pc:chgData name="Rissa" userId="9ebf8891-a6d6-4481-9472-9e650503fffd" providerId="ADAL" clId="{5B4D77E9-E58C-4718-994E-DC8FAD2BBAD5}" dt="2022-01-08T23:42:03.143" v="4552" actId="1076"/>
        <pc:sldMkLst>
          <pc:docMk/>
          <pc:sldMk cId="3427308020" sldId="284"/>
        </pc:sldMkLst>
        <pc:spChg chg="del">
          <ac:chgData name="Rissa" userId="9ebf8891-a6d6-4481-9472-9e650503fffd" providerId="ADAL" clId="{5B4D77E9-E58C-4718-994E-DC8FAD2BBAD5}" dt="2022-01-08T23:41:28.696" v="4543" actId="478"/>
          <ac:spMkLst>
            <pc:docMk/>
            <pc:sldMk cId="3427308020" sldId="284"/>
            <ac:spMk id="3" creationId="{389CFA2A-9E7B-43E0-8D35-2FB062AF15AC}"/>
          </ac:spMkLst>
        </pc:spChg>
        <pc:spChg chg="add mod">
          <ac:chgData name="Rissa" userId="9ebf8891-a6d6-4481-9472-9e650503fffd" providerId="ADAL" clId="{5B4D77E9-E58C-4718-994E-DC8FAD2BBAD5}" dt="2022-01-08T23:42:03.143" v="4552" actId="1076"/>
          <ac:spMkLst>
            <pc:docMk/>
            <pc:sldMk cId="3427308020" sldId="284"/>
            <ac:spMk id="4" creationId="{DD77A801-60BD-4954-8A10-B9F72B95EC89}"/>
          </ac:spMkLst>
        </pc:spChg>
        <pc:spChg chg="add mod">
          <ac:chgData name="Rissa" userId="9ebf8891-a6d6-4481-9472-9e650503fffd" providerId="ADAL" clId="{5B4D77E9-E58C-4718-994E-DC8FAD2BBAD5}" dt="2022-01-08T23:41:44.539" v="4548" actId="1076"/>
          <ac:spMkLst>
            <pc:docMk/>
            <pc:sldMk cId="3427308020" sldId="284"/>
            <ac:spMk id="5" creationId="{6D39B14F-9296-46EE-A9B1-DC1729EEFF73}"/>
          </ac:spMkLst>
        </pc:spChg>
        <pc:spChg chg="add mod">
          <ac:chgData name="Rissa" userId="9ebf8891-a6d6-4481-9472-9e650503fffd" providerId="ADAL" clId="{5B4D77E9-E58C-4718-994E-DC8FAD2BBAD5}" dt="2022-01-08T23:41:48.034" v="4549" actId="1076"/>
          <ac:spMkLst>
            <pc:docMk/>
            <pc:sldMk cId="3427308020" sldId="284"/>
            <ac:spMk id="6" creationId="{E4560F98-B96C-48B2-96D2-B509104189FD}"/>
          </ac:spMkLst>
        </pc:spChg>
        <pc:spChg chg="add mod">
          <ac:chgData name="Rissa" userId="9ebf8891-a6d6-4481-9472-9e650503fffd" providerId="ADAL" clId="{5B4D77E9-E58C-4718-994E-DC8FAD2BBAD5}" dt="2022-01-08T23:42:00.155" v="4551" actId="1076"/>
          <ac:spMkLst>
            <pc:docMk/>
            <pc:sldMk cId="3427308020" sldId="284"/>
            <ac:spMk id="7" creationId="{11C97131-B92E-4AAD-9F6F-8EB89639BE08}"/>
          </ac:spMkLst>
        </pc:spChg>
      </pc:sldChg>
    </pc:docChg>
  </pc:docChgLst>
  <pc:docChgLst>
    <pc:chgData name="Rarick, Rissa" userId="9ebf8891-a6d6-4481-9472-9e650503fffd" providerId="ADAL" clId="{A18345C4-0747-4C06-85BE-D3134E605A85}"/>
    <pc:docChg chg="undo custSel addSld delSld modSld sldOrd">
      <pc:chgData name="Rarick, Rissa" userId="9ebf8891-a6d6-4481-9472-9e650503fffd" providerId="ADAL" clId="{A18345C4-0747-4C06-85BE-D3134E605A85}" dt="2022-02-02T16:47:53.998" v="1236" actId="208"/>
      <pc:docMkLst>
        <pc:docMk/>
      </pc:docMkLst>
      <pc:sldChg chg="modSp mod ord">
        <pc:chgData name="Rarick, Rissa" userId="9ebf8891-a6d6-4481-9472-9e650503fffd" providerId="ADAL" clId="{A18345C4-0747-4C06-85BE-D3134E605A85}" dt="2022-02-02T16:25:21.201" v="714" actId="20577"/>
        <pc:sldMkLst>
          <pc:docMk/>
          <pc:sldMk cId="2306791988" sldId="260"/>
        </pc:sldMkLst>
        <pc:spChg chg="mod">
          <ac:chgData name="Rarick, Rissa" userId="9ebf8891-a6d6-4481-9472-9e650503fffd" providerId="ADAL" clId="{A18345C4-0747-4C06-85BE-D3134E605A85}" dt="2022-02-02T16:24:48.394" v="602" actId="20577"/>
          <ac:spMkLst>
            <pc:docMk/>
            <pc:sldMk cId="2306791988" sldId="260"/>
            <ac:spMk id="2" creationId="{07A77495-D201-44E5-92CB-AFEC1383DBD2}"/>
          </ac:spMkLst>
        </pc:spChg>
        <pc:spChg chg="mod">
          <ac:chgData name="Rarick, Rissa" userId="9ebf8891-a6d6-4481-9472-9e650503fffd" providerId="ADAL" clId="{A18345C4-0747-4C06-85BE-D3134E605A85}" dt="2022-02-02T16:25:21.201" v="714" actId="20577"/>
          <ac:spMkLst>
            <pc:docMk/>
            <pc:sldMk cId="2306791988" sldId="260"/>
            <ac:spMk id="3" creationId="{D2216041-7574-45FD-AA5D-C72747152971}"/>
          </ac:spMkLst>
        </pc:spChg>
      </pc:sldChg>
      <pc:sldChg chg="del ord">
        <pc:chgData name="Rarick, Rissa" userId="9ebf8891-a6d6-4481-9472-9e650503fffd" providerId="ADAL" clId="{A18345C4-0747-4C06-85BE-D3134E605A85}" dt="2022-02-01T21:25:13.274" v="32" actId="47"/>
        <pc:sldMkLst>
          <pc:docMk/>
          <pc:sldMk cId="3292015045" sldId="265"/>
        </pc:sldMkLst>
      </pc:sldChg>
      <pc:sldChg chg="del">
        <pc:chgData name="Rarick, Rissa" userId="9ebf8891-a6d6-4481-9472-9e650503fffd" providerId="ADAL" clId="{A18345C4-0747-4C06-85BE-D3134E605A85}" dt="2022-02-01T21:25:13.274" v="32" actId="47"/>
        <pc:sldMkLst>
          <pc:docMk/>
          <pc:sldMk cId="1383789327" sldId="267"/>
        </pc:sldMkLst>
      </pc:sldChg>
      <pc:sldChg chg="del">
        <pc:chgData name="Rarick, Rissa" userId="9ebf8891-a6d6-4481-9472-9e650503fffd" providerId="ADAL" clId="{A18345C4-0747-4C06-85BE-D3134E605A85}" dt="2022-02-01T21:25:13.274" v="32" actId="47"/>
        <pc:sldMkLst>
          <pc:docMk/>
          <pc:sldMk cId="2716883962" sldId="268"/>
        </pc:sldMkLst>
      </pc:sldChg>
      <pc:sldChg chg="modSp mod ord">
        <pc:chgData name="Rarick, Rissa" userId="9ebf8891-a6d6-4481-9472-9e650503fffd" providerId="ADAL" clId="{A18345C4-0747-4C06-85BE-D3134E605A85}" dt="2022-02-02T15:19:16.423" v="312" actId="20577"/>
        <pc:sldMkLst>
          <pc:docMk/>
          <pc:sldMk cId="2430923339" sldId="269"/>
        </pc:sldMkLst>
        <pc:spChg chg="mod">
          <ac:chgData name="Rarick, Rissa" userId="9ebf8891-a6d6-4481-9472-9e650503fffd" providerId="ADAL" clId="{A18345C4-0747-4C06-85BE-D3134E605A85}" dt="2022-02-02T15:19:16.423" v="312" actId="20577"/>
          <ac:spMkLst>
            <pc:docMk/>
            <pc:sldMk cId="2430923339" sldId="269"/>
            <ac:spMk id="2" creationId="{8DC72414-920B-4917-8650-D6A199A35145}"/>
          </ac:spMkLst>
        </pc:spChg>
      </pc:sldChg>
      <pc:sldChg chg="del">
        <pc:chgData name="Rarick, Rissa" userId="9ebf8891-a6d6-4481-9472-9e650503fffd" providerId="ADAL" clId="{A18345C4-0747-4C06-85BE-D3134E605A85}" dt="2022-02-01T21:25:13.274" v="32" actId="47"/>
        <pc:sldMkLst>
          <pc:docMk/>
          <pc:sldMk cId="1252127857" sldId="270"/>
        </pc:sldMkLst>
      </pc:sldChg>
      <pc:sldChg chg="del">
        <pc:chgData name="Rarick, Rissa" userId="9ebf8891-a6d6-4481-9472-9e650503fffd" providerId="ADAL" clId="{A18345C4-0747-4C06-85BE-D3134E605A85}" dt="2022-02-01T21:25:13.274" v="32" actId="47"/>
        <pc:sldMkLst>
          <pc:docMk/>
          <pc:sldMk cId="1836595702" sldId="271"/>
        </pc:sldMkLst>
      </pc:sldChg>
      <pc:sldChg chg="modSp mod">
        <pc:chgData name="Rarick, Rissa" userId="9ebf8891-a6d6-4481-9472-9e650503fffd" providerId="ADAL" clId="{A18345C4-0747-4C06-85BE-D3134E605A85}" dt="2022-02-01T21:10:08.287" v="23" actId="20577"/>
        <pc:sldMkLst>
          <pc:docMk/>
          <pc:sldMk cId="4248196818" sldId="278"/>
        </pc:sldMkLst>
        <pc:spChg chg="mod">
          <ac:chgData name="Rarick, Rissa" userId="9ebf8891-a6d6-4481-9472-9e650503fffd" providerId="ADAL" clId="{A18345C4-0747-4C06-85BE-D3134E605A85}" dt="2022-02-01T21:10:08.287" v="23" actId="20577"/>
          <ac:spMkLst>
            <pc:docMk/>
            <pc:sldMk cId="4248196818" sldId="278"/>
            <ac:spMk id="3" creationId="{BBDEBF64-B2D6-4B3B-934E-712F29FE3C56}"/>
          </ac:spMkLst>
        </pc:spChg>
      </pc:sldChg>
      <pc:sldChg chg="addSp delSp modSp mod">
        <pc:chgData name="Rarick, Rissa" userId="9ebf8891-a6d6-4481-9472-9e650503fffd" providerId="ADAL" clId="{A18345C4-0747-4C06-85BE-D3134E605A85}" dt="2022-02-02T16:47:53.998" v="1236" actId="208"/>
        <pc:sldMkLst>
          <pc:docMk/>
          <pc:sldMk cId="4061758374" sldId="281"/>
        </pc:sldMkLst>
        <pc:spChg chg="del">
          <ac:chgData name="Rarick, Rissa" userId="9ebf8891-a6d6-4481-9472-9e650503fffd" providerId="ADAL" clId="{A18345C4-0747-4C06-85BE-D3134E605A85}" dt="2022-02-01T21:40:18.353" v="35" actId="478"/>
          <ac:spMkLst>
            <pc:docMk/>
            <pc:sldMk cId="4061758374" sldId="281"/>
            <ac:spMk id="2" creationId="{45819C13-B959-41CB-AAB6-67FB209A6A91}"/>
          </ac:spMkLst>
        </pc:spChg>
        <pc:spChg chg="mod">
          <ac:chgData name="Rarick, Rissa" userId="9ebf8891-a6d6-4481-9472-9e650503fffd" providerId="ADAL" clId="{A18345C4-0747-4C06-85BE-D3134E605A85}" dt="2022-02-02T11:17:20.396" v="36" actId="1076"/>
          <ac:spMkLst>
            <pc:docMk/>
            <pc:sldMk cId="4061758374" sldId="281"/>
            <ac:spMk id="4" creationId="{BB620EDC-FF0F-4391-AF4D-759FA069C5FF}"/>
          </ac:spMkLst>
        </pc:spChg>
        <pc:spChg chg="mod">
          <ac:chgData name="Rarick, Rissa" userId="9ebf8891-a6d6-4481-9472-9e650503fffd" providerId="ADAL" clId="{A18345C4-0747-4C06-85BE-D3134E605A85}" dt="2022-02-02T15:12:19.519" v="61" actId="1076"/>
          <ac:spMkLst>
            <pc:docMk/>
            <pc:sldMk cId="4061758374" sldId="281"/>
            <ac:spMk id="5" creationId="{DBB2CB72-43DB-4C5B-A15C-09F5A713803D}"/>
          </ac:spMkLst>
        </pc:spChg>
        <pc:spChg chg="mod">
          <ac:chgData name="Rarick, Rissa" userId="9ebf8891-a6d6-4481-9472-9e650503fffd" providerId="ADAL" clId="{A18345C4-0747-4C06-85BE-D3134E605A85}" dt="2022-02-02T15:13:05.811" v="171" actId="1076"/>
          <ac:spMkLst>
            <pc:docMk/>
            <pc:sldMk cId="4061758374" sldId="281"/>
            <ac:spMk id="6" creationId="{7431BA74-6E20-4095-8D0C-EBE2C180DB57}"/>
          </ac:spMkLst>
        </pc:spChg>
        <pc:spChg chg="mod">
          <ac:chgData name="Rarick, Rissa" userId="9ebf8891-a6d6-4481-9472-9e650503fffd" providerId="ADAL" clId="{A18345C4-0747-4C06-85BE-D3134E605A85}" dt="2022-02-02T11:17:20.396" v="36" actId="1076"/>
          <ac:spMkLst>
            <pc:docMk/>
            <pc:sldMk cId="4061758374" sldId="281"/>
            <ac:spMk id="7" creationId="{320F99A2-AF1D-4C14-8AD1-2FA12A005B24}"/>
          </ac:spMkLst>
        </pc:spChg>
        <pc:spChg chg="mod">
          <ac:chgData name="Rarick, Rissa" userId="9ebf8891-a6d6-4481-9472-9e650503fffd" providerId="ADAL" clId="{A18345C4-0747-4C06-85BE-D3134E605A85}" dt="2022-02-02T11:17:20.396" v="36" actId="1076"/>
          <ac:spMkLst>
            <pc:docMk/>
            <pc:sldMk cId="4061758374" sldId="281"/>
            <ac:spMk id="8" creationId="{06213A26-E5CE-4E67-9905-F0CBB3478695}"/>
          </ac:spMkLst>
        </pc:spChg>
        <pc:spChg chg="mod">
          <ac:chgData name="Rarick, Rissa" userId="9ebf8891-a6d6-4481-9472-9e650503fffd" providerId="ADAL" clId="{A18345C4-0747-4C06-85BE-D3134E605A85}" dt="2022-02-02T11:17:20.396" v="36" actId="1076"/>
          <ac:spMkLst>
            <pc:docMk/>
            <pc:sldMk cId="4061758374" sldId="281"/>
            <ac:spMk id="9" creationId="{92DD775E-1DF3-484D-BDEA-675629AA82ED}"/>
          </ac:spMkLst>
        </pc:spChg>
        <pc:spChg chg="mod">
          <ac:chgData name="Rarick, Rissa" userId="9ebf8891-a6d6-4481-9472-9e650503fffd" providerId="ADAL" clId="{A18345C4-0747-4C06-85BE-D3134E605A85}" dt="2022-02-02T11:17:20.396" v="36" actId="1076"/>
          <ac:spMkLst>
            <pc:docMk/>
            <pc:sldMk cId="4061758374" sldId="281"/>
            <ac:spMk id="10" creationId="{DBE9F738-FB19-45D1-A257-4B3746A7D183}"/>
          </ac:spMkLst>
        </pc:spChg>
        <pc:spChg chg="mod">
          <ac:chgData name="Rarick, Rissa" userId="9ebf8891-a6d6-4481-9472-9e650503fffd" providerId="ADAL" clId="{A18345C4-0747-4C06-85BE-D3134E605A85}" dt="2022-02-02T11:17:50.233" v="42" actId="1076"/>
          <ac:spMkLst>
            <pc:docMk/>
            <pc:sldMk cId="4061758374" sldId="281"/>
            <ac:spMk id="11" creationId="{D1EB3EEF-44CC-4BB9-8CB4-0030FCB2C29F}"/>
          </ac:spMkLst>
        </pc:spChg>
        <pc:spChg chg="mod">
          <ac:chgData name="Rarick, Rissa" userId="9ebf8891-a6d6-4481-9472-9e650503fffd" providerId="ADAL" clId="{A18345C4-0747-4C06-85BE-D3134E605A85}" dt="2022-02-02T15:12:55.525" v="168" actId="20577"/>
          <ac:spMkLst>
            <pc:docMk/>
            <pc:sldMk cId="4061758374" sldId="281"/>
            <ac:spMk id="12" creationId="{B4FBBE01-4BB7-4847-AFBE-B0F4970DB395}"/>
          </ac:spMkLst>
        </pc:spChg>
        <pc:spChg chg="mod">
          <ac:chgData name="Rarick, Rissa" userId="9ebf8891-a6d6-4481-9472-9e650503fffd" providerId="ADAL" clId="{A18345C4-0747-4C06-85BE-D3134E605A85}" dt="2022-02-02T16:47:33.708" v="1229" actId="1076"/>
          <ac:spMkLst>
            <pc:docMk/>
            <pc:sldMk cId="4061758374" sldId="281"/>
            <ac:spMk id="13" creationId="{25C12AD6-3FDD-4CC7-BE13-C55DCED57277}"/>
          </ac:spMkLst>
        </pc:spChg>
        <pc:spChg chg="mod">
          <ac:chgData name="Rarick, Rissa" userId="9ebf8891-a6d6-4481-9472-9e650503fffd" providerId="ADAL" clId="{A18345C4-0747-4C06-85BE-D3134E605A85}" dt="2022-02-02T16:47:45.518" v="1233" actId="1076"/>
          <ac:spMkLst>
            <pc:docMk/>
            <pc:sldMk cId="4061758374" sldId="281"/>
            <ac:spMk id="14" creationId="{4FDE9119-7FBF-4288-9AD8-ECE9C851C192}"/>
          </ac:spMkLst>
        </pc:spChg>
        <pc:spChg chg="mod">
          <ac:chgData name="Rarick, Rissa" userId="9ebf8891-a6d6-4481-9472-9e650503fffd" providerId="ADAL" clId="{A18345C4-0747-4C06-85BE-D3134E605A85}" dt="2022-02-02T11:17:20.396" v="36" actId="1076"/>
          <ac:spMkLst>
            <pc:docMk/>
            <pc:sldMk cId="4061758374" sldId="281"/>
            <ac:spMk id="15" creationId="{8D24B1F9-B36B-4DB5-8E97-E696C9785A4D}"/>
          </ac:spMkLst>
        </pc:spChg>
        <pc:spChg chg="mod">
          <ac:chgData name="Rarick, Rissa" userId="9ebf8891-a6d6-4481-9472-9e650503fffd" providerId="ADAL" clId="{A18345C4-0747-4C06-85BE-D3134E605A85}" dt="2022-02-02T11:17:20.396" v="36" actId="1076"/>
          <ac:spMkLst>
            <pc:docMk/>
            <pc:sldMk cId="4061758374" sldId="281"/>
            <ac:spMk id="17" creationId="{16AD57ED-695A-4108-9A7D-6EC1B04EDDA9}"/>
          </ac:spMkLst>
        </pc:spChg>
        <pc:spChg chg="mod">
          <ac:chgData name="Rarick, Rissa" userId="9ebf8891-a6d6-4481-9472-9e650503fffd" providerId="ADAL" clId="{A18345C4-0747-4C06-85BE-D3134E605A85}" dt="2022-02-02T11:17:20.396" v="36" actId="1076"/>
          <ac:spMkLst>
            <pc:docMk/>
            <pc:sldMk cId="4061758374" sldId="281"/>
            <ac:spMk id="18" creationId="{DC215269-425E-44EB-8ED0-92A421C45B63}"/>
          </ac:spMkLst>
        </pc:spChg>
        <pc:spChg chg="mod">
          <ac:chgData name="Rarick, Rissa" userId="9ebf8891-a6d6-4481-9472-9e650503fffd" providerId="ADAL" clId="{A18345C4-0747-4C06-85BE-D3134E605A85}" dt="2022-02-02T11:17:20.396" v="36" actId="1076"/>
          <ac:spMkLst>
            <pc:docMk/>
            <pc:sldMk cId="4061758374" sldId="281"/>
            <ac:spMk id="19" creationId="{0CC5C191-960D-4C6A-8ABE-A5A9DC40EABC}"/>
          </ac:spMkLst>
        </pc:spChg>
        <pc:spChg chg="mod">
          <ac:chgData name="Rarick, Rissa" userId="9ebf8891-a6d6-4481-9472-9e650503fffd" providerId="ADAL" clId="{A18345C4-0747-4C06-85BE-D3134E605A85}" dt="2022-02-02T11:17:20.396" v="36" actId="1076"/>
          <ac:spMkLst>
            <pc:docMk/>
            <pc:sldMk cId="4061758374" sldId="281"/>
            <ac:spMk id="20" creationId="{D606BF45-EB7E-4090-ACB9-EF33CF21F33D}"/>
          </ac:spMkLst>
        </pc:spChg>
        <pc:spChg chg="mod">
          <ac:chgData name="Rarick, Rissa" userId="9ebf8891-a6d6-4481-9472-9e650503fffd" providerId="ADAL" clId="{A18345C4-0747-4C06-85BE-D3134E605A85}" dt="2022-02-02T11:17:20.396" v="36" actId="1076"/>
          <ac:spMkLst>
            <pc:docMk/>
            <pc:sldMk cId="4061758374" sldId="281"/>
            <ac:spMk id="23" creationId="{6D3CEE89-CF83-4C3D-9B99-45BBD31FA4E3}"/>
          </ac:spMkLst>
        </pc:spChg>
        <pc:spChg chg="mod">
          <ac:chgData name="Rarick, Rissa" userId="9ebf8891-a6d6-4481-9472-9e650503fffd" providerId="ADAL" clId="{A18345C4-0747-4C06-85BE-D3134E605A85}" dt="2022-02-02T11:17:54.597" v="43" actId="1076"/>
          <ac:spMkLst>
            <pc:docMk/>
            <pc:sldMk cId="4061758374" sldId="281"/>
            <ac:spMk id="30" creationId="{841982B8-AE6E-46FB-A662-BBA09FF394EB}"/>
          </ac:spMkLst>
        </pc:spChg>
        <pc:spChg chg="mod">
          <ac:chgData name="Rarick, Rissa" userId="9ebf8891-a6d6-4481-9472-9e650503fffd" providerId="ADAL" clId="{A18345C4-0747-4C06-85BE-D3134E605A85}" dt="2022-02-02T15:18:36.310" v="304" actId="1076"/>
          <ac:spMkLst>
            <pc:docMk/>
            <pc:sldMk cId="4061758374" sldId="281"/>
            <ac:spMk id="31" creationId="{F11D82A9-8534-4DCB-8C72-F314039A1DAC}"/>
          </ac:spMkLst>
        </pc:spChg>
        <pc:spChg chg="add mod">
          <ac:chgData name="Rarick, Rissa" userId="9ebf8891-a6d6-4481-9472-9e650503fffd" providerId="ADAL" clId="{A18345C4-0747-4C06-85BE-D3134E605A85}" dt="2022-02-02T15:20:09.435" v="427" actId="20577"/>
          <ac:spMkLst>
            <pc:docMk/>
            <pc:sldMk cId="4061758374" sldId="281"/>
            <ac:spMk id="45" creationId="{53F37751-883D-47E5-84D7-F7C1DBABB57C}"/>
          </ac:spMkLst>
        </pc:spChg>
        <pc:spChg chg="add mod">
          <ac:chgData name="Rarick, Rissa" userId="9ebf8891-a6d6-4481-9472-9e650503fffd" providerId="ADAL" clId="{A18345C4-0747-4C06-85BE-D3134E605A85}" dt="2022-02-02T15:16:31.483" v="192" actId="20577"/>
          <ac:spMkLst>
            <pc:docMk/>
            <pc:sldMk cId="4061758374" sldId="281"/>
            <ac:spMk id="46" creationId="{AEEBF7DD-72D6-4BE9-816B-63F5325F8711}"/>
          </ac:spMkLst>
        </pc:spChg>
        <pc:spChg chg="add mod">
          <ac:chgData name="Rarick, Rissa" userId="9ebf8891-a6d6-4481-9472-9e650503fffd" providerId="ADAL" clId="{A18345C4-0747-4C06-85BE-D3134E605A85}" dt="2022-02-02T15:18:05.564" v="293" actId="20577"/>
          <ac:spMkLst>
            <pc:docMk/>
            <pc:sldMk cId="4061758374" sldId="281"/>
            <ac:spMk id="47" creationId="{36921B26-38E5-4DC2-9BC2-155314D1EB8F}"/>
          </ac:spMkLst>
        </pc:spChg>
        <pc:spChg chg="add mod">
          <ac:chgData name="Rarick, Rissa" userId="9ebf8891-a6d6-4481-9472-9e650503fffd" providerId="ADAL" clId="{A18345C4-0747-4C06-85BE-D3134E605A85}" dt="2022-02-02T15:16:23.766" v="177" actId="1076"/>
          <ac:spMkLst>
            <pc:docMk/>
            <pc:sldMk cId="4061758374" sldId="281"/>
            <ac:spMk id="52" creationId="{2DF8EFF5-C4AF-4140-8F20-9851E9F32E01}"/>
          </ac:spMkLst>
        </pc:spChg>
        <pc:spChg chg="add mod">
          <ac:chgData name="Rarick, Rissa" userId="9ebf8891-a6d6-4481-9472-9e650503fffd" providerId="ADAL" clId="{A18345C4-0747-4C06-85BE-D3134E605A85}" dt="2022-02-02T15:16:51.500" v="199" actId="1076"/>
          <ac:spMkLst>
            <pc:docMk/>
            <pc:sldMk cId="4061758374" sldId="281"/>
            <ac:spMk id="53" creationId="{FD60A296-FA6A-4398-9727-30740334B803}"/>
          </ac:spMkLst>
        </pc:spChg>
        <pc:spChg chg="add mod">
          <ac:chgData name="Rarick, Rissa" userId="9ebf8891-a6d6-4481-9472-9e650503fffd" providerId="ADAL" clId="{A18345C4-0747-4C06-85BE-D3134E605A85}" dt="2022-02-02T15:18:18.751" v="299" actId="1076"/>
          <ac:spMkLst>
            <pc:docMk/>
            <pc:sldMk cId="4061758374" sldId="281"/>
            <ac:spMk id="59" creationId="{FE461515-5901-4D0E-9FE2-116ADA48C00F}"/>
          </ac:spMkLst>
        </pc:spChg>
        <pc:spChg chg="add mod">
          <ac:chgData name="Rarick, Rissa" userId="9ebf8891-a6d6-4481-9472-9e650503fffd" providerId="ADAL" clId="{A18345C4-0747-4C06-85BE-D3134E605A85}" dt="2022-02-02T15:18:25.650" v="301" actId="1076"/>
          <ac:spMkLst>
            <pc:docMk/>
            <pc:sldMk cId="4061758374" sldId="281"/>
            <ac:spMk id="60" creationId="{F0B260EC-A45C-4CE4-8AA9-746DFBB45C5B}"/>
          </ac:spMkLst>
        </pc:spChg>
        <pc:spChg chg="add mod">
          <ac:chgData name="Rarick, Rissa" userId="9ebf8891-a6d6-4481-9472-9e650503fffd" providerId="ADAL" clId="{A18345C4-0747-4C06-85BE-D3134E605A85}" dt="2022-02-02T15:18:38.725" v="305" actId="1076"/>
          <ac:spMkLst>
            <pc:docMk/>
            <pc:sldMk cId="4061758374" sldId="281"/>
            <ac:spMk id="61" creationId="{8F52AA90-08D6-4ED4-834C-7CE1B893952B}"/>
          </ac:spMkLst>
        </pc:spChg>
        <pc:spChg chg="add del">
          <ac:chgData name="Rarick, Rissa" userId="9ebf8891-a6d6-4481-9472-9e650503fffd" providerId="ADAL" clId="{A18345C4-0747-4C06-85BE-D3134E605A85}" dt="2022-02-02T16:47:02.211" v="1219" actId="11529"/>
          <ac:spMkLst>
            <pc:docMk/>
            <pc:sldMk cId="4061758374" sldId="281"/>
            <ac:spMk id="80" creationId="{49ED6320-6A4A-4057-ACCD-5886932FDE28}"/>
          </ac:spMkLst>
        </pc:spChg>
        <pc:spChg chg="add mod">
          <ac:chgData name="Rarick, Rissa" userId="9ebf8891-a6d6-4481-9472-9e650503fffd" providerId="ADAL" clId="{A18345C4-0747-4C06-85BE-D3134E605A85}" dt="2022-02-02T16:47:53.998" v="1236" actId="208"/>
          <ac:spMkLst>
            <pc:docMk/>
            <pc:sldMk cId="4061758374" sldId="281"/>
            <ac:spMk id="81" creationId="{6C928522-E9AE-4DB3-8006-01854892552F}"/>
          </ac:spMkLst>
        </pc:spChg>
        <pc:cxnChg chg="mod">
          <ac:chgData name="Rarick, Rissa" userId="9ebf8891-a6d6-4481-9472-9e650503fffd" providerId="ADAL" clId="{A18345C4-0747-4C06-85BE-D3134E605A85}" dt="2022-02-02T11:17:20.396" v="36" actId="1076"/>
          <ac:cxnSpMkLst>
            <pc:docMk/>
            <pc:sldMk cId="4061758374" sldId="281"/>
            <ac:cxnSpMk id="16" creationId="{CE858727-6391-456B-A9D5-16E3FC8A1E58}"/>
          </ac:cxnSpMkLst>
        </pc:cxnChg>
        <pc:cxnChg chg="mod">
          <ac:chgData name="Rarick, Rissa" userId="9ebf8891-a6d6-4481-9472-9e650503fffd" providerId="ADAL" clId="{A18345C4-0747-4C06-85BE-D3134E605A85}" dt="2022-02-02T11:17:20.396" v="36" actId="1076"/>
          <ac:cxnSpMkLst>
            <pc:docMk/>
            <pc:sldMk cId="4061758374" sldId="281"/>
            <ac:cxnSpMk id="21" creationId="{CB798257-DA58-42FD-B2B3-FE952FC435D8}"/>
          </ac:cxnSpMkLst>
        </pc:cxnChg>
        <pc:cxnChg chg="mod">
          <ac:chgData name="Rarick, Rissa" userId="9ebf8891-a6d6-4481-9472-9e650503fffd" providerId="ADAL" clId="{A18345C4-0747-4C06-85BE-D3134E605A85}" dt="2022-02-02T11:17:20.396" v="36" actId="1076"/>
          <ac:cxnSpMkLst>
            <pc:docMk/>
            <pc:sldMk cId="4061758374" sldId="281"/>
            <ac:cxnSpMk id="22" creationId="{3721A6E0-70E8-4FDB-848E-7008B2A42C60}"/>
          </ac:cxnSpMkLst>
        </pc:cxnChg>
        <pc:cxnChg chg="mod">
          <ac:chgData name="Rarick, Rissa" userId="9ebf8891-a6d6-4481-9472-9e650503fffd" providerId="ADAL" clId="{A18345C4-0747-4C06-85BE-D3134E605A85}" dt="2022-02-02T11:17:20.396" v="36" actId="1076"/>
          <ac:cxnSpMkLst>
            <pc:docMk/>
            <pc:sldMk cId="4061758374" sldId="281"/>
            <ac:cxnSpMk id="24" creationId="{4AEF9519-90A8-48E1-955F-345393AAD525}"/>
          </ac:cxnSpMkLst>
        </pc:cxnChg>
        <pc:cxnChg chg="mod">
          <ac:chgData name="Rarick, Rissa" userId="9ebf8891-a6d6-4481-9472-9e650503fffd" providerId="ADAL" clId="{A18345C4-0747-4C06-85BE-D3134E605A85}" dt="2022-02-02T11:17:20.396" v="36" actId="1076"/>
          <ac:cxnSpMkLst>
            <pc:docMk/>
            <pc:sldMk cId="4061758374" sldId="281"/>
            <ac:cxnSpMk id="25" creationId="{3F87F431-A6DF-4D23-B78B-833A4C7391D3}"/>
          </ac:cxnSpMkLst>
        </pc:cxnChg>
        <pc:cxnChg chg="mod">
          <ac:chgData name="Rarick, Rissa" userId="9ebf8891-a6d6-4481-9472-9e650503fffd" providerId="ADAL" clId="{A18345C4-0747-4C06-85BE-D3134E605A85}" dt="2022-02-02T11:17:50.233" v="42" actId="1076"/>
          <ac:cxnSpMkLst>
            <pc:docMk/>
            <pc:sldMk cId="4061758374" sldId="281"/>
            <ac:cxnSpMk id="26" creationId="{A71859FF-8C00-4F9E-8BE3-2A122B53268D}"/>
          </ac:cxnSpMkLst>
        </pc:cxnChg>
        <pc:cxnChg chg="mod">
          <ac:chgData name="Rarick, Rissa" userId="9ebf8891-a6d6-4481-9472-9e650503fffd" providerId="ADAL" clId="{A18345C4-0747-4C06-85BE-D3134E605A85}" dt="2022-02-02T15:12:27.965" v="63" actId="1076"/>
          <ac:cxnSpMkLst>
            <pc:docMk/>
            <pc:sldMk cId="4061758374" sldId="281"/>
            <ac:cxnSpMk id="27" creationId="{024DD89A-A694-4A16-A617-2A4E5396804C}"/>
          </ac:cxnSpMkLst>
        </pc:cxnChg>
        <pc:cxnChg chg="mod">
          <ac:chgData name="Rarick, Rissa" userId="9ebf8891-a6d6-4481-9472-9e650503fffd" providerId="ADAL" clId="{A18345C4-0747-4C06-85BE-D3134E605A85}" dt="2022-02-02T15:16:05.895" v="174" actId="1076"/>
          <ac:cxnSpMkLst>
            <pc:docMk/>
            <pc:sldMk cId="4061758374" sldId="281"/>
            <ac:cxnSpMk id="28" creationId="{BC01F089-BAB7-4EC9-9AB2-CDDE4AD4D666}"/>
          </ac:cxnSpMkLst>
        </pc:cxnChg>
        <pc:cxnChg chg="mod">
          <ac:chgData name="Rarick, Rissa" userId="9ebf8891-a6d6-4481-9472-9e650503fffd" providerId="ADAL" clId="{A18345C4-0747-4C06-85BE-D3134E605A85}" dt="2022-02-02T16:47:50.343" v="1235" actId="1076"/>
          <ac:cxnSpMkLst>
            <pc:docMk/>
            <pc:sldMk cId="4061758374" sldId="281"/>
            <ac:cxnSpMk id="29" creationId="{6717A86D-31C6-4BD5-897A-74EC7D843447}"/>
          </ac:cxnSpMkLst>
        </pc:cxnChg>
        <pc:cxnChg chg="add mod">
          <ac:chgData name="Rarick, Rissa" userId="9ebf8891-a6d6-4481-9472-9e650503fffd" providerId="ADAL" clId="{A18345C4-0747-4C06-85BE-D3134E605A85}" dt="2022-02-02T15:17:24.431" v="208" actId="14100"/>
          <ac:cxnSpMkLst>
            <pc:docMk/>
            <pc:sldMk cId="4061758374" sldId="281"/>
            <ac:cxnSpMk id="54" creationId="{62F1403B-9322-4912-B074-D772AB4E57C8}"/>
          </ac:cxnSpMkLst>
        </pc:cxnChg>
        <pc:cxnChg chg="add mod">
          <ac:chgData name="Rarick, Rissa" userId="9ebf8891-a6d6-4481-9472-9e650503fffd" providerId="ADAL" clId="{A18345C4-0747-4C06-85BE-D3134E605A85}" dt="2022-02-02T15:19:44.557" v="322" actId="14100"/>
          <ac:cxnSpMkLst>
            <pc:docMk/>
            <pc:sldMk cId="4061758374" sldId="281"/>
            <ac:cxnSpMk id="62" creationId="{3CB67AE8-B21A-450C-B7CB-F45B5E26562F}"/>
          </ac:cxnSpMkLst>
        </pc:cxnChg>
        <pc:cxnChg chg="add del mod">
          <ac:chgData name="Rarick, Rissa" userId="9ebf8891-a6d6-4481-9472-9e650503fffd" providerId="ADAL" clId="{A18345C4-0747-4C06-85BE-D3134E605A85}" dt="2022-02-02T16:47:15.231" v="1222" actId="478"/>
          <ac:cxnSpMkLst>
            <pc:docMk/>
            <pc:sldMk cId="4061758374" sldId="281"/>
            <ac:cxnSpMk id="66" creationId="{601FE929-E703-4085-B500-0C5B8D742BC1}"/>
          </ac:cxnSpMkLst>
        </pc:cxnChg>
        <pc:cxnChg chg="add del mod">
          <ac:chgData name="Rarick, Rissa" userId="9ebf8891-a6d6-4481-9472-9e650503fffd" providerId="ADAL" clId="{A18345C4-0747-4C06-85BE-D3134E605A85}" dt="2022-02-02T16:47:12.685" v="1221" actId="478"/>
          <ac:cxnSpMkLst>
            <pc:docMk/>
            <pc:sldMk cId="4061758374" sldId="281"/>
            <ac:cxnSpMk id="70" creationId="{BA622251-8EC2-4D9B-B943-BE61324F3D3C}"/>
          </ac:cxnSpMkLst>
        </pc:cxnChg>
        <pc:cxnChg chg="add mod">
          <ac:chgData name="Rarick, Rissa" userId="9ebf8891-a6d6-4481-9472-9e650503fffd" providerId="ADAL" clId="{A18345C4-0747-4C06-85BE-D3134E605A85}" dt="2022-02-02T16:47:50.343" v="1235" actId="1076"/>
          <ac:cxnSpMkLst>
            <pc:docMk/>
            <pc:sldMk cId="4061758374" sldId="281"/>
            <ac:cxnSpMk id="71" creationId="{EC0A6197-3E40-43B6-BABA-6D7A5F4889AB}"/>
          </ac:cxnSpMkLst>
        </pc:cxnChg>
      </pc:sldChg>
      <pc:sldChg chg="modSp del mod">
        <pc:chgData name="Rarick, Rissa" userId="9ebf8891-a6d6-4481-9472-9e650503fffd" providerId="ADAL" clId="{A18345C4-0747-4C06-85BE-D3134E605A85}" dt="2022-02-02T16:25:50.774" v="733" actId="47"/>
        <pc:sldMkLst>
          <pc:docMk/>
          <pc:sldMk cId="4151067094" sldId="282"/>
        </pc:sldMkLst>
        <pc:spChg chg="mod">
          <ac:chgData name="Rarick, Rissa" userId="9ebf8891-a6d6-4481-9472-9e650503fffd" providerId="ADAL" clId="{A18345C4-0747-4C06-85BE-D3134E605A85}" dt="2022-02-02T16:25:45.164" v="732" actId="20577"/>
          <ac:spMkLst>
            <pc:docMk/>
            <pc:sldMk cId="4151067094" sldId="282"/>
            <ac:spMk id="3" creationId="{003A71D3-E947-44EA-B485-DC5A42B8AF65}"/>
          </ac:spMkLst>
        </pc:spChg>
      </pc:sldChg>
      <pc:sldChg chg="modSp">
        <pc:chgData name="Rarick, Rissa" userId="9ebf8891-a6d6-4481-9472-9e650503fffd" providerId="ADAL" clId="{A18345C4-0747-4C06-85BE-D3134E605A85}" dt="2022-02-02T16:27:53.821" v="813" actId="207"/>
        <pc:sldMkLst>
          <pc:docMk/>
          <pc:sldMk cId="2100415674" sldId="283"/>
        </pc:sldMkLst>
        <pc:spChg chg="mod">
          <ac:chgData name="Rarick, Rissa" userId="9ebf8891-a6d6-4481-9472-9e650503fffd" providerId="ADAL" clId="{A18345C4-0747-4C06-85BE-D3134E605A85}" dt="2022-02-02T16:27:53.821" v="813" actId="207"/>
          <ac:spMkLst>
            <pc:docMk/>
            <pc:sldMk cId="2100415674" sldId="283"/>
            <ac:spMk id="2" creationId="{F060B3DD-933C-48FC-8CDD-B0EE97A8C344}"/>
          </ac:spMkLst>
        </pc:spChg>
      </pc:sldChg>
      <pc:sldChg chg="addSp delSp modSp mod ord">
        <pc:chgData name="Rarick, Rissa" userId="9ebf8891-a6d6-4481-9472-9e650503fffd" providerId="ADAL" clId="{A18345C4-0747-4C06-85BE-D3134E605A85}" dt="2022-02-02T16:45:44.440" v="1217"/>
        <pc:sldMkLst>
          <pc:docMk/>
          <pc:sldMk cId="3427308020" sldId="284"/>
        </pc:sldMkLst>
        <pc:spChg chg="mod">
          <ac:chgData name="Rarick, Rissa" userId="9ebf8891-a6d6-4481-9472-9e650503fffd" providerId="ADAL" clId="{A18345C4-0747-4C06-85BE-D3134E605A85}" dt="2022-02-02T16:35:22.971" v="1146" actId="207"/>
          <ac:spMkLst>
            <pc:docMk/>
            <pc:sldMk cId="3427308020" sldId="284"/>
            <ac:spMk id="2" creationId="{14962FA6-A22F-4A54-B9E3-203AFE9B1E67}"/>
          </ac:spMkLst>
        </pc:spChg>
        <pc:spChg chg="add del mod">
          <ac:chgData name="Rarick, Rissa" userId="9ebf8891-a6d6-4481-9472-9e650503fffd" providerId="ADAL" clId="{A18345C4-0747-4C06-85BE-D3134E605A85}" dt="2022-02-02T16:26:37.702" v="755" actId="767"/>
          <ac:spMkLst>
            <pc:docMk/>
            <pc:sldMk cId="3427308020" sldId="284"/>
            <ac:spMk id="3" creationId="{927899FE-B8D0-4A36-B7B9-68DF12213A15}"/>
          </ac:spMkLst>
        </pc:spChg>
        <pc:spChg chg="mod">
          <ac:chgData name="Rarick, Rissa" userId="9ebf8891-a6d6-4481-9472-9e650503fffd" providerId="ADAL" clId="{A18345C4-0747-4C06-85BE-D3134E605A85}" dt="2022-02-02T16:35:54.945" v="1155" actId="207"/>
          <ac:spMkLst>
            <pc:docMk/>
            <pc:sldMk cId="3427308020" sldId="284"/>
            <ac:spMk id="4" creationId="{DD77A801-60BD-4954-8A10-B9F72B95EC89}"/>
          </ac:spMkLst>
        </pc:spChg>
        <pc:spChg chg="del mod">
          <ac:chgData name="Rarick, Rissa" userId="9ebf8891-a6d6-4481-9472-9e650503fffd" providerId="ADAL" clId="{A18345C4-0747-4C06-85BE-D3134E605A85}" dt="2022-02-02T16:30:44.569" v="886" actId="478"/>
          <ac:spMkLst>
            <pc:docMk/>
            <pc:sldMk cId="3427308020" sldId="284"/>
            <ac:spMk id="5" creationId="{6D39B14F-9296-46EE-A9B1-DC1729EEFF73}"/>
          </ac:spMkLst>
        </pc:spChg>
        <pc:spChg chg="del mod">
          <ac:chgData name="Rarick, Rissa" userId="9ebf8891-a6d6-4481-9472-9e650503fffd" providerId="ADAL" clId="{A18345C4-0747-4C06-85BE-D3134E605A85}" dt="2022-02-02T16:29:49.822" v="877" actId="478"/>
          <ac:spMkLst>
            <pc:docMk/>
            <pc:sldMk cId="3427308020" sldId="284"/>
            <ac:spMk id="6" creationId="{E4560F98-B96C-48B2-96D2-B509104189FD}"/>
          </ac:spMkLst>
        </pc:spChg>
        <pc:spChg chg="mod">
          <ac:chgData name="Rarick, Rissa" userId="9ebf8891-a6d6-4481-9472-9e650503fffd" providerId="ADAL" clId="{A18345C4-0747-4C06-85BE-D3134E605A85}" dt="2022-02-02T16:43:21.694" v="1213" actId="1076"/>
          <ac:spMkLst>
            <pc:docMk/>
            <pc:sldMk cId="3427308020" sldId="284"/>
            <ac:spMk id="7" creationId="{11C97131-B92E-4AAD-9F6F-8EB89639BE08}"/>
          </ac:spMkLst>
        </pc:spChg>
        <pc:spChg chg="add del mod">
          <ac:chgData name="Rarick, Rissa" userId="9ebf8891-a6d6-4481-9472-9e650503fffd" providerId="ADAL" clId="{A18345C4-0747-4C06-85BE-D3134E605A85}" dt="2022-02-02T16:29:13.549" v="832" actId="478"/>
          <ac:spMkLst>
            <pc:docMk/>
            <pc:sldMk cId="3427308020" sldId="284"/>
            <ac:spMk id="8" creationId="{F4BBA9B7-137B-4554-A485-67A414210343}"/>
          </ac:spMkLst>
        </pc:spChg>
        <pc:spChg chg="add mod">
          <ac:chgData name="Rarick, Rissa" userId="9ebf8891-a6d6-4481-9472-9e650503fffd" providerId="ADAL" clId="{A18345C4-0747-4C06-85BE-D3134E605A85}" dt="2022-02-02T16:29:19.189" v="835"/>
          <ac:spMkLst>
            <pc:docMk/>
            <pc:sldMk cId="3427308020" sldId="284"/>
            <ac:spMk id="9" creationId="{527631F6-72CC-4407-B547-8BA0B4266CCE}"/>
          </ac:spMkLst>
        </pc:spChg>
        <pc:spChg chg="add mod">
          <ac:chgData name="Rarick, Rissa" userId="9ebf8891-a6d6-4481-9472-9e650503fffd" providerId="ADAL" clId="{A18345C4-0747-4C06-85BE-D3134E605A85}" dt="2022-02-02T16:36:42.076" v="1163" actId="207"/>
          <ac:spMkLst>
            <pc:docMk/>
            <pc:sldMk cId="3427308020" sldId="284"/>
            <ac:spMk id="10" creationId="{1AC0FDB3-E30E-4D36-BFE7-CD4752B589BF}"/>
          </ac:spMkLst>
        </pc:spChg>
        <pc:spChg chg="add del mod">
          <ac:chgData name="Rarick, Rissa" userId="9ebf8891-a6d6-4481-9472-9e650503fffd" providerId="ADAL" clId="{A18345C4-0747-4C06-85BE-D3134E605A85}" dt="2022-02-02T16:29:30.980" v="839"/>
          <ac:spMkLst>
            <pc:docMk/>
            <pc:sldMk cId="3427308020" sldId="284"/>
            <ac:spMk id="11" creationId="{7EB4C7FA-85CA-4411-B7A4-A44F84CC2314}"/>
          </ac:spMkLst>
        </pc:spChg>
        <pc:spChg chg="add mod">
          <ac:chgData name="Rarick, Rissa" userId="9ebf8891-a6d6-4481-9472-9e650503fffd" providerId="ADAL" clId="{A18345C4-0747-4C06-85BE-D3134E605A85}" dt="2022-02-02T16:42:42.372" v="1202" actId="1076"/>
          <ac:spMkLst>
            <pc:docMk/>
            <pc:sldMk cId="3427308020" sldId="284"/>
            <ac:spMk id="12" creationId="{6119BFC2-A0E3-4739-8C49-6137287561ED}"/>
          </ac:spMkLst>
        </pc:spChg>
        <pc:spChg chg="add mod">
          <ac:chgData name="Rarick, Rissa" userId="9ebf8891-a6d6-4481-9472-9e650503fffd" providerId="ADAL" clId="{A18345C4-0747-4C06-85BE-D3134E605A85}" dt="2022-02-02T16:43:12.138" v="1211" actId="1076"/>
          <ac:spMkLst>
            <pc:docMk/>
            <pc:sldMk cId="3427308020" sldId="284"/>
            <ac:spMk id="13" creationId="{0B82B62F-CCBB-4012-BEBD-2D092AD8AD83}"/>
          </ac:spMkLst>
        </pc:spChg>
        <pc:spChg chg="add del mod">
          <ac:chgData name="Rarick, Rissa" userId="9ebf8891-a6d6-4481-9472-9e650503fffd" providerId="ADAL" clId="{A18345C4-0747-4C06-85BE-D3134E605A85}" dt="2022-02-02T16:41:54.733" v="1165" actId="478"/>
          <ac:spMkLst>
            <pc:docMk/>
            <pc:sldMk cId="3427308020" sldId="284"/>
            <ac:spMk id="18" creationId="{D7AA474C-8EB4-458B-9197-9C168B597959}"/>
          </ac:spMkLst>
        </pc:spChg>
        <pc:spChg chg="add del mod">
          <ac:chgData name="Rarick, Rissa" userId="9ebf8891-a6d6-4481-9472-9e650503fffd" providerId="ADAL" clId="{A18345C4-0747-4C06-85BE-D3134E605A85}" dt="2022-02-02T16:33:02.308" v="920" actId="11529"/>
          <ac:spMkLst>
            <pc:docMk/>
            <pc:sldMk cId="3427308020" sldId="284"/>
            <ac:spMk id="19" creationId="{EBB07C2E-8802-49F8-AAD4-97E7779DCAC8}"/>
          </ac:spMkLst>
        </pc:spChg>
        <pc:spChg chg="add del mod">
          <ac:chgData name="Rarick, Rissa" userId="9ebf8891-a6d6-4481-9472-9e650503fffd" providerId="ADAL" clId="{A18345C4-0747-4C06-85BE-D3134E605A85}" dt="2022-02-02T16:41:53.231" v="1164" actId="478"/>
          <ac:spMkLst>
            <pc:docMk/>
            <pc:sldMk cId="3427308020" sldId="284"/>
            <ac:spMk id="20" creationId="{7C987B80-60B8-4196-B32E-FC1FDC2C6F90}"/>
          </ac:spMkLst>
        </pc:spChg>
        <pc:spChg chg="add del">
          <ac:chgData name="Rarick, Rissa" userId="9ebf8891-a6d6-4481-9472-9e650503fffd" providerId="ADAL" clId="{A18345C4-0747-4C06-85BE-D3134E605A85}" dt="2022-02-02T16:34:00.158" v="936" actId="11529"/>
          <ac:spMkLst>
            <pc:docMk/>
            <pc:sldMk cId="3427308020" sldId="284"/>
            <ac:spMk id="29" creationId="{832FD113-5E8B-4FB7-8B28-342F316E4F43}"/>
          </ac:spMkLst>
        </pc:spChg>
        <pc:spChg chg="add del mod">
          <ac:chgData name="Rarick, Rissa" userId="9ebf8891-a6d6-4481-9472-9e650503fffd" providerId="ADAL" clId="{A18345C4-0747-4C06-85BE-D3134E605A85}" dt="2022-02-02T16:43:26.698" v="1215" actId="478"/>
          <ac:spMkLst>
            <pc:docMk/>
            <pc:sldMk cId="3427308020" sldId="284"/>
            <ac:spMk id="30" creationId="{56804ED3-52F1-4627-B7C9-A7586477BF5F}"/>
          </ac:spMkLst>
        </pc:spChg>
        <pc:cxnChg chg="add mod">
          <ac:chgData name="Rarick, Rissa" userId="9ebf8891-a6d6-4481-9472-9e650503fffd" providerId="ADAL" clId="{A18345C4-0747-4C06-85BE-D3134E605A85}" dt="2022-02-02T16:35:51.166" v="1154" actId="1076"/>
          <ac:cxnSpMkLst>
            <pc:docMk/>
            <pc:sldMk cId="3427308020" sldId="284"/>
            <ac:cxnSpMk id="15" creationId="{EF31ECEA-3A10-45A8-AC43-D6DBC6F47C22}"/>
          </ac:cxnSpMkLst>
        </pc:cxnChg>
        <pc:cxnChg chg="add mod">
          <ac:chgData name="Rarick, Rissa" userId="9ebf8891-a6d6-4481-9472-9e650503fffd" providerId="ADAL" clId="{A18345C4-0747-4C06-85BE-D3134E605A85}" dt="2022-02-02T16:42:44.912" v="1203" actId="14100"/>
          <ac:cxnSpMkLst>
            <pc:docMk/>
            <pc:sldMk cId="3427308020" sldId="284"/>
            <ac:cxnSpMk id="17" creationId="{B4ED5FE1-59CE-44B3-B7D2-EE15F9D669CE}"/>
          </ac:cxnSpMkLst>
        </pc:cxnChg>
        <pc:cxnChg chg="add mod">
          <ac:chgData name="Rarick, Rissa" userId="9ebf8891-a6d6-4481-9472-9e650503fffd" providerId="ADAL" clId="{A18345C4-0747-4C06-85BE-D3134E605A85}" dt="2022-02-02T16:43:09.869" v="1210" actId="14100"/>
          <ac:cxnSpMkLst>
            <pc:docMk/>
            <pc:sldMk cId="3427308020" sldId="284"/>
            <ac:cxnSpMk id="22" creationId="{6F74A249-A036-40AF-B6DB-1A2C04F756B5}"/>
          </ac:cxnSpMkLst>
        </pc:cxnChg>
        <pc:cxnChg chg="add mod">
          <ac:chgData name="Rarick, Rissa" userId="9ebf8891-a6d6-4481-9472-9e650503fffd" providerId="ADAL" clId="{A18345C4-0747-4C06-85BE-D3134E605A85}" dt="2022-02-02T16:43:15.408" v="1212" actId="1076"/>
          <ac:cxnSpMkLst>
            <pc:docMk/>
            <pc:sldMk cId="3427308020" sldId="284"/>
            <ac:cxnSpMk id="33" creationId="{E46395F9-40E7-46CE-9F0A-7DE5434B00F8}"/>
          </ac:cxnSpMkLst>
        </pc:cxnChg>
      </pc:sldChg>
      <pc:sldChg chg="new del">
        <pc:chgData name="Rarick, Rissa" userId="9ebf8891-a6d6-4481-9472-9e650503fffd" providerId="ADAL" clId="{A18345C4-0747-4C06-85BE-D3134E605A85}" dt="2022-02-01T21:24:51.966" v="29" actId="47"/>
        <pc:sldMkLst>
          <pc:docMk/>
          <pc:sldMk cId="1457746678" sldId="285"/>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Graphic 1" descr="Tag=AccentColor&#10;Flavor=Light&#10;Target=Fill">
            <a:extLst>
              <a:ext uri="{FF2B5EF4-FFF2-40B4-BE49-F238E27FC236}">
                <a16:creationId xmlns:a16="http://schemas.microsoft.com/office/drawing/2014/main" id="{0D57E7FA-E8FC-45AC-868F-CDC8144939D6}"/>
              </a:ext>
            </a:extLst>
          </p:cNvPr>
          <p:cNvSpPr/>
          <p:nvPr/>
        </p:nvSpPr>
        <p:spPr>
          <a:xfrm rot="10800000" flipV="1">
            <a:off x="2599854" y="527562"/>
            <a:ext cx="6992292" cy="5102484"/>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807094A5-EB6F-441D-88F8-CD7A30C84707}"/>
              </a:ext>
            </a:extLst>
          </p:cNvPr>
          <p:cNvSpPr>
            <a:spLocks noGrp="1"/>
          </p:cNvSpPr>
          <p:nvPr>
            <p:ph type="ctrTitle"/>
          </p:nvPr>
        </p:nvSpPr>
        <p:spPr>
          <a:xfrm>
            <a:off x="1508760" y="1591056"/>
            <a:ext cx="5705856" cy="3264408"/>
          </a:xfrm>
        </p:spPr>
        <p:txBody>
          <a:bodyPr anchor="b">
            <a:normAutofit/>
          </a:bodyPr>
          <a:lstStyle>
            <a:lvl1pPr algn="l">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1C7CE1E3-3929-42A6-81B7-056BD88EF353}"/>
              </a:ext>
            </a:extLst>
          </p:cNvPr>
          <p:cNvSpPr>
            <a:spLocks noGrp="1"/>
          </p:cNvSpPr>
          <p:nvPr>
            <p:ph type="subTitle" idx="1"/>
          </p:nvPr>
        </p:nvSpPr>
        <p:spPr>
          <a:xfrm>
            <a:off x="1524000" y="4928616"/>
            <a:ext cx="5705856" cy="996696"/>
          </a:xfrm>
        </p:spPr>
        <p:txBody>
          <a:bodyPr/>
          <a:lstStyle>
            <a:lvl1pPr marL="0" indent="0" algn="l">
              <a:buNone/>
              <a:defRPr sz="24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5CE951E3-0794-422C-AF76-0AD4A7FB19EB}"/>
              </a:ext>
            </a:extLst>
          </p:cNvPr>
          <p:cNvSpPr>
            <a:spLocks noGrp="1"/>
          </p:cNvSpPr>
          <p:nvPr>
            <p:ph type="dt" sz="half" idx="10"/>
          </p:nvPr>
        </p:nvSpPr>
        <p:spPr/>
        <p:txBody>
          <a:bodyPr/>
          <a:lstStyle/>
          <a:p>
            <a:fld id="{3C04E684-10F4-4CC3-A0B9-F03AA7BE37CF}" type="datetimeFigureOut">
              <a:rPr lang="en-US" smtClean="0"/>
              <a:t>12/7/2022</a:t>
            </a:fld>
            <a:endParaRPr lang="en-US"/>
          </a:p>
        </p:txBody>
      </p:sp>
      <p:sp>
        <p:nvSpPr>
          <p:cNvPr id="5" name="Footer Placeholder 4">
            <a:extLst>
              <a:ext uri="{FF2B5EF4-FFF2-40B4-BE49-F238E27FC236}">
                <a16:creationId xmlns:a16="http://schemas.microsoft.com/office/drawing/2014/main" id="{114EBFA8-0291-4D77-A9D9-B17FC2382A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7AC4D4-C4EE-4624-A329-C608A1D5AFE1}"/>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40332734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Freeform: Shape 6" descr="Tag=AccentColor&#10;Flavor=Light&#10;Target=Fill">
            <a:extLst>
              <a:ext uri="{FF2B5EF4-FFF2-40B4-BE49-F238E27FC236}">
                <a16:creationId xmlns:a16="http://schemas.microsoft.com/office/drawing/2014/main" id="{13B7BB51-92B8-4089-8DAB-1202A4D1C6A3}"/>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26030E26-A86A-417A-AA64-699AA8DD3DA5}"/>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19CF97E-0E6E-41E9-B75B-0371E744D1E8}"/>
              </a:ext>
            </a:extLst>
          </p:cNvPr>
          <p:cNvSpPr>
            <a:spLocks noGrp="1"/>
          </p:cNvSpPr>
          <p:nvPr>
            <p:ph idx="1"/>
          </p:nvPr>
        </p:nvSpPr>
        <p:spPr>
          <a:xfrm>
            <a:off x="838200" y="2011680"/>
            <a:ext cx="1051560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0BAE770-8363-44CD-8A22-AB26C5C5361B}"/>
              </a:ext>
            </a:extLst>
          </p:cNvPr>
          <p:cNvSpPr>
            <a:spLocks noGrp="1"/>
          </p:cNvSpPr>
          <p:nvPr>
            <p:ph type="dt" sz="half" idx="10"/>
          </p:nvPr>
        </p:nvSpPr>
        <p:spPr/>
        <p:txBody>
          <a:bodyPr/>
          <a:lstStyle/>
          <a:p>
            <a:fld id="{3C04E684-10F4-4CC3-A0B9-F03AA7BE37CF}" type="datetimeFigureOut">
              <a:rPr lang="en-US" smtClean="0"/>
              <a:t>12/7/2022</a:t>
            </a:fld>
            <a:endParaRPr lang="en-US"/>
          </a:p>
        </p:txBody>
      </p:sp>
      <p:sp>
        <p:nvSpPr>
          <p:cNvPr id="5" name="Footer Placeholder 4">
            <a:extLst>
              <a:ext uri="{FF2B5EF4-FFF2-40B4-BE49-F238E27FC236}">
                <a16:creationId xmlns:a16="http://schemas.microsoft.com/office/drawing/2014/main" id="{36E618F2-3B8E-4449-91E7-F8AA496093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3428F0-E5C2-42A1-AB2F-1A19FFAD19CF}"/>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6617304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Graphic 9" descr="Tag=AccentColor&#10;Flavor=Light&#10;Target=Fill">
            <a:extLst>
              <a:ext uri="{FF2B5EF4-FFF2-40B4-BE49-F238E27FC236}">
                <a16:creationId xmlns:a16="http://schemas.microsoft.com/office/drawing/2014/main" id="{DB2CE8D6-5B4E-4EBE-9ED5-A1DA7E2A5CDA}"/>
              </a:ext>
            </a:extLst>
          </p:cNvPr>
          <p:cNvSpPr/>
          <p:nvPr/>
        </p:nvSpPr>
        <p:spPr>
          <a:xfrm>
            <a:off x="7209816" y="0"/>
            <a:ext cx="4143984" cy="5747660"/>
          </a:xfrm>
          <a:custGeom>
            <a:avLst/>
            <a:gdLst>
              <a:gd name="connsiteX0" fmla="*/ 0 w 3843750"/>
              <a:gd name="connsiteY0" fmla="*/ 346 h 5956080"/>
              <a:gd name="connsiteX1" fmla="*/ 72373 w 3843750"/>
              <a:gd name="connsiteY1" fmla="*/ 2447534 h 5956080"/>
              <a:gd name="connsiteX2" fmla="*/ 145093 w 3843750"/>
              <a:gd name="connsiteY2" fmla="*/ 3878724 h 5956080"/>
              <a:gd name="connsiteX3" fmla="*/ 237897 w 3843750"/>
              <a:gd name="connsiteY3" fmla="*/ 4208041 h 5956080"/>
              <a:gd name="connsiteX4" fmla="*/ 281875 w 3843750"/>
              <a:gd name="connsiteY4" fmla="*/ 4677601 h 5956080"/>
              <a:gd name="connsiteX5" fmla="*/ 360135 w 3843750"/>
              <a:gd name="connsiteY5" fmla="*/ 5287407 h 5956080"/>
              <a:gd name="connsiteX6" fmla="*/ 414155 w 3843750"/>
              <a:gd name="connsiteY6" fmla="*/ 5817914 h 5956080"/>
              <a:gd name="connsiteX7" fmla="*/ 681487 w 3843750"/>
              <a:gd name="connsiteY7" fmla="*/ 5914873 h 5956080"/>
              <a:gd name="connsiteX8" fmla="*/ 892373 w 3843750"/>
              <a:gd name="connsiteY8" fmla="*/ 5605295 h 5956080"/>
              <a:gd name="connsiteX9" fmla="*/ 1027770 w 3843750"/>
              <a:gd name="connsiteY9" fmla="*/ 5804063 h 5956080"/>
              <a:gd name="connsiteX10" fmla="*/ 1200566 w 3843750"/>
              <a:gd name="connsiteY10" fmla="*/ 5527036 h 5956080"/>
              <a:gd name="connsiteX11" fmla="*/ 1348083 w 3843750"/>
              <a:gd name="connsiteY11" fmla="*/ 5363590 h 5956080"/>
              <a:gd name="connsiteX12" fmla="*/ 1425997 w 3843750"/>
              <a:gd name="connsiteY12" fmla="*/ 4800532 h 5956080"/>
              <a:gd name="connsiteX13" fmla="*/ 1517416 w 3843750"/>
              <a:gd name="connsiteY13" fmla="*/ 4640549 h 5956080"/>
              <a:gd name="connsiteX14" fmla="*/ 1569705 w 3843750"/>
              <a:gd name="connsiteY14" fmla="*/ 4803995 h 5956080"/>
              <a:gd name="connsiteX15" fmla="*/ 1530921 w 3843750"/>
              <a:gd name="connsiteY15" fmla="*/ 5433885 h 5956080"/>
              <a:gd name="connsiteX16" fmla="*/ 1614721 w 3843750"/>
              <a:gd name="connsiteY16" fmla="*/ 5319957 h 5956080"/>
              <a:gd name="connsiteX17" fmla="*/ 1800676 w 3843750"/>
              <a:gd name="connsiteY17" fmla="*/ 4608691 h 5956080"/>
              <a:gd name="connsiteX18" fmla="*/ 1918759 w 3843750"/>
              <a:gd name="connsiteY18" fmla="*/ 4486799 h 5956080"/>
              <a:gd name="connsiteX19" fmla="*/ 2009139 w 3843750"/>
              <a:gd name="connsiteY19" fmla="*/ 4715000 h 5956080"/>
              <a:gd name="connsiteX20" fmla="*/ 2135532 w 3843750"/>
              <a:gd name="connsiteY20" fmla="*/ 5321689 h 5956080"/>
              <a:gd name="connsiteX21" fmla="*/ 2209291 w 3843750"/>
              <a:gd name="connsiteY21" fmla="*/ 5028733 h 5956080"/>
              <a:gd name="connsiteX22" fmla="*/ 2501208 w 3843750"/>
              <a:gd name="connsiteY22" fmla="*/ 4457711 h 5956080"/>
              <a:gd name="connsiteX23" fmla="*/ 2695127 w 3843750"/>
              <a:gd name="connsiteY23" fmla="*/ 4973674 h 5956080"/>
              <a:gd name="connsiteX24" fmla="*/ 2825329 w 3843750"/>
              <a:gd name="connsiteY24" fmla="*/ 4563328 h 5956080"/>
              <a:gd name="connsiteX25" fmla="*/ 2904628 w 3843750"/>
              <a:gd name="connsiteY25" fmla="*/ 4466368 h 5956080"/>
              <a:gd name="connsiteX26" fmla="*/ 2922635 w 3843750"/>
              <a:gd name="connsiteY26" fmla="*/ 4519696 h 5956080"/>
              <a:gd name="connsiteX27" fmla="*/ 3089544 w 3843750"/>
              <a:gd name="connsiteY27" fmla="*/ 3606545 h 5956080"/>
              <a:gd name="connsiteX28" fmla="*/ 3150490 w 3843750"/>
              <a:gd name="connsiteY28" fmla="*/ 3989882 h 5956080"/>
              <a:gd name="connsiteX29" fmla="*/ 3755448 w 3843750"/>
              <a:gd name="connsiteY29" fmla="*/ 1538193 h 5956080"/>
              <a:gd name="connsiteX30" fmla="*/ 3850330 w 3843750"/>
              <a:gd name="connsiteY30" fmla="*/ 0 h 5956080"/>
              <a:gd name="connsiteX31" fmla="*/ 0 w 3843750"/>
              <a:gd name="connsiteY31" fmla="*/ 0 h 5956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843750" h="5956080">
                <a:moveTo>
                  <a:pt x="0" y="346"/>
                </a:moveTo>
                <a:cubicBezTo>
                  <a:pt x="12120" y="1234155"/>
                  <a:pt x="72720" y="2447534"/>
                  <a:pt x="72373" y="2447534"/>
                </a:cubicBezTo>
                <a:cubicBezTo>
                  <a:pt x="72720" y="2449265"/>
                  <a:pt x="114274" y="3641520"/>
                  <a:pt x="145093" y="3878724"/>
                </a:cubicBezTo>
                <a:cubicBezTo>
                  <a:pt x="176258" y="4119392"/>
                  <a:pt x="210194" y="3969797"/>
                  <a:pt x="237897" y="4208041"/>
                </a:cubicBezTo>
                <a:cubicBezTo>
                  <a:pt x="250017" y="4367677"/>
                  <a:pt x="237204" y="4527661"/>
                  <a:pt x="281875" y="4677601"/>
                </a:cubicBezTo>
                <a:cubicBezTo>
                  <a:pt x="278758" y="4908226"/>
                  <a:pt x="338319" y="5059552"/>
                  <a:pt x="360135" y="5287407"/>
                </a:cubicBezTo>
                <a:cubicBezTo>
                  <a:pt x="370177" y="5468860"/>
                  <a:pt x="348015" y="5649274"/>
                  <a:pt x="414155" y="5817914"/>
                </a:cubicBezTo>
                <a:cubicBezTo>
                  <a:pt x="467137" y="5947770"/>
                  <a:pt x="534662" y="6049578"/>
                  <a:pt x="681487" y="5914873"/>
                </a:cubicBezTo>
                <a:cubicBezTo>
                  <a:pt x="680448" y="5747964"/>
                  <a:pt x="925963" y="5772897"/>
                  <a:pt x="892373" y="5605295"/>
                </a:cubicBezTo>
                <a:cubicBezTo>
                  <a:pt x="1003184" y="5641309"/>
                  <a:pt x="945009" y="5759046"/>
                  <a:pt x="1027770" y="5804063"/>
                </a:cubicBezTo>
                <a:cubicBezTo>
                  <a:pt x="1099105" y="5719915"/>
                  <a:pt x="1051664" y="5551968"/>
                  <a:pt x="1200566" y="5527036"/>
                </a:cubicBezTo>
                <a:cubicBezTo>
                  <a:pt x="1352931" y="5564088"/>
                  <a:pt x="1336655" y="5453970"/>
                  <a:pt x="1348083" y="5363590"/>
                </a:cubicBezTo>
                <a:cubicBezTo>
                  <a:pt x="1370938" y="5149586"/>
                  <a:pt x="1389291" y="5009687"/>
                  <a:pt x="1425997" y="4800532"/>
                </a:cubicBezTo>
                <a:cubicBezTo>
                  <a:pt x="1436385" y="4748243"/>
                  <a:pt x="1415608" y="4628775"/>
                  <a:pt x="1517416" y="4640549"/>
                </a:cubicBezTo>
                <a:cubicBezTo>
                  <a:pt x="1596022" y="4651976"/>
                  <a:pt x="1566242" y="4746512"/>
                  <a:pt x="1569705" y="4803995"/>
                </a:cubicBezTo>
                <a:cubicBezTo>
                  <a:pt x="1600177" y="5128809"/>
                  <a:pt x="1532998" y="5109763"/>
                  <a:pt x="1530921" y="5433885"/>
                </a:cubicBezTo>
                <a:cubicBezTo>
                  <a:pt x="1530574" y="5446697"/>
                  <a:pt x="1580786" y="5458125"/>
                  <a:pt x="1614721" y="5319957"/>
                </a:cubicBezTo>
                <a:cubicBezTo>
                  <a:pt x="1681208" y="5047432"/>
                  <a:pt x="1760507" y="4832736"/>
                  <a:pt x="1800676" y="4608691"/>
                </a:cubicBezTo>
                <a:cubicBezTo>
                  <a:pt x="1848463" y="4656824"/>
                  <a:pt x="1889671" y="4439704"/>
                  <a:pt x="1918759" y="4486799"/>
                </a:cubicBezTo>
                <a:cubicBezTo>
                  <a:pt x="1932264" y="4566098"/>
                  <a:pt x="1956503" y="4642626"/>
                  <a:pt x="2009139" y="4715000"/>
                </a:cubicBezTo>
                <a:cubicBezTo>
                  <a:pt x="2054502" y="4933851"/>
                  <a:pt x="2004983" y="5137812"/>
                  <a:pt x="2135532" y="5321689"/>
                </a:cubicBezTo>
                <a:cubicBezTo>
                  <a:pt x="2135532" y="5321689"/>
                  <a:pt x="2137610" y="5265245"/>
                  <a:pt x="2209291" y="5028733"/>
                </a:cubicBezTo>
                <a:cubicBezTo>
                  <a:pt x="2267120" y="4838277"/>
                  <a:pt x="2341225" y="4936622"/>
                  <a:pt x="2501208" y="4457711"/>
                </a:cubicBezTo>
                <a:cubicBezTo>
                  <a:pt x="2545186" y="4641934"/>
                  <a:pt x="2446495" y="4877753"/>
                  <a:pt x="2695127" y="4973674"/>
                </a:cubicBezTo>
                <a:cubicBezTo>
                  <a:pt x="2743260" y="4833775"/>
                  <a:pt x="2706208" y="4662365"/>
                  <a:pt x="2825329" y="4563328"/>
                </a:cubicBezTo>
                <a:cubicBezTo>
                  <a:pt x="2859958" y="4534586"/>
                  <a:pt x="2884890" y="4501689"/>
                  <a:pt x="2904628" y="4466368"/>
                </a:cubicBezTo>
                <a:cubicBezTo>
                  <a:pt x="2910515" y="4484375"/>
                  <a:pt x="2916749" y="4503074"/>
                  <a:pt x="2922635" y="4519696"/>
                </a:cubicBezTo>
                <a:cubicBezTo>
                  <a:pt x="2946529" y="4491647"/>
                  <a:pt x="3082618" y="3784882"/>
                  <a:pt x="3089544" y="3606545"/>
                </a:cubicBezTo>
                <a:cubicBezTo>
                  <a:pt x="3124172" y="3733285"/>
                  <a:pt x="3150490" y="3989882"/>
                  <a:pt x="3150490" y="3989882"/>
                </a:cubicBezTo>
                <a:cubicBezTo>
                  <a:pt x="3150490" y="3989882"/>
                  <a:pt x="3300085" y="3936900"/>
                  <a:pt x="3755448" y="1538193"/>
                </a:cubicBezTo>
                <a:cubicBezTo>
                  <a:pt x="3791461" y="1348775"/>
                  <a:pt x="3824704" y="697762"/>
                  <a:pt x="3850330" y="0"/>
                </a:cubicBezTo>
                <a:lnTo>
                  <a:pt x="0" y="0"/>
                </a:lnTo>
                <a:close/>
              </a:path>
            </a:pathLst>
          </a:custGeom>
          <a:solidFill>
            <a:schemeClr val="accent1">
              <a:alpha val="20000"/>
            </a:schemeClr>
          </a:solidFill>
          <a:ln w="32707"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64AD5705-B027-4C44-B38A-60296E29EB12}"/>
              </a:ext>
            </a:extLst>
          </p:cNvPr>
          <p:cNvSpPr>
            <a:spLocks noGrp="1"/>
          </p:cNvSpPr>
          <p:nvPr>
            <p:ph type="title"/>
          </p:nvPr>
        </p:nvSpPr>
        <p:spPr>
          <a:xfrm>
            <a:off x="831850" y="1078991"/>
            <a:ext cx="5266944" cy="3136392"/>
          </a:xfrm>
        </p:spPr>
        <p:txBody>
          <a:bodyPr anchor="b">
            <a:normAutofit/>
          </a:bodyPr>
          <a:lstStyle>
            <a:lvl1pP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8BBAC4-9088-44CF-BA2D-B8DD24FB5274}"/>
              </a:ext>
            </a:extLst>
          </p:cNvPr>
          <p:cNvSpPr>
            <a:spLocks noGrp="1"/>
          </p:cNvSpPr>
          <p:nvPr>
            <p:ph type="body" idx="1"/>
          </p:nvPr>
        </p:nvSpPr>
        <p:spPr>
          <a:xfrm>
            <a:off x="831850" y="4279392"/>
            <a:ext cx="5266944" cy="1500187"/>
          </a:xfrm>
        </p:spPr>
        <p:txBody>
          <a:bodyPr/>
          <a:lstStyle>
            <a:lvl1pPr marL="0" indent="0">
              <a:buNone/>
              <a:defRPr sz="2400" cap="all"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93FB3F-D2A6-4919-B57B-C08861D46303}"/>
              </a:ext>
            </a:extLst>
          </p:cNvPr>
          <p:cNvSpPr>
            <a:spLocks noGrp="1"/>
          </p:cNvSpPr>
          <p:nvPr>
            <p:ph type="dt" sz="half" idx="10"/>
          </p:nvPr>
        </p:nvSpPr>
        <p:spPr/>
        <p:txBody>
          <a:bodyPr/>
          <a:lstStyle/>
          <a:p>
            <a:fld id="{3C04E684-10F4-4CC3-A0B9-F03AA7BE37CF}" type="datetimeFigureOut">
              <a:rPr lang="en-US" smtClean="0"/>
              <a:t>12/7/2022</a:t>
            </a:fld>
            <a:endParaRPr lang="en-US"/>
          </a:p>
        </p:txBody>
      </p:sp>
      <p:sp>
        <p:nvSpPr>
          <p:cNvPr id="5" name="Footer Placeholder 4">
            <a:extLst>
              <a:ext uri="{FF2B5EF4-FFF2-40B4-BE49-F238E27FC236}">
                <a16:creationId xmlns:a16="http://schemas.microsoft.com/office/drawing/2014/main" id="{989049E0-6BE5-43FA-A4D4-ACAFC871A7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F8C28D-1479-4F15-B906-0AEBBCCA8CF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606094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FD51F360-8860-4FB5-A0A5-773473DD8B39}"/>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D2A77EC9-372A-4ECA-9088-780532AF057F}"/>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C882CE-1B27-414A-9B06-AA5D2DB683BA}"/>
              </a:ext>
            </a:extLst>
          </p:cNvPr>
          <p:cNvSpPr>
            <a:spLocks noGrp="1"/>
          </p:cNvSpPr>
          <p:nvPr>
            <p:ph sz="half" idx="1"/>
          </p:nvPr>
        </p:nvSpPr>
        <p:spPr>
          <a:xfrm>
            <a:off x="838200"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A0397E60-5D92-4530-96D1-FC09AF3C2742}"/>
              </a:ext>
            </a:extLst>
          </p:cNvPr>
          <p:cNvSpPr>
            <a:spLocks noGrp="1"/>
          </p:cNvSpPr>
          <p:nvPr>
            <p:ph sz="half" idx="2"/>
          </p:nvPr>
        </p:nvSpPr>
        <p:spPr>
          <a:xfrm>
            <a:off x="6419088"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034240FE-0C6A-47E9-9B0A-7B3C60877372}"/>
              </a:ext>
            </a:extLst>
          </p:cNvPr>
          <p:cNvSpPr>
            <a:spLocks noGrp="1"/>
          </p:cNvSpPr>
          <p:nvPr>
            <p:ph type="dt" sz="half" idx="10"/>
          </p:nvPr>
        </p:nvSpPr>
        <p:spPr/>
        <p:txBody>
          <a:bodyPr/>
          <a:lstStyle/>
          <a:p>
            <a:fld id="{3C04E684-10F4-4CC3-A0B9-F03AA7BE37CF}" type="datetimeFigureOut">
              <a:rPr lang="en-US" smtClean="0"/>
              <a:t>12/7/2022</a:t>
            </a:fld>
            <a:endParaRPr lang="en-US"/>
          </a:p>
        </p:txBody>
      </p:sp>
      <p:sp>
        <p:nvSpPr>
          <p:cNvPr id="6" name="Footer Placeholder 5">
            <a:extLst>
              <a:ext uri="{FF2B5EF4-FFF2-40B4-BE49-F238E27FC236}">
                <a16:creationId xmlns:a16="http://schemas.microsoft.com/office/drawing/2014/main" id="{8671AE1B-BB18-4C7E-AA77-3A4D401A5F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6FA7B1D-FEDD-4E29-A352-29E5F498B323}"/>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388199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Shape 9" descr="Tag=AccentColor&#10;Flavor=Light&#10;Target=Fill">
            <a:extLst>
              <a:ext uri="{FF2B5EF4-FFF2-40B4-BE49-F238E27FC236}">
                <a16:creationId xmlns:a16="http://schemas.microsoft.com/office/drawing/2014/main" id="{527D753D-3426-457C-9082-B92894509EC0}"/>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164D2B94-0682-4185-BCE3-89AF214A4FA8}"/>
              </a:ext>
            </a:extLst>
          </p:cNvPr>
          <p:cNvSpPr>
            <a:spLocks noGrp="1"/>
          </p:cNvSpPr>
          <p:nvPr>
            <p:ph type="title"/>
          </p:nvPr>
        </p:nvSpPr>
        <p:spPr>
          <a:xfrm>
            <a:off x="839788" y="365125"/>
            <a:ext cx="10515600" cy="1325563"/>
          </a:xfrm>
        </p:spPr>
        <p:txBody>
          <a:bodyPr>
            <a:normAutofit/>
          </a:bodyPr>
          <a:lstStyle>
            <a:lvl1pPr>
              <a:defRPr sz="4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D65C47E-B85E-4B3E-A669-DEEC7F5DF2FB}"/>
              </a:ext>
            </a:extLst>
          </p:cNvPr>
          <p:cNvSpPr>
            <a:spLocks noGrp="1"/>
          </p:cNvSpPr>
          <p:nvPr>
            <p:ph type="body" idx="1"/>
          </p:nvPr>
        </p:nvSpPr>
        <p:spPr>
          <a:xfrm>
            <a:off x="8397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24517F-FE8C-49AD-9A52-0F4301052699}"/>
              </a:ext>
            </a:extLst>
          </p:cNvPr>
          <p:cNvSpPr>
            <a:spLocks noGrp="1"/>
          </p:cNvSpPr>
          <p:nvPr>
            <p:ph sz="half" idx="2"/>
          </p:nvPr>
        </p:nvSpPr>
        <p:spPr>
          <a:xfrm>
            <a:off x="839788" y="3127248"/>
            <a:ext cx="4937760" cy="3063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80C73EC-7117-4DC2-9075-14102F2E282B}"/>
              </a:ext>
            </a:extLst>
          </p:cNvPr>
          <p:cNvSpPr>
            <a:spLocks noGrp="1"/>
          </p:cNvSpPr>
          <p:nvPr>
            <p:ph type="body" sz="quarter" idx="3"/>
          </p:nvPr>
        </p:nvSpPr>
        <p:spPr>
          <a:xfrm>
            <a:off x="64190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D9A323-865B-4177-8F98-9BA304E022E0}"/>
              </a:ext>
            </a:extLst>
          </p:cNvPr>
          <p:cNvSpPr>
            <a:spLocks noGrp="1"/>
          </p:cNvSpPr>
          <p:nvPr>
            <p:ph sz="quarter" idx="4"/>
          </p:nvPr>
        </p:nvSpPr>
        <p:spPr>
          <a:xfrm>
            <a:off x="6419088" y="3127248"/>
            <a:ext cx="4937760" cy="3063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AA4E5D6-7075-4584-BD43-D966F0B58E6D}"/>
              </a:ext>
            </a:extLst>
          </p:cNvPr>
          <p:cNvSpPr>
            <a:spLocks noGrp="1"/>
          </p:cNvSpPr>
          <p:nvPr>
            <p:ph type="dt" sz="half" idx="10"/>
          </p:nvPr>
        </p:nvSpPr>
        <p:spPr/>
        <p:txBody>
          <a:bodyPr/>
          <a:lstStyle/>
          <a:p>
            <a:fld id="{3C04E684-10F4-4CC3-A0B9-F03AA7BE37CF}" type="datetimeFigureOut">
              <a:rPr lang="en-US" smtClean="0"/>
              <a:t>12/7/2022</a:t>
            </a:fld>
            <a:endParaRPr lang="en-US"/>
          </a:p>
        </p:txBody>
      </p:sp>
      <p:sp>
        <p:nvSpPr>
          <p:cNvPr id="8" name="Footer Placeholder 7">
            <a:extLst>
              <a:ext uri="{FF2B5EF4-FFF2-40B4-BE49-F238E27FC236}">
                <a16:creationId xmlns:a16="http://schemas.microsoft.com/office/drawing/2014/main" id="{8C38B83D-8A05-4F3C-A409-1602C963075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AD250E7-8A73-449C-A140-A2A2582D7F33}"/>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4947290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Graphic 1" descr="Tag=AccentColor&#10;Flavor=Light&#10;Target=Fill">
            <a:extLst>
              <a:ext uri="{FF2B5EF4-FFF2-40B4-BE49-F238E27FC236}">
                <a16:creationId xmlns:a16="http://schemas.microsoft.com/office/drawing/2014/main" id="{AAFBE1F6-FC6D-4C3D-9AC3-97028E6F18C7}"/>
              </a:ext>
            </a:extLst>
          </p:cNvPr>
          <p:cNvSpPr/>
          <p:nvPr/>
        </p:nvSpPr>
        <p:spPr>
          <a:xfrm rot="10800000" flipV="1">
            <a:off x="1969639" y="181596"/>
            <a:ext cx="8252722" cy="6022258"/>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192825A4-268B-4301-8432-F9E9B2661AEC}"/>
              </a:ext>
            </a:extLst>
          </p:cNvPr>
          <p:cNvSpPr>
            <a:spLocks noGrp="1"/>
          </p:cNvSpPr>
          <p:nvPr>
            <p:ph type="title"/>
          </p:nvPr>
        </p:nvSpPr>
        <p:spPr>
          <a:xfrm>
            <a:off x="2843784" y="1572768"/>
            <a:ext cx="6501384" cy="4096512"/>
          </a:xfrm>
        </p:spPr>
        <p:txBody>
          <a:bodyPr>
            <a:normAutofit/>
          </a:bodyPr>
          <a:lstStyle>
            <a:lvl1pPr algn="ctr">
              <a:defRPr sz="40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DA33410F-8A90-47F6-BD39-4AC0E4358351}"/>
              </a:ext>
            </a:extLst>
          </p:cNvPr>
          <p:cNvSpPr>
            <a:spLocks noGrp="1"/>
          </p:cNvSpPr>
          <p:nvPr>
            <p:ph type="dt" sz="half" idx="10"/>
          </p:nvPr>
        </p:nvSpPr>
        <p:spPr/>
        <p:txBody>
          <a:bodyPr/>
          <a:lstStyle/>
          <a:p>
            <a:fld id="{3C04E684-10F4-4CC3-A0B9-F03AA7BE37CF}" type="datetimeFigureOut">
              <a:rPr lang="en-US" smtClean="0"/>
              <a:t>12/7/2022</a:t>
            </a:fld>
            <a:endParaRPr lang="en-US"/>
          </a:p>
        </p:txBody>
      </p:sp>
      <p:sp>
        <p:nvSpPr>
          <p:cNvPr id="4" name="Footer Placeholder 3">
            <a:extLst>
              <a:ext uri="{FF2B5EF4-FFF2-40B4-BE49-F238E27FC236}">
                <a16:creationId xmlns:a16="http://schemas.microsoft.com/office/drawing/2014/main" id="{D1D819A9-F8DE-4E5C-AFC3-E0105ACD829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E25320-A12F-4F3E-8EC9-11292FF36BE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499535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1">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fld id="{3C04E684-10F4-4CC3-A0B9-F03AA7BE37CF}" type="datetimeFigureOut">
              <a:rPr lang="en-US" smtClean="0"/>
              <a:t>12/7/2022</a:t>
            </a:fld>
            <a:endParaRPr lang="en-US"/>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4550498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2">
    <p:spTree>
      <p:nvGrpSpPr>
        <p:cNvPr id="1" name=""/>
        <p:cNvGrpSpPr/>
        <p:nvPr/>
      </p:nvGrpSpPr>
      <p:grpSpPr>
        <a:xfrm>
          <a:off x="0" y="0"/>
          <a:ext cx="0" cy="0"/>
          <a:chOff x="0" y="0"/>
          <a:chExt cx="0" cy="0"/>
        </a:xfrm>
      </p:grpSpPr>
      <p:sp>
        <p:nvSpPr>
          <p:cNvPr id="6" name="Freeform: Shape 5" descr="Mask ID=&#10;Mask position=bottom, center&#10;Mask family= brushstroke, landscape, wide">
            <a:extLst>
              <a:ext uri="{FF2B5EF4-FFF2-40B4-BE49-F238E27FC236}">
                <a16:creationId xmlns:a16="http://schemas.microsoft.com/office/drawing/2014/main" id="{736BF44D-E8DD-45FA-931D-CBCC67D57944}"/>
              </a:ext>
            </a:extLst>
          </p:cNvPr>
          <p:cNvSpPr/>
          <p:nvPr/>
        </p:nvSpPr>
        <p:spPr>
          <a:xfrm>
            <a:off x="1768100" y="-1"/>
            <a:ext cx="10423900" cy="5920155"/>
          </a:xfrm>
          <a:custGeom>
            <a:avLst/>
            <a:gdLst>
              <a:gd name="connsiteX0" fmla="*/ 10423900 w 10423900"/>
              <a:gd name="connsiteY0" fmla="*/ 0 h 5491534"/>
              <a:gd name="connsiteX1" fmla="*/ 3493157 w 10423900"/>
              <a:gd name="connsiteY1" fmla="*/ 0 h 5491534"/>
              <a:gd name="connsiteX2" fmla="*/ 3493018 w 10423900"/>
              <a:gd name="connsiteY2" fmla="*/ 31 h 5491534"/>
              <a:gd name="connsiteX3" fmla="*/ 3245493 w 10423900"/>
              <a:gd name="connsiteY3" fmla="*/ 104839 h 5491534"/>
              <a:gd name="connsiteX4" fmla="*/ 4434802 w 10423900"/>
              <a:gd name="connsiteY4" fmla="*/ 284558 h 5491534"/>
              <a:gd name="connsiteX5" fmla="*/ 4011937 w 10423900"/>
              <a:gd name="connsiteY5" fmla="*/ 395559 h 5491534"/>
              <a:gd name="connsiteX6" fmla="*/ 3573213 w 10423900"/>
              <a:gd name="connsiteY6" fmla="*/ 474847 h 5491534"/>
              <a:gd name="connsiteX7" fmla="*/ 3097489 w 10423900"/>
              <a:gd name="connsiteY7" fmla="*/ 532990 h 5491534"/>
              <a:gd name="connsiteX8" fmla="*/ 2664052 w 10423900"/>
              <a:gd name="connsiteY8" fmla="*/ 649279 h 5491534"/>
              <a:gd name="connsiteX9" fmla="*/ 3795218 w 10423900"/>
              <a:gd name="connsiteY9" fmla="*/ 696852 h 5491534"/>
              <a:gd name="connsiteX10" fmla="*/ 3208492 w 10423900"/>
              <a:gd name="connsiteY10" fmla="*/ 802568 h 5491534"/>
              <a:gd name="connsiteX11" fmla="*/ 2727483 w 10423900"/>
              <a:gd name="connsiteY11" fmla="*/ 939999 h 5491534"/>
              <a:gd name="connsiteX12" fmla="*/ 2389190 w 10423900"/>
              <a:gd name="connsiteY12" fmla="*/ 1003429 h 5491534"/>
              <a:gd name="connsiteX13" fmla="*/ 2029754 w 10423900"/>
              <a:gd name="connsiteY13" fmla="*/ 1019287 h 5491534"/>
              <a:gd name="connsiteX14" fmla="*/ 1945181 w 10423900"/>
              <a:gd name="connsiteY14" fmla="*/ 1119716 h 5491534"/>
              <a:gd name="connsiteX15" fmla="*/ 2056184 w 10423900"/>
              <a:gd name="connsiteY15" fmla="*/ 1225434 h 5491534"/>
              <a:gd name="connsiteX16" fmla="*/ 2225329 w 10423900"/>
              <a:gd name="connsiteY16" fmla="*/ 1236004 h 5491534"/>
              <a:gd name="connsiteX17" fmla="*/ 3234920 w 10423900"/>
              <a:gd name="connsiteY17" fmla="*/ 1262435 h 5491534"/>
              <a:gd name="connsiteX18" fmla="*/ 0 w 10423900"/>
              <a:gd name="connsiteY18" fmla="*/ 1495009 h 5491534"/>
              <a:gd name="connsiteX19" fmla="*/ 438724 w 10423900"/>
              <a:gd name="connsiteY19" fmla="*/ 1637728 h 5491534"/>
              <a:gd name="connsiteX20" fmla="*/ 586726 w 10423900"/>
              <a:gd name="connsiteY20" fmla="*/ 2028877 h 5491534"/>
              <a:gd name="connsiteX21" fmla="*/ 1125878 w 10423900"/>
              <a:gd name="connsiteY21" fmla="*/ 2250882 h 5491534"/>
              <a:gd name="connsiteX22" fmla="*/ 1474744 w 10423900"/>
              <a:gd name="connsiteY22" fmla="*/ 2330169 h 5491534"/>
              <a:gd name="connsiteX23" fmla="*/ 2272901 w 10423900"/>
              <a:gd name="connsiteY23" fmla="*/ 2446458 h 5491534"/>
              <a:gd name="connsiteX24" fmla="*/ 2389190 w 10423900"/>
              <a:gd name="connsiteY24" fmla="*/ 2636747 h 5491534"/>
              <a:gd name="connsiteX25" fmla="*/ 2489621 w 10423900"/>
              <a:gd name="connsiteY25" fmla="*/ 2848179 h 5491534"/>
              <a:gd name="connsiteX26" fmla="*/ 2701053 w 10423900"/>
              <a:gd name="connsiteY26" fmla="*/ 2985611 h 5491534"/>
              <a:gd name="connsiteX27" fmla="*/ 1057165 w 10423900"/>
              <a:gd name="connsiteY27" fmla="*/ 2964468 h 5491534"/>
              <a:gd name="connsiteX28" fmla="*/ 2912485 w 10423900"/>
              <a:gd name="connsiteY28" fmla="*/ 3408477 h 5491534"/>
              <a:gd name="connsiteX29" fmla="*/ 2748626 w 10423900"/>
              <a:gd name="connsiteY29" fmla="*/ 3582909 h 5491534"/>
              <a:gd name="connsiteX30" fmla="*/ 3763503 w 10423900"/>
              <a:gd name="connsiteY30" fmla="*/ 3820771 h 5491534"/>
              <a:gd name="connsiteX31" fmla="*/ 3219063 w 10423900"/>
              <a:gd name="connsiteY31" fmla="*/ 3847199 h 5491534"/>
              <a:gd name="connsiteX32" fmla="*/ 6385269 w 10423900"/>
              <a:gd name="connsiteY32" fmla="*/ 4840933 h 5491534"/>
              <a:gd name="connsiteX33" fmla="*/ 10285854 w 10423900"/>
              <a:gd name="connsiteY33" fmla="*/ 5471118 h 5491534"/>
              <a:gd name="connsiteX34" fmla="*/ 10423900 w 10423900"/>
              <a:gd name="connsiteY34" fmla="*/ 5491534 h 5491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3900" h="5491534">
                <a:moveTo>
                  <a:pt x="10423900" y="0"/>
                </a:moveTo>
                <a:lnTo>
                  <a:pt x="3493157" y="0"/>
                </a:lnTo>
                <a:lnTo>
                  <a:pt x="3493018" y="31"/>
                </a:lnTo>
                <a:cubicBezTo>
                  <a:pt x="3414969" y="12668"/>
                  <a:pt x="3328744" y="21588"/>
                  <a:pt x="3245493" y="104839"/>
                </a:cubicBezTo>
                <a:cubicBezTo>
                  <a:pt x="3668357" y="162984"/>
                  <a:pt x="4075366" y="51981"/>
                  <a:pt x="4434802" y="284558"/>
                </a:cubicBezTo>
                <a:cubicBezTo>
                  <a:pt x="4302656" y="400846"/>
                  <a:pt x="4154654" y="374416"/>
                  <a:pt x="4011937" y="395559"/>
                </a:cubicBezTo>
                <a:cubicBezTo>
                  <a:pt x="3863934" y="416704"/>
                  <a:pt x="3721217" y="453704"/>
                  <a:pt x="3573213" y="474847"/>
                </a:cubicBezTo>
                <a:cubicBezTo>
                  <a:pt x="3414639" y="501275"/>
                  <a:pt x="3256063" y="506562"/>
                  <a:pt x="3097489" y="532990"/>
                </a:cubicBezTo>
                <a:cubicBezTo>
                  <a:pt x="2965345" y="554135"/>
                  <a:pt x="2822627" y="517133"/>
                  <a:pt x="2664052" y="649279"/>
                </a:cubicBezTo>
                <a:cubicBezTo>
                  <a:pt x="3055203" y="744424"/>
                  <a:pt x="3409352" y="601706"/>
                  <a:pt x="3795218" y="696852"/>
                </a:cubicBezTo>
                <a:cubicBezTo>
                  <a:pt x="3567928" y="781425"/>
                  <a:pt x="3382924" y="754995"/>
                  <a:pt x="3208492" y="802568"/>
                </a:cubicBezTo>
                <a:cubicBezTo>
                  <a:pt x="3049916" y="850140"/>
                  <a:pt x="2859627" y="797282"/>
                  <a:pt x="2727483" y="939999"/>
                </a:cubicBezTo>
                <a:cubicBezTo>
                  <a:pt x="2627052" y="1051000"/>
                  <a:pt x="2521336" y="1066858"/>
                  <a:pt x="2389190" y="1003429"/>
                </a:cubicBezTo>
                <a:cubicBezTo>
                  <a:pt x="2272901" y="945284"/>
                  <a:pt x="2146043" y="961142"/>
                  <a:pt x="2029754" y="1019287"/>
                </a:cubicBezTo>
                <a:cubicBezTo>
                  <a:pt x="1987468" y="1040430"/>
                  <a:pt x="1945181" y="1066858"/>
                  <a:pt x="1945181" y="1119716"/>
                </a:cubicBezTo>
                <a:cubicBezTo>
                  <a:pt x="1945181" y="1193719"/>
                  <a:pt x="1998039" y="1214862"/>
                  <a:pt x="2056184" y="1225434"/>
                </a:cubicBezTo>
                <a:cubicBezTo>
                  <a:pt x="2109042" y="1236004"/>
                  <a:pt x="2172471" y="1246577"/>
                  <a:pt x="2225329" y="1236004"/>
                </a:cubicBezTo>
                <a:cubicBezTo>
                  <a:pt x="2563622" y="1177861"/>
                  <a:pt x="2896629" y="1273005"/>
                  <a:pt x="3234920" y="1262435"/>
                </a:cubicBezTo>
                <a:cubicBezTo>
                  <a:pt x="2172471" y="1489724"/>
                  <a:pt x="1099450" y="1415723"/>
                  <a:pt x="0" y="1495009"/>
                </a:cubicBezTo>
                <a:cubicBezTo>
                  <a:pt x="142717" y="1653583"/>
                  <a:pt x="327721" y="1521439"/>
                  <a:pt x="438724" y="1637728"/>
                </a:cubicBezTo>
                <a:cubicBezTo>
                  <a:pt x="333006" y="1880875"/>
                  <a:pt x="375293" y="2013020"/>
                  <a:pt x="586726" y="2028877"/>
                </a:cubicBezTo>
                <a:cubicBezTo>
                  <a:pt x="792873" y="2044734"/>
                  <a:pt x="1014877" y="1960161"/>
                  <a:pt x="1125878" y="2250882"/>
                </a:cubicBezTo>
                <a:cubicBezTo>
                  <a:pt x="1157593" y="2340740"/>
                  <a:pt x="1353170" y="2314312"/>
                  <a:pt x="1474744" y="2330169"/>
                </a:cubicBezTo>
                <a:cubicBezTo>
                  <a:pt x="1739034" y="2367170"/>
                  <a:pt x="2019183" y="2330169"/>
                  <a:pt x="2272901" y="2446458"/>
                </a:cubicBezTo>
                <a:cubicBezTo>
                  <a:pt x="2373332" y="2488744"/>
                  <a:pt x="2442048" y="2520459"/>
                  <a:pt x="2389190" y="2636747"/>
                </a:cubicBezTo>
                <a:cubicBezTo>
                  <a:pt x="2336332" y="2758321"/>
                  <a:pt x="2405048" y="2800607"/>
                  <a:pt x="2489621" y="2848179"/>
                </a:cubicBezTo>
                <a:cubicBezTo>
                  <a:pt x="2553051" y="2885180"/>
                  <a:pt x="2648195" y="2874609"/>
                  <a:pt x="2701053" y="2985611"/>
                </a:cubicBezTo>
                <a:cubicBezTo>
                  <a:pt x="2146043" y="2969753"/>
                  <a:pt x="1606888" y="2879895"/>
                  <a:pt x="1057165" y="2964468"/>
                </a:cubicBezTo>
                <a:cubicBezTo>
                  <a:pt x="1659748" y="3175900"/>
                  <a:pt x="2320474" y="3165328"/>
                  <a:pt x="2912485" y="3408477"/>
                </a:cubicBezTo>
                <a:cubicBezTo>
                  <a:pt x="2891342" y="3493050"/>
                  <a:pt x="2753911" y="3456048"/>
                  <a:pt x="2748626" y="3582909"/>
                </a:cubicBezTo>
                <a:cubicBezTo>
                  <a:pt x="3060489" y="3715055"/>
                  <a:pt x="3435782" y="3625195"/>
                  <a:pt x="3763503" y="3820771"/>
                </a:cubicBezTo>
                <a:cubicBezTo>
                  <a:pt x="3573213" y="3910629"/>
                  <a:pt x="3398782" y="3762626"/>
                  <a:pt x="3219063" y="3847199"/>
                </a:cubicBezTo>
                <a:cubicBezTo>
                  <a:pt x="3277208" y="3974060"/>
                  <a:pt x="5909545" y="4756360"/>
                  <a:pt x="6385269" y="4840933"/>
                </a:cubicBezTo>
                <a:cubicBezTo>
                  <a:pt x="7171204" y="4982659"/>
                  <a:pt x="9157515" y="5302348"/>
                  <a:pt x="10285854" y="5471118"/>
                </a:cubicBezTo>
                <a:lnTo>
                  <a:pt x="10423900" y="5491534"/>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fld id="{3C04E684-10F4-4CC3-A0B9-F03AA7BE37CF}" type="datetimeFigureOut">
              <a:rPr lang="en-US" smtClean="0"/>
              <a:t>12/7/2022</a:t>
            </a:fld>
            <a:endParaRPr lang="en-US"/>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41331568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76C5A8FA-6B61-4934-AF55-C595090CA5DC}"/>
              </a:ext>
            </a:extLst>
          </p:cNvPr>
          <p:cNvSpPr/>
          <p:nvPr/>
        </p:nvSpPr>
        <p:spPr>
          <a:xfrm>
            <a:off x="4726728" y="0"/>
            <a:ext cx="7472381" cy="6858000"/>
          </a:xfrm>
          <a:custGeom>
            <a:avLst/>
            <a:gdLst>
              <a:gd name="connsiteX0" fmla="*/ 1232666 w 7472381"/>
              <a:gd name="connsiteY0" fmla="*/ 0 h 6886575"/>
              <a:gd name="connsiteX1" fmla="*/ 7472381 w 7472381"/>
              <a:gd name="connsiteY1" fmla="*/ 0 h 6886575"/>
              <a:gd name="connsiteX2" fmla="*/ 7472381 w 7472381"/>
              <a:gd name="connsiteY2" fmla="*/ 814388 h 6886575"/>
              <a:gd name="connsiteX3" fmla="*/ 7472381 w 7472381"/>
              <a:gd name="connsiteY3" fmla="*/ 6411516 h 6886575"/>
              <a:gd name="connsiteX4" fmla="*/ 7472381 w 7472381"/>
              <a:gd name="connsiteY4" fmla="*/ 6886575 h 6886575"/>
              <a:gd name="connsiteX5" fmla="*/ 6992676 w 7472381"/>
              <a:gd name="connsiteY5" fmla="*/ 6886575 h 6886575"/>
              <a:gd name="connsiteX6" fmla="*/ 1946893 w 7472381"/>
              <a:gd name="connsiteY6" fmla="*/ 6886575 h 6886575"/>
              <a:gd name="connsiteX7" fmla="*/ 1506276 w 7472381"/>
              <a:gd name="connsiteY7" fmla="*/ 6686550 h 6886575"/>
              <a:gd name="connsiteX8" fmla="*/ 1314394 w 7472381"/>
              <a:gd name="connsiteY8" fmla="*/ 6457949 h 6886575"/>
              <a:gd name="connsiteX9" fmla="*/ 1246880 w 7472381"/>
              <a:gd name="connsiteY9" fmla="*/ 6393656 h 6886575"/>
              <a:gd name="connsiteX10" fmla="*/ 1079872 w 7472381"/>
              <a:gd name="connsiteY10" fmla="*/ 6307931 h 6886575"/>
              <a:gd name="connsiteX11" fmla="*/ 788495 w 7472381"/>
              <a:gd name="connsiteY11" fmla="*/ 6125765 h 6886575"/>
              <a:gd name="connsiteX12" fmla="*/ 895097 w 7472381"/>
              <a:gd name="connsiteY12" fmla="*/ 6082903 h 6886575"/>
              <a:gd name="connsiteX13" fmla="*/ 1204239 w 7472381"/>
              <a:gd name="connsiteY13" fmla="*/ 6193631 h 6886575"/>
              <a:gd name="connsiteX14" fmla="*/ 1428102 w 7472381"/>
              <a:gd name="connsiteY14" fmla="*/ 6222206 h 6886575"/>
              <a:gd name="connsiteX15" fmla="*/ 1111852 w 7472381"/>
              <a:gd name="connsiteY15" fmla="*/ 6029325 h 6886575"/>
              <a:gd name="connsiteX16" fmla="*/ 806262 w 7472381"/>
              <a:gd name="connsiteY16" fmla="*/ 5779294 h 6886575"/>
              <a:gd name="connsiteX17" fmla="*/ 1040785 w 7472381"/>
              <a:gd name="connsiteY17" fmla="*/ 5825728 h 6886575"/>
              <a:gd name="connsiteX18" fmla="*/ 1051445 w 7472381"/>
              <a:gd name="connsiteY18" fmla="*/ 5793581 h 6886575"/>
              <a:gd name="connsiteX19" fmla="*/ 845349 w 7472381"/>
              <a:gd name="connsiteY19" fmla="*/ 5497115 h 6886575"/>
              <a:gd name="connsiteX20" fmla="*/ 745855 w 7472381"/>
              <a:gd name="connsiteY20" fmla="*/ 5375672 h 6886575"/>
              <a:gd name="connsiteX21" fmla="*/ 291024 w 7472381"/>
              <a:gd name="connsiteY21" fmla="*/ 5014913 h 6886575"/>
              <a:gd name="connsiteX22" fmla="*/ 724535 w 7472381"/>
              <a:gd name="connsiteY22" fmla="*/ 5175647 h 6886575"/>
              <a:gd name="connsiteX23" fmla="*/ 276811 w 7472381"/>
              <a:gd name="connsiteY23" fmla="*/ 4825603 h 6886575"/>
              <a:gd name="connsiteX24" fmla="*/ 60055 w 7472381"/>
              <a:gd name="connsiteY24" fmla="*/ 4697016 h 6886575"/>
              <a:gd name="connsiteX25" fmla="*/ 6755 w 7472381"/>
              <a:gd name="connsiteY25" fmla="*/ 4622006 h 6886575"/>
              <a:gd name="connsiteX26" fmla="*/ 102696 w 7472381"/>
              <a:gd name="connsiteY26" fmla="*/ 4604146 h 6886575"/>
              <a:gd name="connsiteX27" fmla="*/ 397625 w 7472381"/>
              <a:gd name="connsiteY27" fmla="*/ 4632722 h 6886575"/>
              <a:gd name="connsiteX28" fmla="*/ 31628 w 7472381"/>
              <a:gd name="connsiteY28" fmla="*/ 4396978 h 6886575"/>
              <a:gd name="connsiteX29" fmla="*/ 305237 w 7472381"/>
              <a:gd name="connsiteY29" fmla="*/ 4432697 h 6886575"/>
              <a:gd name="connsiteX30" fmla="*/ 383412 w 7472381"/>
              <a:gd name="connsiteY30" fmla="*/ 4339828 h 6886575"/>
              <a:gd name="connsiteX31" fmla="*/ 511333 w 7472381"/>
              <a:gd name="connsiteY31" fmla="*/ 4189810 h 6886575"/>
              <a:gd name="connsiteX32" fmla="*/ 600167 w 7472381"/>
              <a:gd name="connsiteY32" fmla="*/ 4107656 h 6886575"/>
              <a:gd name="connsiteX33" fmla="*/ 635701 w 7472381"/>
              <a:gd name="connsiteY33" fmla="*/ 3843337 h 6886575"/>
              <a:gd name="connsiteX34" fmla="*/ 561080 w 7472381"/>
              <a:gd name="connsiteY34" fmla="*/ 3554015 h 6886575"/>
              <a:gd name="connsiteX35" fmla="*/ 354985 w 7472381"/>
              <a:gd name="connsiteY35" fmla="*/ 3407569 h 6886575"/>
              <a:gd name="connsiteX36" fmla="*/ 415392 w 7472381"/>
              <a:gd name="connsiteY36" fmla="*/ 3243263 h 6886575"/>
              <a:gd name="connsiteX37" fmla="*/ 852456 w 7472381"/>
              <a:gd name="connsiteY37" fmla="*/ 3343275 h 6886575"/>
              <a:gd name="connsiteX38" fmla="*/ 202190 w 7472381"/>
              <a:gd name="connsiteY38" fmla="*/ 2953940 h 6886575"/>
              <a:gd name="connsiteX39" fmla="*/ 312344 w 7472381"/>
              <a:gd name="connsiteY39" fmla="*/ 2936081 h 6886575"/>
              <a:gd name="connsiteX40" fmla="*/ 706768 w 7472381"/>
              <a:gd name="connsiteY40" fmla="*/ 2714625 h 6886575"/>
              <a:gd name="connsiteX41" fmla="*/ 728088 w 7472381"/>
              <a:gd name="connsiteY41" fmla="*/ 2703909 h 6886575"/>
              <a:gd name="connsiteX42" fmla="*/ 795602 w 7472381"/>
              <a:gd name="connsiteY42" fmla="*/ 2564606 h 6886575"/>
              <a:gd name="connsiteX43" fmla="*/ 1008804 w 7472381"/>
              <a:gd name="connsiteY43" fmla="*/ 2543175 h 6886575"/>
              <a:gd name="connsiteX44" fmla="*/ 1186473 w 7472381"/>
              <a:gd name="connsiteY44" fmla="*/ 2575322 h 6886575"/>
              <a:gd name="connsiteX45" fmla="*/ 1378355 w 7472381"/>
              <a:gd name="connsiteY45" fmla="*/ 2536031 h 6886575"/>
              <a:gd name="connsiteX46" fmla="*/ 1548916 w 7472381"/>
              <a:gd name="connsiteY46" fmla="*/ 2553891 h 6886575"/>
              <a:gd name="connsiteX47" fmla="*/ 1694604 w 7472381"/>
              <a:gd name="connsiteY47" fmla="*/ 2528888 h 6886575"/>
              <a:gd name="connsiteX48" fmla="*/ 1552469 w 7472381"/>
              <a:gd name="connsiteY48" fmla="*/ 2411015 h 6886575"/>
              <a:gd name="connsiteX49" fmla="*/ 1353481 w 7472381"/>
              <a:gd name="connsiteY49" fmla="*/ 2411015 h 6886575"/>
              <a:gd name="connsiteX50" fmla="*/ 1211346 w 7472381"/>
              <a:gd name="connsiteY50" fmla="*/ 2336007 h 6886575"/>
              <a:gd name="connsiteX51" fmla="*/ 1076318 w 7472381"/>
              <a:gd name="connsiteY51" fmla="*/ 2200275 h 6886575"/>
              <a:gd name="connsiteX52" fmla="*/ 600167 w 7472381"/>
              <a:gd name="connsiteY52" fmla="*/ 1982390 h 6886575"/>
              <a:gd name="connsiteX53" fmla="*/ 514886 w 7472381"/>
              <a:gd name="connsiteY53" fmla="*/ 1900238 h 6886575"/>
              <a:gd name="connsiteX54" fmla="*/ 1872273 w 7472381"/>
              <a:gd name="connsiteY54" fmla="*/ 2218135 h 6886575"/>
              <a:gd name="connsiteX55" fmla="*/ 1452975 w 7472381"/>
              <a:gd name="connsiteY55" fmla="*/ 2085975 h 6886575"/>
              <a:gd name="connsiteX56" fmla="*/ 1737245 w 7472381"/>
              <a:gd name="connsiteY56" fmla="*/ 2110978 h 6886575"/>
              <a:gd name="connsiteX57" fmla="*/ 1893593 w 7472381"/>
              <a:gd name="connsiteY57" fmla="*/ 2021681 h 6886575"/>
              <a:gd name="connsiteX58" fmla="*/ 1893593 w 7472381"/>
              <a:gd name="connsiteY58" fmla="*/ 1993106 h 6886575"/>
              <a:gd name="connsiteX59" fmla="*/ 1776332 w 7472381"/>
              <a:gd name="connsiteY59" fmla="*/ 1910953 h 6886575"/>
              <a:gd name="connsiteX60" fmla="*/ 1708818 w 7472381"/>
              <a:gd name="connsiteY60" fmla="*/ 1857375 h 6886575"/>
              <a:gd name="connsiteX61" fmla="*/ 1524043 w 7472381"/>
              <a:gd name="connsiteY61" fmla="*/ 1664493 h 6886575"/>
              <a:gd name="connsiteX62" fmla="*/ 1655517 w 7472381"/>
              <a:gd name="connsiteY62" fmla="*/ 1643062 h 6886575"/>
              <a:gd name="connsiteX63" fmla="*/ 1705264 w 7472381"/>
              <a:gd name="connsiteY63" fmla="*/ 1603772 h 6886575"/>
              <a:gd name="connsiteX64" fmla="*/ 1669731 w 7472381"/>
              <a:gd name="connsiteY64" fmla="*/ 1546622 h 6886575"/>
              <a:gd name="connsiteX65" fmla="*/ 1261093 w 7472381"/>
              <a:gd name="connsiteY65" fmla="*/ 1371600 h 6886575"/>
              <a:gd name="connsiteX66" fmla="*/ 1229113 w 7472381"/>
              <a:gd name="connsiteY66" fmla="*/ 1235869 h 6886575"/>
              <a:gd name="connsiteX67" fmla="*/ 1307287 w 7472381"/>
              <a:gd name="connsiteY67" fmla="*/ 1214437 h 6886575"/>
              <a:gd name="connsiteX68" fmla="*/ 1396121 w 7472381"/>
              <a:gd name="connsiteY68" fmla="*/ 1225153 h 6886575"/>
              <a:gd name="connsiteX69" fmla="*/ 1325054 w 7472381"/>
              <a:gd name="connsiteY69" fmla="*/ 1117997 h 6886575"/>
              <a:gd name="connsiteX70" fmla="*/ 1037231 w 7472381"/>
              <a:gd name="connsiteY70" fmla="*/ 1010841 h 6886575"/>
              <a:gd name="connsiteX71" fmla="*/ 983931 w 7472381"/>
              <a:gd name="connsiteY71" fmla="*/ 953690 h 6886575"/>
              <a:gd name="connsiteX72" fmla="*/ 1054998 w 7472381"/>
              <a:gd name="connsiteY72" fmla="*/ 925115 h 6886575"/>
              <a:gd name="connsiteX73" fmla="*/ 1108299 w 7472381"/>
              <a:gd name="connsiteY73" fmla="*/ 914400 h 6886575"/>
              <a:gd name="connsiteX74" fmla="*/ 6755 w 7472381"/>
              <a:gd name="connsiteY74" fmla="*/ 467915 h 6886575"/>
              <a:gd name="connsiteX75" fmla="*/ 255490 w 7472381"/>
              <a:gd name="connsiteY75" fmla="*/ 464344 h 6886575"/>
              <a:gd name="connsiteX76" fmla="*/ 500673 w 7472381"/>
              <a:gd name="connsiteY76" fmla="*/ 535781 h 6886575"/>
              <a:gd name="connsiteX77" fmla="*/ 760069 w 7472381"/>
              <a:gd name="connsiteY77" fmla="*/ 525066 h 6886575"/>
              <a:gd name="connsiteX78" fmla="*/ 1005251 w 7472381"/>
              <a:gd name="connsiteY78" fmla="*/ 560785 h 6886575"/>
              <a:gd name="connsiteX79" fmla="*/ 1218453 w 7472381"/>
              <a:gd name="connsiteY79" fmla="*/ 560785 h 6886575"/>
              <a:gd name="connsiteX80" fmla="*/ 1019464 w 7472381"/>
              <a:gd name="connsiteY80" fmla="*/ 507206 h 6886575"/>
              <a:gd name="connsiteX81" fmla="*/ 944844 w 7472381"/>
              <a:gd name="connsiteY81" fmla="*/ 417909 h 6886575"/>
              <a:gd name="connsiteX82" fmla="*/ 969717 w 7472381"/>
              <a:gd name="connsiteY82" fmla="*/ 335757 h 6886575"/>
              <a:gd name="connsiteX83" fmla="*/ 1051445 w 7472381"/>
              <a:gd name="connsiteY83" fmla="*/ 360759 h 6886575"/>
              <a:gd name="connsiteX84" fmla="*/ 1147386 w 7472381"/>
              <a:gd name="connsiteY84" fmla="*/ 453629 h 6886575"/>
              <a:gd name="connsiteX85" fmla="*/ 1168706 w 7472381"/>
              <a:gd name="connsiteY85" fmla="*/ 396478 h 6886575"/>
              <a:gd name="connsiteX86" fmla="*/ 1225560 w 7472381"/>
              <a:gd name="connsiteY86" fmla="*/ 353615 h 6886575"/>
              <a:gd name="connsiteX87" fmla="*/ 1552469 w 7472381"/>
              <a:gd name="connsiteY87" fmla="*/ 375047 h 6886575"/>
              <a:gd name="connsiteX88" fmla="*/ 1335714 w 7472381"/>
              <a:gd name="connsiteY88" fmla="*/ 192881 h 6886575"/>
              <a:gd name="connsiteX89" fmla="*/ 1197133 w 7472381"/>
              <a:gd name="connsiteY89" fmla="*/ 164306 h 6886575"/>
              <a:gd name="connsiteX90" fmla="*/ 1165153 w 7472381"/>
              <a:gd name="connsiteY90" fmla="*/ 89297 h 6886575"/>
              <a:gd name="connsiteX91" fmla="*/ 1229113 w 7472381"/>
              <a:gd name="connsiteY91" fmla="*/ 71437 h 6886575"/>
              <a:gd name="connsiteX92" fmla="*/ 1548916 w 7472381"/>
              <a:gd name="connsiteY92" fmla="*/ 135731 h 6886575"/>
              <a:gd name="connsiteX93" fmla="*/ 1602217 w 7472381"/>
              <a:gd name="connsiteY93" fmla="*/ 110728 h 6886575"/>
              <a:gd name="connsiteX94" fmla="*/ 1232666 w 7472381"/>
              <a:gd name="connsiteY94" fmla="*/ 0 h 6886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7472381" h="6886575">
                <a:moveTo>
                  <a:pt x="1232666" y="0"/>
                </a:moveTo>
                <a:lnTo>
                  <a:pt x="7472381" y="0"/>
                </a:lnTo>
                <a:lnTo>
                  <a:pt x="7472381" y="814388"/>
                </a:lnTo>
                <a:lnTo>
                  <a:pt x="7472381" y="6411516"/>
                </a:lnTo>
                <a:lnTo>
                  <a:pt x="7472381" y="6886575"/>
                </a:lnTo>
                <a:lnTo>
                  <a:pt x="6992676" y="6886575"/>
                </a:lnTo>
                <a:lnTo>
                  <a:pt x="1946893" y="6886575"/>
                </a:lnTo>
                <a:cubicBezTo>
                  <a:pt x="1801205" y="6815137"/>
                  <a:pt x="1662624" y="6729412"/>
                  <a:pt x="1506276" y="6686550"/>
                </a:cubicBezTo>
                <a:cubicBezTo>
                  <a:pt x="1399675" y="6657975"/>
                  <a:pt x="1296627" y="6607969"/>
                  <a:pt x="1314394" y="6457949"/>
                </a:cubicBezTo>
                <a:cubicBezTo>
                  <a:pt x="1317947" y="6415087"/>
                  <a:pt x="1289520" y="6382941"/>
                  <a:pt x="1246880" y="6393656"/>
                </a:cubicBezTo>
                <a:cubicBezTo>
                  <a:pt x="1165153" y="6415087"/>
                  <a:pt x="1126065" y="6354365"/>
                  <a:pt x="1079872" y="6307931"/>
                </a:cubicBezTo>
                <a:cubicBezTo>
                  <a:pt x="998144" y="6225779"/>
                  <a:pt x="919970" y="6140052"/>
                  <a:pt x="788495" y="6125765"/>
                </a:cubicBezTo>
                <a:cubicBezTo>
                  <a:pt x="813369" y="6061471"/>
                  <a:pt x="856009" y="6068615"/>
                  <a:pt x="895097" y="6082903"/>
                </a:cubicBezTo>
                <a:cubicBezTo>
                  <a:pt x="998144" y="6118622"/>
                  <a:pt x="1101192" y="6157912"/>
                  <a:pt x="1204239" y="6193631"/>
                </a:cubicBezTo>
                <a:cubicBezTo>
                  <a:pt x="1271754" y="6215062"/>
                  <a:pt x="1339267" y="6247209"/>
                  <a:pt x="1428102" y="6222206"/>
                </a:cubicBezTo>
                <a:cubicBezTo>
                  <a:pt x="1349928" y="6093619"/>
                  <a:pt x="1218453" y="6068615"/>
                  <a:pt x="1111852" y="6029325"/>
                </a:cubicBezTo>
                <a:cubicBezTo>
                  <a:pt x="980377" y="5979319"/>
                  <a:pt x="902203" y="5886450"/>
                  <a:pt x="806262" y="5779294"/>
                </a:cubicBezTo>
                <a:cubicBezTo>
                  <a:pt x="902203" y="5750719"/>
                  <a:pt x="962610" y="5829300"/>
                  <a:pt x="1040785" y="5825728"/>
                </a:cubicBezTo>
                <a:cubicBezTo>
                  <a:pt x="1044338" y="5815012"/>
                  <a:pt x="1051445" y="5793581"/>
                  <a:pt x="1051445" y="5793581"/>
                </a:cubicBezTo>
                <a:cubicBezTo>
                  <a:pt x="923523" y="5736431"/>
                  <a:pt x="866670" y="5629275"/>
                  <a:pt x="845349" y="5497115"/>
                </a:cubicBezTo>
                <a:cubicBezTo>
                  <a:pt x="838243" y="5429250"/>
                  <a:pt x="792049" y="5407819"/>
                  <a:pt x="745855" y="5375672"/>
                </a:cubicBezTo>
                <a:cubicBezTo>
                  <a:pt x="589507" y="5264943"/>
                  <a:pt x="422499" y="5164931"/>
                  <a:pt x="291024" y="5014913"/>
                </a:cubicBezTo>
                <a:cubicBezTo>
                  <a:pt x="443819" y="5032771"/>
                  <a:pt x="564633" y="5132784"/>
                  <a:pt x="724535" y="5175647"/>
                </a:cubicBezTo>
                <a:cubicBezTo>
                  <a:pt x="596614" y="5011340"/>
                  <a:pt x="429605" y="4925615"/>
                  <a:pt x="276811" y="4825603"/>
                </a:cubicBezTo>
                <a:cubicBezTo>
                  <a:pt x="205743" y="4779169"/>
                  <a:pt x="141783" y="4722018"/>
                  <a:pt x="60055" y="4697016"/>
                </a:cubicBezTo>
                <a:cubicBezTo>
                  <a:pt x="31628" y="4689872"/>
                  <a:pt x="-18119" y="4672013"/>
                  <a:pt x="6755" y="4622006"/>
                </a:cubicBezTo>
                <a:cubicBezTo>
                  <a:pt x="28075" y="4579144"/>
                  <a:pt x="67162" y="4593432"/>
                  <a:pt x="102696" y="4604146"/>
                </a:cubicBezTo>
                <a:cubicBezTo>
                  <a:pt x="187976" y="4632722"/>
                  <a:pt x="280364" y="4632722"/>
                  <a:pt x="397625" y="4632722"/>
                </a:cubicBezTo>
                <a:cubicBezTo>
                  <a:pt x="298131" y="4496990"/>
                  <a:pt x="116909" y="4539853"/>
                  <a:pt x="31628" y="4396978"/>
                </a:cubicBezTo>
                <a:cubicBezTo>
                  <a:pt x="138229" y="4371976"/>
                  <a:pt x="219957" y="4421982"/>
                  <a:pt x="305237" y="4432697"/>
                </a:cubicBezTo>
                <a:cubicBezTo>
                  <a:pt x="383412" y="4443413"/>
                  <a:pt x="401178" y="4418409"/>
                  <a:pt x="383412" y="4339828"/>
                </a:cubicBezTo>
                <a:cubicBezTo>
                  <a:pt x="354985" y="4218385"/>
                  <a:pt x="397625" y="4157662"/>
                  <a:pt x="511333" y="4189810"/>
                </a:cubicBezTo>
                <a:cubicBezTo>
                  <a:pt x="617934" y="4221956"/>
                  <a:pt x="628594" y="4175522"/>
                  <a:pt x="600167" y="4107656"/>
                </a:cubicBezTo>
                <a:cubicBezTo>
                  <a:pt x="557527" y="4007644"/>
                  <a:pt x="603720" y="3929063"/>
                  <a:pt x="635701" y="3843337"/>
                </a:cubicBezTo>
                <a:cubicBezTo>
                  <a:pt x="685448" y="3714750"/>
                  <a:pt x="664128" y="3650456"/>
                  <a:pt x="561080" y="3554015"/>
                </a:cubicBezTo>
                <a:cubicBezTo>
                  <a:pt x="500673" y="3500438"/>
                  <a:pt x="440265" y="3454003"/>
                  <a:pt x="354985" y="3407569"/>
                </a:cubicBezTo>
                <a:cubicBezTo>
                  <a:pt x="550420" y="3382565"/>
                  <a:pt x="347878" y="3296841"/>
                  <a:pt x="415392" y="3243263"/>
                </a:cubicBezTo>
                <a:cubicBezTo>
                  <a:pt x="553973" y="3221831"/>
                  <a:pt x="664128" y="3393282"/>
                  <a:pt x="852456" y="3343275"/>
                </a:cubicBezTo>
                <a:cubicBezTo>
                  <a:pt x="625041" y="3196828"/>
                  <a:pt x="369198" y="3150393"/>
                  <a:pt x="202190" y="2953940"/>
                </a:cubicBezTo>
                <a:cubicBezTo>
                  <a:pt x="241277" y="2911078"/>
                  <a:pt x="280364" y="2953940"/>
                  <a:pt x="312344" y="2936081"/>
                </a:cubicBezTo>
                <a:cubicBezTo>
                  <a:pt x="312344" y="2925365"/>
                  <a:pt x="685448" y="2993232"/>
                  <a:pt x="706768" y="2714625"/>
                </a:cubicBezTo>
                <a:cubicBezTo>
                  <a:pt x="713875" y="2714625"/>
                  <a:pt x="720982" y="2714625"/>
                  <a:pt x="728088" y="2703909"/>
                </a:cubicBezTo>
                <a:cubicBezTo>
                  <a:pt x="767175" y="2664619"/>
                  <a:pt x="731642" y="2571750"/>
                  <a:pt x="795602" y="2564606"/>
                </a:cubicBezTo>
                <a:cubicBezTo>
                  <a:pt x="866670" y="2557462"/>
                  <a:pt x="934184" y="2525315"/>
                  <a:pt x="1008804" y="2543175"/>
                </a:cubicBezTo>
                <a:cubicBezTo>
                  <a:pt x="1065658" y="2557462"/>
                  <a:pt x="1126065" y="2575322"/>
                  <a:pt x="1186473" y="2575322"/>
                </a:cubicBezTo>
                <a:cubicBezTo>
                  <a:pt x="1250433" y="2575322"/>
                  <a:pt x="1339267" y="2696766"/>
                  <a:pt x="1378355" y="2536031"/>
                </a:cubicBezTo>
                <a:cubicBezTo>
                  <a:pt x="1378355" y="2528888"/>
                  <a:pt x="1488509" y="2546747"/>
                  <a:pt x="1548916" y="2553891"/>
                </a:cubicBezTo>
                <a:cubicBezTo>
                  <a:pt x="1598663" y="2561035"/>
                  <a:pt x="1659071" y="2593181"/>
                  <a:pt x="1694604" y="2528888"/>
                </a:cubicBezTo>
                <a:cubicBezTo>
                  <a:pt x="1712371" y="2489596"/>
                  <a:pt x="1627090" y="2418159"/>
                  <a:pt x="1552469" y="2411015"/>
                </a:cubicBezTo>
                <a:cubicBezTo>
                  <a:pt x="1484956" y="2403872"/>
                  <a:pt x="1417442" y="2396728"/>
                  <a:pt x="1353481" y="2411015"/>
                </a:cubicBezTo>
                <a:cubicBezTo>
                  <a:pt x="1275307" y="2428875"/>
                  <a:pt x="1232666" y="2400300"/>
                  <a:pt x="1211346" y="2336007"/>
                </a:cubicBezTo>
                <a:cubicBezTo>
                  <a:pt x="1186473" y="2268141"/>
                  <a:pt x="1140279" y="2232422"/>
                  <a:pt x="1076318" y="2200275"/>
                </a:cubicBezTo>
                <a:cubicBezTo>
                  <a:pt x="919970" y="2121694"/>
                  <a:pt x="770729" y="2028825"/>
                  <a:pt x="600167" y="1982390"/>
                </a:cubicBezTo>
                <a:cubicBezTo>
                  <a:pt x="568187" y="1975246"/>
                  <a:pt x="529100" y="1960959"/>
                  <a:pt x="514886" y="1900238"/>
                </a:cubicBezTo>
                <a:cubicBezTo>
                  <a:pt x="976824" y="1993106"/>
                  <a:pt x="1396121" y="2232422"/>
                  <a:pt x="1872273" y="2218135"/>
                </a:cubicBezTo>
                <a:cubicBezTo>
                  <a:pt x="1744351" y="2143125"/>
                  <a:pt x="1591557" y="2139554"/>
                  <a:pt x="1452975" y="2085975"/>
                </a:cubicBezTo>
                <a:cubicBezTo>
                  <a:pt x="1552469" y="2046685"/>
                  <a:pt x="1644857" y="2089547"/>
                  <a:pt x="1737245" y="2110978"/>
                </a:cubicBezTo>
                <a:cubicBezTo>
                  <a:pt x="1815419" y="2128837"/>
                  <a:pt x="1886486" y="2132410"/>
                  <a:pt x="1893593" y="2021681"/>
                </a:cubicBezTo>
                <a:cubicBezTo>
                  <a:pt x="1893593" y="2010965"/>
                  <a:pt x="1893593" y="2003821"/>
                  <a:pt x="1893593" y="1993106"/>
                </a:cubicBezTo>
                <a:cubicBezTo>
                  <a:pt x="1865166" y="1946672"/>
                  <a:pt x="1826079" y="1925240"/>
                  <a:pt x="1776332" y="1910953"/>
                </a:cubicBezTo>
                <a:cubicBezTo>
                  <a:pt x="1747905" y="1903809"/>
                  <a:pt x="1708818" y="1889522"/>
                  <a:pt x="1708818" y="1857375"/>
                </a:cubicBezTo>
                <a:cubicBezTo>
                  <a:pt x="1712371" y="1735931"/>
                  <a:pt x="1616430" y="1700212"/>
                  <a:pt x="1524043" y="1664493"/>
                </a:cubicBezTo>
                <a:cubicBezTo>
                  <a:pt x="1573790" y="1603772"/>
                  <a:pt x="1616430" y="1646635"/>
                  <a:pt x="1655517" y="1643062"/>
                </a:cubicBezTo>
                <a:cubicBezTo>
                  <a:pt x="1680391" y="1639491"/>
                  <a:pt x="1705264" y="1635919"/>
                  <a:pt x="1705264" y="1603772"/>
                </a:cubicBezTo>
                <a:cubicBezTo>
                  <a:pt x="1705264" y="1578769"/>
                  <a:pt x="1694604" y="1546622"/>
                  <a:pt x="1669731" y="1546622"/>
                </a:cubicBezTo>
                <a:cubicBezTo>
                  <a:pt x="1513383" y="1543050"/>
                  <a:pt x="1424548" y="1371600"/>
                  <a:pt x="1261093" y="1371600"/>
                </a:cubicBezTo>
                <a:cubicBezTo>
                  <a:pt x="1161599" y="1371600"/>
                  <a:pt x="1310841" y="1275159"/>
                  <a:pt x="1229113" y="1235869"/>
                </a:cubicBezTo>
                <a:cubicBezTo>
                  <a:pt x="1211346" y="1225153"/>
                  <a:pt x="1278860" y="1210866"/>
                  <a:pt x="1307287" y="1214437"/>
                </a:cubicBezTo>
                <a:cubicBezTo>
                  <a:pt x="1335714" y="1218009"/>
                  <a:pt x="1360588" y="1243013"/>
                  <a:pt x="1396121" y="1225153"/>
                </a:cubicBezTo>
                <a:cubicBezTo>
                  <a:pt x="1413888" y="1160860"/>
                  <a:pt x="1367694" y="1135856"/>
                  <a:pt x="1325054" y="1117997"/>
                </a:cubicBezTo>
                <a:cubicBezTo>
                  <a:pt x="1232666" y="1075135"/>
                  <a:pt x="1140279" y="1025129"/>
                  <a:pt x="1037231" y="1010841"/>
                </a:cubicBezTo>
                <a:cubicBezTo>
                  <a:pt x="1001698" y="1007269"/>
                  <a:pt x="980377" y="989409"/>
                  <a:pt x="983931" y="953690"/>
                </a:cubicBezTo>
                <a:cubicBezTo>
                  <a:pt x="991037" y="907256"/>
                  <a:pt x="1026571" y="921544"/>
                  <a:pt x="1054998" y="925115"/>
                </a:cubicBezTo>
                <a:cubicBezTo>
                  <a:pt x="1072765" y="928688"/>
                  <a:pt x="1090532" y="939403"/>
                  <a:pt x="1108299" y="914400"/>
                </a:cubicBezTo>
                <a:cubicBezTo>
                  <a:pt x="692555" y="660797"/>
                  <a:pt x="472246" y="675085"/>
                  <a:pt x="6755" y="467915"/>
                </a:cubicBezTo>
                <a:cubicBezTo>
                  <a:pt x="109802" y="428625"/>
                  <a:pt x="184423" y="457200"/>
                  <a:pt x="255490" y="464344"/>
                </a:cubicBezTo>
                <a:cubicBezTo>
                  <a:pt x="433159" y="482203"/>
                  <a:pt x="323004" y="514350"/>
                  <a:pt x="500673" y="535781"/>
                </a:cubicBezTo>
                <a:cubicBezTo>
                  <a:pt x="585954" y="546497"/>
                  <a:pt x="664128" y="582216"/>
                  <a:pt x="760069" y="525066"/>
                </a:cubicBezTo>
                <a:cubicBezTo>
                  <a:pt x="824029" y="485775"/>
                  <a:pt x="927077" y="528637"/>
                  <a:pt x="1005251" y="560785"/>
                </a:cubicBezTo>
                <a:cubicBezTo>
                  <a:pt x="1069212" y="589360"/>
                  <a:pt x="1133172" y="596503"/>
                  <a:pt x="1218453" y="560785"/>
                </a:cubicBezTo>
                <a:cubicBezTo>
                  <a:pt x="1140279" y="539354"/>
                  <a:pt x="1079872" y="521494"/>
                  <a:pt x="1019464" y="507206"/>
                </a:cubicBezTo>
                <a:cubicBezTo>
                  <a:pt x="969717" y="496491"/>
                  <a:pt x="941290" y="471488"/>
                  <a:pt x="944844" y="417909"/>
                </a:cubicBezTo>
                <a:cubicBezTo>
                  <a:pt x="944844" y="389334"/>
                  <a:pt x="934184" y="350044"/>
                  <a:pt x="969717" y="335757"/>
                </a:cubicBezTo>
                <a:cubicBezTo>
                  <a:pt x="998144" y="321469"/>
                  <a:pt x="1037231" y="335757"/>
                  <a:pt x="1051445" y="360759"/>
                </a:cubicBezTo>
                <a:cubicBezTo>
                  <a:pt x="1069212" y="407194"/>
                  <a:pt x="1086978" y="450056"/>
                  <a:pt x="1147386" y="453629"/>
                </a:cubicBezTo>
                <a:cubicBezTo>
                  <a:pt x="1229113" y="460771"/>
                  <a:pt x="1182919" y="432197"/>
                  <a:pt x="1168706" y="396478"/>
                </a:cubicBezTo>
                <a:cubicBezTo>
                  <a:pt x="1154492" y="357188"/>
                  <a:pt x="1197133" y="346472"/>
                  <a:pt x="1225560" y="353615"/>
                </a:cubicBezTo>
                <a:cubicBezTo>
                  <a:pt x="1332161" y="385763"/>
                  <a:pt x="1442315" y="328613"/>
                  <a:pt x="1552469" y="375047"/>
                </a:cubicBezTo>
                <a:cubicBezTo>
                  <a:pt x="1524043" y="260747"/>
                  <a:pt x="1463635" y="210741"/>
                  <a:pt x="1335714" y="192881"/>
                </a:cubicBezTo>
                <a:cubicBezTo>
                  <a:pt x="1289520" y="189310"/>
                  <a:pt x="1239773" y="196453"/>
                  <a:pt x="1197133" y="164306"/>
                </a:cubicBezTo>
                <a:cubicBezTo>
                  <a:pt x="1172259" y="146447"/>
                  <a:pt x="1147386" y="125016"/>
                  <a:pt x="1165153" y="89297"/>
                </a:cubicBezTo>
                <a:cubicBezTo>
                  <a:pt x="1175813" y="64294"/>
                  <a:pt x="1204239" y="64294"/>
                  <a:pt x="1229113" y="71437"/>
                </a:cubicBezTo>
                <a:cubicBezTo>
                  <a:pt x="1332161" y="110728"/>
                  <a:pt x="1442315" y="121444"/>
                  <a:pt x="1548916" y="135731"/>
                </a:cubicBezTo>
                <a:cubicBezTo>
                  <a:pt x="1566683" y="139303"/>
                  <a:pt x="1584450" y="146447"/>
                  <a:pt x="1602217" y="110728"/>
                </a:cubicBezTo>
                <a:cubicBezTo>
                  <a:pt x="1477849" y="78581"/>
                  <a:pt x="1357034" y="35719"/>
                  <a:pt x="1232666" y="0"/>
                </a:cubicBezTo>
                <a:close/>
              </a:path>
            </a:pathLst>
          </a:custGeom>
          <a:solidFill>
            <a:schemeClr val="accent1">
              <a:alpha val="20000"/>
            </a:schemeClr>
          </a:solidFill>
          <a:ln w="32707" cap="flat">
            <a:noFill/>
            <a:prstDash val="solid"/>
            <a:miter/>
          </a:ln>
        </p:spPr>
        <p:txBody>
          <a:bodyPr rtlCol="0" anchor="ctr"/>
          <a:lstStyle/>
          <a:p>
            <a:endParaRPr lang="en-US">
              <a:solidFill>
                <a:schemeClr val="tx1"/>
              </a:solidFill>
            </a:endParaRPr>
          </a:p>
        </p:txBody>
      </p:sp>
      <p:sp>
        <p:nvSpPr>
          <p:cNvPr id="2" name="Title 1">
            <a:extLst>
              <a:ext uri="{FF2B5EF4-FFF2-40B4-BE49-F238E27FC236}">
                <a16:creationId xmlns:a16="http://schemas.microsoft.com/office/drawing/2014/main" id="{146AD042-DE90-4088-8A07-B9A64C2CE03E}"/>
              </a:ext>
            </a:extLst>
          </p:cNvPr>
          <p:cNvSpPr>
            <a:spLocks noGrp="1"/>
          </p:cNvSpPr>
          <p:nvPr>
            <p:ph type="title"/>
          </p:nvPr>
        </p:nvSpPr>
        <p:spPr>
          <a:xfrm>
            <a:off x="839788" y="640080"/>
            <a:ext cx="3886200" cy="2953512"/>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F2FFC98-62A0-445A-BEDA-785BE925A1D8}"/>
              </a:ext>
            </a:extLst>
          </p:cNvPr>
          <p:cNvSpPr>
            <a:spLocks noGrp="1"/>
          </p:cNvSpPr>
          <p:nvPr>
            <p:ph idx="1"/>
          </p:nvPr>
        </p:nvSpPr>
        <p:spPr>
          <a:xfrm>
            <a:off x="7059168" y="640080"/>
            <a:ext cx="4489704" cy="5596128"/>
          </a:xfrm>
        </p:spPr>
        <p:txBody>
          <a:bodyPr anchor="ct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DB4D7827-8489-4EE4-88EE-16685FE6DE8A}"/>
              </a:ext>
            </a:extLst>
          </p:cNvPr>
          <p:cNvSpPr>
            <a:spLocks noGrp="1"/>
          </p:cNvSpPr>
          <p:nvPr>
            <p:ph type="body" sz="half" idx="2"/>
          </p:nvPr>
        </p:nvSpPr>
        <p:spPr>
          <a:xfrm>
            <a:off x="839788" y="3776472"/>
            <a:ext cx="3886200" cy="246888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33534F-EA91-4A50-B0F6-10D689E458EF}"/>
              </a:ext>
            </a:extLst>
          </p:cNvPr>
          <p:cNvSpPr>
            <a:spLocks noGrp="1"/>
          </p:cNvSpPr>
          <p:nvPr>
            <p:ph type="dt" sz="half" idx="10"/>
          </p:nvPr>
        </p:nvSpPr>
        <p:spPr/>
        <p:txBody>
          <a:bodyPr/>
          <a:lstStyle/>
          <a:p>
            <a:fld id="{3C04E684-10F4-4CC3-A0B9-F03AA7BE37CF}" type="datetimeFigureOut">
              <a:rPr lang="en-US" smtClean="0"/>
              <a:t>12/7/2022</a:t>
            </a:fld>
            <a:endParaRPr lang="en-US"/>
          </a:p>
        </p:txBody>
      </p:sp>
      <p:sp>
        <p:nvSpPr>
          <p:cNvPr id="6" name="Footer Placeholder 5">
            <a:extLst>
              <a:ext uri="{FF2B5EF4-FFF2-40B4-BE49-F238E27FC236}">
                <a16:creationId xmlns:a16="http://schemas.microsoft.com/office/drawing/2014/main" id="{6C20F3F7-8B4B-4015-AA9C-109D05B2F146}"/>
              </a:ext>
            </a:extLst>
          </p:cNvPr>
          <p:cNvSpPr>
            <a:spLocks noGrp="1"/>
          </p:cNvSpPr>
          <p:nvPr>
            <p:ph type="ftr" sz="quarter" idx="11"/>
          </p:nvPr>
        </p:nvSpPr>
        <p:spPr/>
        <p:txBody>
          <a:bodyPr/>
          <a:lstStyle>
            <a:lvl1pPr algn="l">
              <a:defRPr/>
            </a:lvl1pPr>
          </a:lstStyle>
          <a:p>
            <a:endParaRPr lang="en-US"/>
          </a:p>
        </p:txBody>
      </p:sp>
      <p:sp>
        <p:nvSpPr>
          <p:cNvPr id="7" name="Slide Number Placeholder 6">
            <a:extLst>
              <a:ext uri="{FF2B5EF4-FFF2-40B4-BE49-F238E27FC236}">
                <a16:creationId xmlns:a16="http://schemas.microsoft.com/office/drawing/2014/main" id="{910B6EE2-78A1-4D01-87BE-A1487FBD271F}"/>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9174019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Graphic 1" descr="Tag=AccentColor&#10;Flavor=Light&#10;Target=Fill">
            <a:extLst>
              <a:ext uri="{FF2B5EF4-FFF2-40B4-BE49-F238E27FC236}">
                <a16:creationId xmlns:a16="http://schemas.microsoft.com/office/drawing/2014/main" id="{0EE21C0F-70D8-4F3C-9392-07559C90EE6E}"/>
              </a:ext>
            </a:extLst>
          </p:cNvPr>
          <p:cNvSpPr/>
          <p:nvPr/>
        </p:nvSpPr>
        <p:spPr>
          <a:xfrm rot="10800000" flipH="1" flipV="1">
            <a:off x="684965" y="1332237"/>
            <a:ext cx="5263732" cy="3841102"/>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48DB1DFE-8154-440D-93CF-FEF7860E897F}"/>
              </a:ext>
            </a:extLst>
          </p:cNvPr>
          <p:cNvSpPr>
            <a:spLocks noGrp="1"/>
          </p:cNvSpPr>
          <p:nvPr>
            <p:ph type="title"/>
          </p:nvPr>
        </p:nvSpPr>
        <p:spPr>
          <a:xfrm>
            <a:off x="1399032" y="2523744"/>
            <a:ext cx="3831336" cy="1453896"/>
          </a:xfrm>
        </p:spPr>
        <p:txBody>
          <a:bodyPr anchor="b"/>
          <a:lstStyle>
            <a:lvl1pPr algn="ct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CD9D1F5-05CC-48F3-A314-315EF1703043}"/>
              </a:ext>
            </a:extLst>
          </p:cNvPr>
          <p:cNvSpPr>
            <a:spLocks noGrp="1"/>
          </p:cNvSpPr>
          <p:nvPr>
            <p:ph type="pic" idx="1"/>
          </p:nvPr>
        </p:nvSpPr>
        <p:spPr>
          <a:xfrm>
            <a:off x="6711696" y="640079"/>
            <a:ext cx="4837176" cy="556869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211807DE-1178-4BBB-89D8-9046239C2DE9}"/>
              </a:ext>
            </a:extLst>
          </p:cNvPr>
          <p:cNvSpPr>
            <a:spLocks noGrp="1"/>
          </p:cNvSpPr>
          <p:nvPr>
            <p:ph type="body" sz="half" idx="2"/>
          </p:nvPr>
        </p:nvSpPr>
        <p:spPr>
          <a:xfrm>
            <a:off x="1655064" y="4087368"/>
            <a:ext cx="3319272" cy="649224"/>
          </a:xfrm>
        </p:spPr>
        <p:txBody>
          <a:bodyPr>
            <a:noAutofit/>
          </a:bodyPr>
          <a:lstStyle>
            <a:lvl1pPr marL="0" indent="0" algn="ctr">
              <a:buNone/>
              <a:defRPr sz="2000" cap="all"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48EA59-A1BC-48B7-9495-6D5C6035B14B}"/>
              </a:ext>
            </a:extLst>
          </p:cNvPr>
          <p:cNvSpPr>
            <a:spLocks noGrp="1"/>
          </p:cNvSpPr>
          <p:nvPr>
            <p:ph type="dt" sz="half" idx="10"/>
          </p:nvPr>
        </p:nvSpPr>
        <p:spPr/>
        <p:txBody>
          <a:bodyPr/>
          <a:lstStyle/>
          <a:p>
            <a:fld id="{3C04E684-10F4-4CC3-A0B9-F03AA7BE37CF}" type="datetimeFigureOut">
              <a:rPr lang="en-US" smtClean="0"/>
              <a:t>12/7/2022</a:t>
            </a:fld>
            <a:endParaRPr lang="en-US"/>
          </a:p>
        </p:txBody>
      </p:sp>
      <p:sp>
        <p:nvSpPr>
          <p:cNvPr id="6" name="Footer Placeholder 5">
            <a:extLst>
              <a:ext uri="{FF2B5EF4-FFF2-40B4-BE49-F238E27FC236}">
                <a16:creationId xmlns:a16="http://schemas.microsoft.com/office/drawing/2014/main" id="{49F85A72-B50F-440E-AAD3-53C099F6D9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C2D00B-4207-4720-8C68-605CAFDD5CA2}"/>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879193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C888B-58B8-4428-8B1D-4E26FC5DD59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314F67B-D516-42FA-A2CA-2DCD37CFE8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2BA5FF-4919-4FF8-9C04-06CE156B762F}"/>
              </a:ext>
            </a:extLst>
          </p:cNvPr>
          <p:cNvSpPr>
            <a:spLocks noGrp="1"/>
          </p:cNvSpPr>
          <p:nvPr>
            <p:ph type="dt" sz="half" idx="10"/>
          </p:nvPr>
        </p:nvSpPr>
        <p:spPr/>
        <p:txBody>
          <a:bodyPr/>
          <a:lstStyle/>
          <a:p>
            <a:fld id="{3C04E684-10F4-4CC3-A0B9-F03AA7BE37CF}" type="datetimeFigureOut">
              <a:rPr lang="en-US" smtClean="0"/>
              <a:t>12/7/2022</a:t>
            </a:fld>
            <a:endParaRPr lang="en-US"/>
          </a:p>
        </p:txBody>
      </p:sp>
      <p:sp>
        <p:nvSpPr>
          <p:cNvPr id="5" name="Footer Placeholder 4">
            <a:extLst>
              <a:ext uri="{FF2B5EF4-FFF2-40B4-BE49-F238E27FC236}">
                <a16:creationId xmlns:a16="http://schemas.microsoft.com/office/drawing/2014/main" id="{CBEDA970-128E-4150-8E5A-A1B056E835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EC6CD1-EE5E-42EF-B76D-BB803BA6AB5E}"/>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5175103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0C2A1B-34CA-4877-9435-D77DF325757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F255E5E-4A81-44CC-8D99-F56E625D463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9CEECF-A221-4ECC-AD9C-E197D516D24C}"/>
              </a:ext>
            </a:extLst>
          </p:cNvPr>
          <p:cNvSpPr>
            <a:spLocks noGrp="1"/>
          </p:cNvSpPr>
          <p:nvPr>
            <p:ph type="dt" sz="half" idx="10"/>
          </p:nvPr>
        </p:nvSpPr>
        <p:spPr/>
        <p:txBody>
          <a:bodyPr/>
          <a:lstStyle/>
          <a:p>
            <a:fld id="{3C04E684-10F4-4CC3-A0B9-F03AA7BE37CF}" type="datetimeFigureOut">
              <a:rPr lang="en-US" smtClean="0"/>
              <a:t>12/7/2022</a:t>
            </a:fld>
            <a:endParaRPr lang="en-US"/>
          </a:p>
        </p:txBody>
      </p:sp>
      <p:sp>
        <p:nvSpPr>
          <p:cNvPr id="5" name="Footer Placeholder 4">
            <a:extLst>
              <a:ext uri="{FF2B5EF4-FFF2-40B4-BE49-F238E27FC236}">
                <a16:creationId xmlns:a16="http://schemas.microsoft.com/office/drawing/2014/main" id="{018F41AE-0DDE-49ED-9F0C-E0E16F599A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B47FB7-77F0-4C43-B81E-D04B31C953D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8153883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19D37-3743-45E6-8669-A453AA13952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1AC4A87-B504-4E10-B9EE-150EB9AF490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494C2B5-C569-41A2-9F81-720CC8AA6A14}"/>
              </a:ext>
            </a:extLst>
          </p:cNvPr>
          <p:cNvSpPr>
            <a:spLocks noGrp="1"/>
          </p:cNvSpPr>
          <p:nvPr>
            <p:ph type="dt" sz="half" idx="10"/>
          </p:nvPr>
        </p:nvSpPr>
        <p:spPr/>
        <p:txBody>
          <a:bodyPr/>
          <a:lstStyle/>
          <a:p>
            <a:fld id="{3C04E684-10F4-4CC3-A0B9-F03AA7BE37CF}" type="datetimeFigureOut">
              <a:rPr lang="en-US" smtClean="0"/>
              <a:t>12/7/2022</a:t>
            </a:fld>
            <a:endParaRPr lang="en-US"/>
          </a:p>
        </p:txBody>
      </p:sp>
      <p:sp>
        <p:nvSpPr>
          <p:cNvPr id="5" name="Footer Placeholder 4">
            <a:extLst>
              <a:ext uri="{FF2B5EF4-FFF2-40B4-BE49-F238E27FC236}">
                <a16:creationId xmlns:a16="http://schemas.microsoft.com/office/drawing/2014/main" id="{460D891F-B28D-42E2-8DE3-8408076F1A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46CF28-6A65-4C59-99BF-986B2E33C041}"/>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1087676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C53AE-2188-43B8-993D-44DD86EBB29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D2D6AE9-4DF3-4B18-A982-10281883BDC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024F8E-F114-4209-9D6C-CF95658E67B4}"/>
              </a:ext>
            </a:extLst>
          </p:cNvPr>
          <p:cNvSpPr>
            <a:spLocks noGrp="1"/>
          </p:cNvSpPr>
          <p:nvPr>
            <p:ph type="dt" sz="half" idx="10"/>
          </p:nvPr>
        </p:nvSpPr>
        <p:spPr/>
        <p:txBody>
          <a:bodyPr/>
          <a:lstStyle/>
          <a:p>
            <a:fld id="{3C04E684-10F4-4CC3-A0B9-F03AA7BE37CF}" type="datetimeFigureOut">
              <a:rPr lang="en-US" smtClean="0"/>
              <a:t>12/7/2022</a:t>
            </a:fld>
            <a:endParaRPr lang="en-US"/>
          </a:p>
        </p:txBody>
      </p:sp>
      <p:sp>
        <p:nvSpPr>
          <p:cNvPr id="5" name="Footer Placeholder 4">
            <a:extLst>
              <a:ext uri="{FF2B5EF4-FFF2-40B4-BE49-F238E27FC236}">
                <a16:creationId xmlns:a16="http://schemas.microsoft.com/office/drawing/2014/main" id="{92FD56C6-B738-4084-902B-D646FE7303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AE5756-E515-4241-A457-918C1C37B232}"/>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2253841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44BBD-2EB2-4D48-B09C-2BCBE9C29E4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F5BCD73-E287-49E3-87DD-C6EE8E7D143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E11C6E4-894F-4C45-8EE9-D1C8F7209D91}"/>
              </a:ext>
            </a:extLst>
          </p:cNvPr>
          <p:cNvSpPr>
            <a:spLocks noGrp="1"/>
          </p:cNvSpPr>
          <p:nvPr>
            <p:ph type="dt" sz="half" idx="10"/>
          </p:nvPr>
        </p:nvSpPr>
        <p:spPr/>
        <p:txBody>
          <a:bodyPr/>
          <a:lstStyle/>
          <a:p>
            <a:fld id="{3C04E684-10F4-4CC3-A0B9-F03AA7BE37CF}" type="datetimeFigureOut">
              <a:rPr lang="en-US" smtClean="0"/>
              <a:t>12/7/2022</a:t>
            </a:fld>
            <a:endParaRPr lang="en-US"/>
          </a:p>
        </p:txBody>
      </p:sp>
      <p:sp>
        <p:nvSpPr>
          <p:cNvPr id="5" name="Footer Placeholder 4">
            <a:extLst>
              <a:ext uri="{FF2B5EF4-FFF2-40B4-BE49-F238E27FC236}">
                <a16:creationId xmlns:a16="http://schemas.microsoft.com/office/drawing/2014/main" id="{4E00C818-1CE5-4E59-B5D6-A545BB4D79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B03B36-5F63-4D4C-B358-7A6E0C61F502}"/>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9458322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223396-426C-4AD9-B769-BAD0585CB9D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2BCA5AC-BB2C-4EA1-8939-836C57C98E5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2CF934-09D8-4733-8948-FF0558F2AFE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1D80AE1-01BE-4804-9986-DF83431BD904}"/>
              </a:ext>
            </a:extLst>
          </p:cNvPr>
          <p:cNvSpPr>
            <a:spLocks noGrp="1"/>
          </p:cNvSpPr>
          <p:nvPr>
            <p:ph type="dt" sz="half" idx="10"/>
          </p:nvPr>
        </p:nvSpPr>
        <p:spPr/>
        <p:txBody>
          <a:bodyPr/>
          <a:lstStyle/>
          <a:p>
            <a:fld id="{3C04E684-10F4-4CC3-A0B9-F03AA7BE37CF}" type="datetimeFigureOut">
              <a:rPr lang="en-US" smtClean="0"/>
              <a:t>12/7/2022</a:t>
            </a:fld>
            <a:endParaRPr lang="en-US"/>
          </a:p>
        </p:txBody>
      </p:sp>
      <p:sp>
        <p:nvSpPr>
          <p:cNvPr id="6" name="Footer Placeholder 5">
            <a:extLst>
              <a:ext uri="{FF2B5EF4-FFF2-40B4-BE49-F238E27FC236}">
                <a16:creationId xmlns:a16="http://schemas.microsoft.com/office/drawing/2014/main" id="{42E2B000-429E-4A0C-B66B-ABE1F466CDF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6B2E6EF-7499-4DF6-864E-8580BED76D37}"/>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3136608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2F4E7-686E-48DE-905A-A0D1E9E9FB4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8D68362-BD37-4FF6-B059-20B9A7871B1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3EE4CC9-3099-4B20-8A60-F9647D9FDB2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5145D1D-D0FE-459D-8EA6-F2126398CDD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2A8F3CB-864B-4578-AEF0-788EA9AA1CC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FB5298F-C425-48B2-AAAF-D8711551E4C7}"/>
              </a:ext>
            </a:extLst>
          </p:cNvPr>
          <p:cNvSpPr>
            <a:spLocks noGrp="1"/>
          </p:cNvSpPr>
          <p:nvPr>
            <p:ph type="dt" sz="half" idx="10"/>
          </p:nvPr>
        </p:nvSpPr>
        <p:spPr/>
        <p:txBody>
          <a:bodyPr/>
          <a:lstStyle/>
          <a:p>
            <a:fld id="{3C04E684-10F4-4CC3-A0B9-F03AA7BE37CF}" type="datetimeFigureOut">
              <a:rPr lang="en-US" smtClean="0"/>
              <a:t>12/7/2022</a:t>
            </a:fld>
            <a:endParaRPr lang="en-US"/>
          </a:p>
        </p:txBody>
      </p:sp>
      <p:sp>
        <p:nvSpPr>
          <p:cNvPr id="8" name="Footer Placeholder 7">
            <a:extLst>
              <a:ext uri="{FF2B5EF4-FFF2-40B4-BE49-F238E27FC236}">
                <a16:creationId xmlns:a16="http://schemas.microsoft.com/office/drawing/2014/main" id="{9FC8C628-E1BE-408F-BC9E-5379DCBBCC9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9DEC5EE-5C16-4A70-A6F0-A68FAAB46C5F}"/>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6513024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9F3B23-1B43-41FA-AF17-A9D27C7DD6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40FAD5E-C95C-40F0-B366-7FB60381A4F5}"/>
              </a:ext>
            </a:extLst>
          </p:cNvPr>
          <p:cNvSpPr>
            <a:spLocks noGrp="1"/>
          </p:cNvSpPr>
          <p:nvPr>
            <p:ph type="dt" sz="half" idx="10"/>
          </p:nvPr>
        </p:nvSpPr>
        <p:spPr/>
        <p:txBody>
          <a:bodyPr/>
          <a:lstStyle/>
          <a:p>
            <a:fld id="{3C04E684-10F4-4CC3-A0B9-F03AA7BE37CF}" type="datetimeFigureOut">
              <a:rPr lang="en-US" smtClean="0"/>
              <a:t>12/7/2022</a:t>
            </a:fld>
            <a:endParaRPr lang="en-US"/>
          </a:p>
        </p:txBody>
      </p:sp>
      <p:sp>
        <p:nvSpPr>
          <p:cNvPr id="4" name="Footer Placeholder 3">
            <a:extLst>
              <a:ext uri="{FF2B5EF4-FFF2-40B4-BE49-F238E27FC236}">
                <a16:creationId xmlns:a16="http://schemas.microsoft.com/office/drawing/2014/main" id="{ADB8287B-24F1-4454-BAFD-0383783B036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9243579-9438-4A86-807C-F03176B836D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69186830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F1966A-47BD-4B78-ADBF-84C04D7222A9}"/>
              </a:ext>
            </a:extLst>
          </p:cNvPr>
          <p:cNvSpPr>
            <a:spLocks noGrp="1"/>
          </p:cNvSpPr>
          <p:nvPr>
            <p:ph type="dt" sz="half" idx="10"/>
          </p:nvPr>
        </p:nvSpPr>
        <p:spPr/>
        <p:txBody>
          <a:bodyPr/>
          <a:lstStyle/>
          <a:p>
            <a:fld id="{3C04E684-10F4-4CC3-A0B9-F03AA7BE37CF}" type="datetimeFigureOut">
              <a:rPr lang="en-US" smtClean="0"/>
              <a:t>12/7/2022</a:t>
            </a:fld>
            <a:endParaRPr lang="en-US"/>
          </a:p>
        </p:txBody>
      </p:sp>
      <p:sp>
        <p:nvSpPr>
          <p:cNvPr id="3" name="Footer Placeholder 2">
            <a:extLst>
              <a:ext uri="{FF2B5EF4-FFF2-40B4-BE49-F238E27FC236}">
                <a16:creationId xmlns:a16="http://schemas.microsoft.com/office/drawing/2014/main" id="{0206D7CA-5E23-4E26-9418-50047B74A0E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D375674-A568-4C68-87DD-043DD501EE46}"/>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36406825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213C2-4E1A-4734-99B1-8E3DDE66075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06F8D70-8A87-4F6C-B23C-9A80D9FD034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0F44A78-9F6C-46DC-AF3F-43CF58DF4A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F694F7F-7B8E-4F89-9A7F-F586E538DF69}"/>
              </a:ext>
            </a:extLst>
          </p:cNvPr>
          <p:cNvSpPr>
            <a:spLocks noGrp="1"/>
          </p:cNvSpPr>
          <p:nvPr>
            <p:ph type="dt" sz="half" idx="10"/>
          </p:nvPr>
        </p:nvSpPr>
        <p:spPr/>
        <p:txBody>
          <a:bodyPr/>
          <a:lstStyle/>
          <a:p>
            <a:fld id="{3C04E684-10F4-4CC3-A0B9-F03AA7BE37CF}" type="datetimeFigureOut">
              <a:rPr lang="en-US" smtClean="0"/>
              <a:t>12/7/2022</a:t>
            </a:fld>
            <a:endParaRPr lang="en-US"/>
          </a:p>
        </p:txBody>
      </p:sp>
      <p:sp>
        <p:nvSpPr>
          <p:cNvPr id="6" name="Footer Placeholder 5">
            <a:extLst>
              <a:ext uri="{FF2B5EF4-FFF2-40B4-BE49-F238E27FC236}">
                <a16:creationId xmlns:a16="http://schemas.microsoft.com/office/drawing/2014/main" id="{C3543612-CB15-44A9-8DF3-8B873092020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E52C2C-0064-4F41-9DC7-8598F49587C5}"/>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71735904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391E4-126C-4238-B2AB-68A8176389A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B1C841A-DCA7-45B9-B9A4-CD58145D10A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35AA3BD-CF76-4496-8831-E920B1B092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248960-2731-47E3-B993-FF0A980FEEFA}"/>
              </a:ext>
            </a:extLst>
          </p:cNvPr>
          <p:cNvSpPr>
            <a:spLocks noGrp="1"/>
          </p:cNvSpPr>
          <p:nvPr>
            <p:ph type="dt" sz="half" idx="10"/>
          </p:nvPr>
        </p:nvSpPr>
        <p:spPr/>
        <p:txBody>
          <a:bodyPr/>
          <a:lstStyle/>
          <a:p>
            <a:fld id="{3C04E684-10F4-4CC3-A0B9-F03AA7BE37CF}" type="datetimeFigureOut">
              <a:rPr lang="en-US" smtClean="0"/>
              <a:t>12/7/2022</a:t>
            </a:fld>
            <a:endParaRPr lang="en-US"/>
          </a:p>
        </p:txBody>
      </p:sp>
      <p:sp>
        <p:nvSpPr>
          <p:cNvPr id="6" name="Footer Placeholder 5">
            <a:extLst>
              <a:ext uri="{FF2B5EF4-FFF2-40B4-BE49-F238E27FC236}">
                <a16:creationId xmlns:a16="http://schemas.microsoft.com/office/drawing/2014/main" id="{647C9AF3-81CE-4086-AE87-11C533DBCD5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C58E4A3-5CDB-4CA2-A70B-8098B63493FC}"/>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4648953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3B528-2E16-4C28-94FA-FE9B1E27B32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777F5E3-9694-4BF8-B80E-01447FC2EA5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92D179-A198-4920-B276-601C94BB6F7D}"/>
              </a:ext>
            </a:extLst>
          </p:cNvPr>
          <p:cNvSpPr>
            <a:spLocks noGrp="1"/>
          </p:cNvSpPr>
          <p:nvPr>
            <p:ph type="dt" sz="half" idx="10"/>
          </p:nvPr>
        </p:nvSpPr>
        <p:spPr/>
        <p:txBody>
          <a:bodyPr/>
          <a:lstStyle/>
          <a:p>
            <a:fld id="{3C04E684-10F4-4CC3-A0B9-F03AA7BE37CF}" type="datetimeFigureOut">
              <a:rPr lang="en-US" smtClean="0"/>
              <a:t>12/7/2022</a:t>
            </a:fld>
            <a:endParaRPr lang="en-US"/>
          </a:p>
        </p:txBody>
      </p:sp>
      <p:sp>
        <p:nvSpPr>
          <p:cNvPr id="5" name="Footer Placeholder 4">
            <a:extLst>
              <a:ext uri="{FF2B5EF4-FFF2-40B4-BE49-F238E27FC236}">
                <a16:creationId xmlns:a16="http://schemas.microsoft.com/office/drawing/2014/main" id="{FB3B9F1F-AC28-43FB-AEB6-1BE3F8A8D7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F46145-5549-4D6C-8246-738FFFADAD6B}"/>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16680460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A819BAB-C530-4EFF-A1B7-BE1C6465F19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FB22A4E-1491-4C99-9E13-1CD7319607A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B1D1C0-95E5-442A-BB1A-B7C52C16A719}"/>
              </a:ext>
            </a:extLst>
          </p:cNvPr>
          <p:cNvSpPr>
            <a:spLocks noGrp="1"/>
          </p:cNvSpPr>
          <p:nvPr>
            <p:ph type="dt" sz="half" idx="10"/>
          </p:nvPr>
        </p:nvSpPr>
        <p:spPr/>
        <p:txBody>
          <a:bodyPr/>
          <a:lstStyle/>
          <a:p>
            <a:fld id="{3C04E684-10F4-4CC3-A0B9-F03AA7BE37CF}" type="datetimeFigureOut">
              <a:rPr lang="en-US" smtClean="0"/>
              <a:t>12/7/2022</a:t>
            </a:fld>
            <a:endParaRPr lang="en-US"/>
          </a:p>
        </p:txBody>
      </p:sp>
      <p:sp>
        <p:nvSpPr>
          <p:cNvPr id="5" name="Footer Placeholder 4">
            <a:extLst>
              <a:ext uri="{FF2B5EF4-FFF2-40B4-BE49-F238E27FC236}">
                <a16:creationId xmlns:a16="http://schemas.microsoft.com/office/drawing/2014/main" id="{F1D19C1F-5B7D-437A-9242-2534BD0F0E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0D9565-6E4B-47EC-8731-D8FB0420FE67}"/>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8729011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615C6B-1C98-4B1C-AB4B-1E1898E593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E8DFF97-B7FD-47F9-BC7F-DD4B4C5EA2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1831D22-079E-43E3-86A4-BA12DB888C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04E684-10F4-4CC3-A0B9-F03AA7BE37CF}" type="datetimeFigureOut">
              <a:rPr lang="en-US" smtClean="0"/>
              <a:t>12/7/2022</a:t>
            </a:fld>
            <a:endParaRPr lang="en-US"/>
          </a:p>
        </p:txBody>
      </p:sp>
      <p:sp>
        <p:nvSpPr>
          <p:cNvPr id="5" name="Footer Placeholder 4">
            <a:extLst>
              <a:ext uri="{FF2B5EF4-FFF2-40B4-BE49-F238E27FC236}">
                <a16:creationId xmlns:a16="http://schemas.microsoft.com/office/drawing/2014/main" id="{A14C30A2-140B-4A5D-BEEC-C1314AF1F3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B71BA8F-7826-496D-91F8-B3ECDF34DA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845F5A-061D-4825-9AE9-D7794091C6CF}" type="slidenum">
              <a:rPr lang="en-US" smtClean="0"/>
              <a:t>‹#›</a:t>
            </a:fld>
            <a:endParaRPr lang="en-US"/>
          </a:p>
        </p:txBody>
      </p:sp>
    </p:spTree>
    <p:extLst>
      <p:ext uri="{BB962C8B-B14F-4D97-AF65-F5344CB8AC3E}">
        <p14:creationId xmlns:p14="http://schemas.microsoft.com/office/powerpoint/2010/main" val="3170705335"/>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67" r:id="rId6"/>
    <p:sldLayoutId id="2147483662" r:id="rId7"/>
    <p:sldLayoutId id="2147483663" r:id="rId8"/>
    <p:sldLayoutId id="2147483664" r:id="rId9"/>
    <p:sldLayoutId id="2147483665" r:id="rId10"/>
    <p:sldLayoutId id="2147483666" r:id="rId11"/>
    <p:sldLayoutId id="2147483668" r:id="rId12"/>
  </p:sldLayoutIdLst>
  <p:txStyles>
    <p:titleStyle>
      <a:lvl1pPr algn="l" defTabSz="914400" rtl="0" eaLnBrk="1" latinLnBrk="0" hangingPunct="1">
        <a:lnSpc>
          <a:spcPct val="90000"/>
        </a:lnSpc>
        <a:spcBef>
          <a:spcPct val="0"/>
        </a:spcBef>
        <a:buNone/>
        <a:defRPr sz="4400" i="1"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1F6C36-55DA-4086-B38C-BF77591FAD8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D4E5B41-B19E-4015-BC7B-4764B630A7C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E83F55-799C-478A-BD30-D461028D098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04E684-10F4-4CC3-A0B9-F03AA7BE37CF}" type="datetimeFigureOut">
              <a:rPr lang="en-US" smtClean="0"/>
              <a:t>12/7/2022</a:t>
            </a:fld>
            <a:endParaRPr lang="en-US"/>
          </a:p>
        </p:txBody>
      </p:sp>
      <p:sp>
        <p:nvSpPr>
          <p:cNvPr id="5" name="Footer Placeholder 4">
            <a:extLst>
              <a:ext uri="{FF2B5EF4-FFF2-40B4-BE49-F238E27FC236}">
                <a16:creationId xmlns:a16="http://schemas.microsoft.com/office/drawing/2014/main" id="{9D55F948-64C2-4672-941C-E138B38DA07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C2225E4-1683-4896-AD66-CDF2B9E9303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845F5A-061D-4825-9AE9-D7794091C6CF}" type="slidenum">
              <a:rPr lang="en-US" smtClean="0"/>
              <a:t>‹#›</a:t>
            </a:fld>
            <a:endParaRPr lang="en-US"/>
          </a:p>
        </p:txBody>
      </p:sp>
    </p:spTree>
    <p:extLst>
      <p:ext uri="{BB962C8B-B14F-4D97-AF65-F5344CB8AC3E}">
        <p14:creationId xmlns:p14="http://schemas.microsoft.com/office/powerpoint/2010/main" val="3479280442"/>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30.96.14.28:8517/prweb/PRServletLDAP1" TargetMode="External"/><Relationship Id="rId1" Type="http://schemas.openxmlformats.org/officeDocument/2006/relationships/slideLayout" Target="../slideLayouts/slideLayout14.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18">
            <a:extLst>
              <a:ext uri="{FF2B5EF4-FFF2-40B4-BE49-F238E27FC236}">
                <a16:creationId xmlns:a16="http://schemas.microsoft.com/office/drawing/2014/main" id="{8A95209C-5275-4E15-8EA7-7F42980ABF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mosaic of colorful geometric shapes">
            <a:extLst>
              <a:ext uri="{FF2B5EF4-FFF2-40B4-BE49-F238E27FC236}">
                <a16:creationId xmlns:a16="http://schemas.microsoft.com/office/drawing/2014/main" id="{B1ABA11F-B9FB-44A4-97A9-07B0C8685DD4}"/>
              </a:ext>
            </a:extLst>
          </p:cNvPr>
          <p:cNvPicPr>
            <a:picLocks noChangeAspect="1"/>
          </p:cNvPicPr>
          <p:nvPr/>
        </p:nvPicPr>
        <p:blipFill rotWithShape="1">
          <a:blip r:embed="rId2">
            <a:alphaModFix amt="50000"/>
          </a:blip>
          <a:srcRect t="17097" r="-1" b="4211"/>
          <a:stretch/>
        </p:blipFill>
        <p:spPr>
          <a:xfrm>
            <a:off x="20" y="10"/>
            <a:ext cx="12188931" cy="6857990"/>
          </a:xfrm>
          <a:prstGeom prst="rect">
            <a:avLst/>
          </a:prstGeom>
        </p:spPr>
      </p:pic>
      <p:sp>
        <p:nvSpPr>
          <p:cNvPr id="2" name="Title 1">
            <a:extLst>
              <a:ext uri="{FF2B5EF4-FFF2-40B4-BE49-F238E27FC236}">
                <a16:creationId xmlns:a16="http://schemas.microsoft.com/office/drawing/2014/main" id="{2FF10B88-D05A-4D58-8CF3-4BC0DB1932C3}"/>
              </a:ext>
            </a:extLst>
          </p:cNvPr>
          <p:cNvSpPr>
            <a:spLocks noGrp="1"/>
          </p:cNvSpPr>
          <p:nvPr>
            <p:ph type="ctrTitle"/>
          </p:nvPr>
        </p:nvSpPr>
        <p:spPr>
          <a:xfrm>
            <a:off x="1527048" y="1124712"/>
            <a:ext cx="9144000" cy="3063240"/>
          </a:xfrm>
        </p:spPr>
        <p:txBody>
          <a:bodyPr>
            <a:normAutofit/>
          </a:bodyPr>
          <a:lstStyle/>
          <a:p>
            <a:r>
              <a:rPr lang="en-US" sz="6600" b="1">
                <a:solidFill>
                  <a:srgbClr val="FFFFFF"/>
                </a:solidFill>
              </a:rPr>
              <a:t>COPS Training</a:t>
            </a:r>
          </a:p>
        </p:txBody>
      </p:sp>
      <p:sp>
        <p:nvSpPr>
          <p:cNvPr id="3" name="Subtitle 2">
            <a:extLst>
              <a:ext uri="{FF2B5EF4-FFF2-40B4-BE49-F238E27FC236}">
                <a16:creationId xmlns:a16="http://schemas.microsoft.com/office/drawing/2014/main" id="{12025839-830F-42B3-ACBE-707F6DDF2174}"/>
              </a:ext>
            </a:extLst>
          </p:cNvPr>
          <p:cNvSpPr>
            <a:spLocks noGrp="1"/>
          </p:cNvSpPr>
          <p:nvPr>
            <p:ph type="subTitle" idx="1"/>
          </p:nvPr>
        </p:nvSpPr>
        <p:spPr>
          <a:xfrm>
            <a:off x="1527048" y="4599432"/>
            <a:ext cx="9144000" cy="1227520"/>
          </a:xfrm>
        </p:spPr>
        <p:txBody>
          <a:bodyPr>
            <a:normAutofit/>
          </a:bodyPr>
          <a:lstStyle/>
          <a:p>
            <a:r>
              <a:rPr lang="en-US" b="1">
                <a:solidFill>
                  <a:srgbClr val="FFFFFF"/>
                </a:solidFill>
              </a:rPr>
              <a:t>Part 2</a:t>
            </a:r>
          </a:p>
        </p:txBody>
      </p:sp>
      <p:sp>
        <p:nvSpPr>
          <p:cNvPr id="21" name="sketchy box">
            <a:extLst>
              <a:ext uri="{FF2B5EF4-FFF2-40B4-BE49-F238E27FC236}">
                <a16:creationId xmlns:a16="http://schemas.microsoft.com/office/drawing/2014/main" id="{4F2ED431-E304-4FF0-9F4E-032783C9D6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38200" y="720953"/>
            <a:ext cx="10515600" cy="5416094"/>
          </a:xfrm>
          <a:custGeom>
            <a:avLst/>
            <a:gdLst>
              <a:gd name="connsiteX0" fmla="*/ 0 w 10515600"/>
              <a:gd name="connsiteY0" fmla="*/ 0 h 5416094"/>
              <a:gd name="connsiteX1" fmla="*/ 552069 w 10515600"/>
              <a:gd name="connsiteY1" fmla="*/ 0 h 5416094"/>
              <a:gd name="connsiteX2" fmla="*/ 893826 w 10515600"/>
              <a:gd name="connsiteY2" fmla="*/ 0 h 5416094"/>
              <a:gd name="connsiteX3" fmla="*/ 1761363 w 10515600"/>
              <a:gd name="connsiteY3" fmla="*/ 0 h 5416094"/>
              <a:gd name="connsiteX4" fmla="*/ 2313432 w 10515600"/>
              <a:gd name="connsiteY4" fmla="*/ 0 h 5416094"/>
              <a:gd name="connsiteX5" fmla="*/ 2865501 w 10515600"/>
              <a:gd name="connsiteY5" fmla="*/ 0 h 5416094"/>
              <a:gd name="connsiteX6" fmla="*/ 3733038 w 10515600"/>
              <a:gd name="connsiteY6" fmla="*/ 0 h 5416094"/>
              <a:gd name="connsiteX7" fmla="*/ 4179951 w 10515600"/>
              <a:gd name="connsiteY7" fmla="*/ 0 h 5416094"/>
              <a:gd name="connsiteX8" fmla="*/ 5047488 w 10515600"/>
              <a:gd name="connsiteY8" fmla="*/ 0 h 5416094"/>
              <a:gd name="connsiteX9" fmla="*/ 5915025 w 10515600"/>
              <a:gd name="connsiteY9" fmla="*/ 0 h 5416094"/>
              <a:gd name="connsiteX10" fmla="*/ 6572250 w 10515600"/>
              <a:gd name="connsiteY10" fmla="*/ 0 h 5416094"/>
              <a:gd name="connsiteX11" fmla="*/ 7439787 w 10515600"/>
              <a:gd name="connsiteY11" fmla="*/ 0 h 5416094"/>
              <a:gd name="connsiteX12" fmla="*/ 7991856 w 10515600"/>
              <a:gd name="connsiteY12" fmla="*/ 0 h 5416094"/>
              <a:gd name="connsiteX13" fmla="*/ 8543925 w 10515600"/>
              <a:gd name="connsiteY13" fmla="*/ 0 h 5416094"/>
              <a:gd name="connsiteX14" fmla="*/ 9306306 w 10515600"/>
              <a:gd name="connsiteY14" fmla="*/ 0 h 5416094"/>
              <a:gd name="connsiteX15" fmla="*/ 9858375 w 10515600"/>
              <a:gd name="connsiteY15" fmla="*/ 0 h 5416094"/>
              <a:gd name="connsiteX16" fmla="*/ 10515600 w 10515600"/>
              <a:gd name="connsiteY16" fmla="*/ 0 h 5416094"/>
              <a:gd name="connsiteX17" fmla="*/ 10515600 w 10515600"/>
              <a:gd name="connsiteY17" fmla="*/ 785334 h 5416094"/>
              <a:gd name="connsiteX18" fmla="*/ 10515600 w 10515600"/>
              <a:gd name="connsiteY18" fmla="*/ 1516506 h 5416094"/>
              <a:gd name="connsiteX19" fmla="*/ 10515600 w 10515600"/>
              <a:gd name="connsiteY19" fmla="*/ 2247679 h 5416094"/>
              <a:gd name="connsiteX20" fmla="*/ 10515600 w 10515600"/>
              <a:gd name="connsiteY20" fmla="*/ 2762208 h 5416094"/>
              <a:gd name="connsiteX21" fmla="*/ 10515600 w 10515600"/>
              <a:gd name="connsiteY21" fmla="*/ 3330898 h 5416094"/>
              <a:gd name="connsiteX22" fmla="*/ 10515600 w 10515600"/>
              <a:gd name="connsiteY22" fmla="*/ 4062071 h 5416094"/>
              <a:gd name="connsiteX23" fmla="*/ 10515600 w 10515600"/>
              <a:gd name="connsiteY23" fmla="*/ 4684921 h 5416094"/>
              <a:gd name="connsiteX24" fmla="*/ 10515600 w 10515600"/>
              <a:gd name="connsiteY24" fmla="*/ 5416094 h 5416094"/>
              <a:gd name="connsiteX25" fmla="*/ 9753219 w 10515600"/>
              <a:gd name="connsiteY25" fmla="*/ 5416094 h 5416094"/>
              <a:gd name="connsiteX26" fmla="*/ 9411462 w 10515600"/>
              <a:gd name="connsiteY26" fmla="*/ 5416094 h 5416094"/>
              <a:gd name="connsiteX27" fmla="*/ 8754237 w 10515600"/>
              <a:gd name="connsiteY27" fmla="*/ 5416094 h 5416094"/>
              <a:gd name="connsiteX28" fmla="*/ 8307324 w 10515600"/>
              <a:gd name="connsiteY28" fmla="*/ 5416094 h 5416094"/>
              <a:gd name="connsiteX29" fmla="*/ 7544943 w 10515600"/>
              <a:gd name="connsiteY29" fmla="*/ 5416094 h 5416094"/>
              <a:gd name="connsiteX30" fmla="*/ 7098030 w 10515600"/>
              <a:gd name="connsiteY30" fmla="*/ 5416094 h 5416094"/>
              <a:gd name="connsiteX31" fmla="*/ 6335649 w 10515600"/>
              <a:gd name="connsiteY31" fmla="*/ 5416094 h 5416094"/>
              <a:gd name="connsiteX32" fmla="*/ 5993892 w 10515600"/>
              <a:gd name="connsiteY32" fmla="*/ 5416094 h 5416094"/>
              <a:gd name="connsiteX33" fmla="*/ 5231511 w 10515600"/>
              <a:gd name="connsiteY33" fmla="*/ 5416094 h 5416094"/>
              <a:gd name="connsiteX34" fmla="*/ 4784598 w 10515600"/>
              <a:gd name="connsiteY34" fmla="*/ 5416094 h 5416094"/>
              <a:gd name="connsiteX35" fmla="*/ 4442841 w 10515600"/>
              <a:gd name="connsiteY35" fmla="*/ 5416094 h 5416094"/>
              <a:gd name="connsiteX36" fmla="*/ 3995928 w 10515600"/>
              <a:gd name="connsiteY36" fmla="*/ 5416094 h 5416094"/>
              <a:gd name="connsiteX37" fmla="*/ 3233547 w 10515600"/>
              <a:gd name="connsiteY37" fmla="*/ 5416094 h 5416094"/>
              <a:gd name="connsiteX38" fmla="*/ 2786634 w 10515600"/>
              <a:gd name="connsiteY38" fmla="*/ 5416094 h 5416094"/>
              <a:gd name="connsiteX39" fmla="*/ 2444877 w 10515600"/>
              <a:gd name="connsiteY39" fmla="*/ 5416094 h 5416094"/>
              <a:gd name="connsiteX40" fmla="*/ 1997964 w 10515600"/>
              <a:gd name="connsiteY40" fmla="*/ 5416094 h 5416094"/>
              <a:gd name="connsiteX41" fmla="*/ 1445895 w 10515600"/>
              <a:gd name="connsiteY41" fmla="*/ 5416094 h 5416094"/>
              <a:gd name="connsiteX42" fmla="*/ 788670 w 10515600"/>
              <a:gd name="connsiteY42" fmla="*/ 5416094 h 5416094"/>
              <a:gd name="connsiteX43" fmla="*/ 0 w 10515600"/>
              <a:gd name="connsiteY43" fmla="*/ 5416094 h 5416094"/>
              <a:gd name="connsiteX44" fmla="*/ 0 w 10515600"/>
              <a:gd name="connsiteY44" fmla="*/ 4630760 h 5416094"/>
              <a:gd name="connsiteX45" fmla="*/ 0 w 10515600"/>
              <a:gd name="connsiteY45" fmla="*/ 3953749 h 5416094"/>
              <a:gd name="connsiteX46" fmla="*/ 0 w 10515600"/>
              <a:gd name="connsiteY46" fmla="*/ 3276737 h 5416094"/>
              <a:gd name="connsiteX47" fmla="*/ 0 w 10515600"/>
              <a:gd name="connsiteY47" fmla="*/ 2599725 h 5416094"/>
              <a:gd name="connsiteX48" fmla="*/ 0 w 10515600"/>
              <a:gd name="connsiteY48" fmla="*/ 1922713 h 5416094"/>
              <a:gd name="connsiteX49" fmla="*/ 0 w 10515600"/>
              <a:gd name="connsiteY49" fmla="*/ 1299863 h 5416094"/>
              <a:gd name="connsiteX50" fmla="*/ 0 w 10515600"/>
              <a:gd name="connsiteY50" fmla="*/ 0 h 541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0515600" h="5416094"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24919" y="196329"/>
                  <a:pt x="10549062" y="488432"/>
                  <a:pt x="10515600" y="785334"/>
                </a:cubicBezTo>
                <a:cubicBezTo>
                  <a:pt x="10482138" y="1082236"/>
                  <a:pt x="10536385" y="1323726"/>
                  <a:pt x="10515600" y="1516506"/>
                </a:cubicBezTo>
                <a:cubicBezTo>
                  <a:pt x="10494815" y="1709286"/>
                  <a:pt x="10546328" y="2097632"/>
                  <a:pt x="10515600" y="2247679"/>
                </a:cubicBezTo>
                <a:cubicBezTo>
                  <a:pt x="10484872" y="2397726"/>
                  <a:pt x="10491771" y="2577292"/>
                  <a:pt x="10515600" y="2762208"/>
                </a:cubicBezTo>
                <a:cubicBezTo>
                  <a:pt x="10539429" y="2947124"/>
                  <a:pt x="10511007" y="3105736"/>
                  <a:pt x="10515600" y="3330898"/>
                </a:cubicBezTo>
                <a:cubicBezTo>
                  <a:pt x="10520194" y="3556060"/>
                  <a:pt x="10497393" y="3882611"/>
                  <a:pt x="10515600" y="4062071"/>
                </a:cubicBezTo>
                <a:cubicBezTo>
                  <a:pt x="10533807" y="4241531"/>
                  <a:pt x="10544791" y="4505155"/>
                  <a:pt x="10515600" y="4684921"/>
                </a:cubicBezTo>
                <a:cubicBezTo>
                  <a:pt x="10486410" y="4864687"/>
                  <a:pt x="10497356" y="5246484"/>
                  <a:pt x="10515600" y="5416094"/>
                </a:cubicBezTo>
                <a:cubicBezTo>
                  <a:pt x="10245623" y="5445692"/>
                  <a:pt x="10029676" y="5415505"/>
                  <a:pt x="9753219" y="5416094"/>
                </a:cubicBezTo>
                <a:cubicBezTo>
                  <a:pt x="9476762" y="5416683"/>
                  <a:pt x="9553148" y="5422760"/>
                  <a:pt x="9411462" y="5416094"/>
                </a:cubicBezTo>
                <a:cubicBezTo>
                  <a:pt x="9269776" y="5409428"/>
                  <a:pt x="8927709" y="5385012"/>
                  <a:pt x="8754237" y="5416094"/>
                </a:cubicBezTo>
                <a:cubicBezTo>
                  <a:pt x="8580766" y="5447176"/>
                  <a:pt x="8413264" y="5410024"/>
                  <a:pt x="8307324" y="5416094"/>
                </a:cubicBezTo>
                <a:cubicBezTo>
                  <a:pt x="8201384" y="5422164"/>
                  <a:pt x="7912690" y="5421686"/>
                  <a:pt x="7544943" y="5416094"/>
                </a:cubicBezTo>
                <a:cubicBezTo>
                  <a:pt x="7177196" y="5410502"/>
                  <a:pt x="7304235" y="5418502"/>
                  <a:pt x="7098030" y="5416094"/>
                </a:cubicBezTo>
                <a:cubicBezTo>
                  <a:pt x="6891825" y="5413686"/>
                  <a:pt x="6541479" y="5434609"/>
                  <a:pt x="6335649" y="5416094"/>
                </a:cubicBezTo>
                <a:cubicBezTo>
                  <a:pt x="6129819" y="5397579"/>
                  <a:pt x="6106541" y="5402791"/>
                  <a:pt x="5993892" y="5416094"/>
                </a:cubicBezTo>
                <a:cubicBezTo>
                  <a:pt x="5881243" y="5429397"/>
                  <a:pt x="5545248" y="5437743"/>
                  <a:pt x="5231511" y="5416094"/>
                </a:cubicBezTo>
                <a:cubicBezTo>
                  <a:pt x="4917774" y="5394445"/>
                  <a:pt x="4963237" y="5426599"/>
                  <a:pt x="4784598" y="5416094"/>
                </a:cubicBezTo>
                <a:cubicBezTo>
                  <a:pt x="4605959" y="5405589"/>
                  <a:pt x="4605904" y="5406658"/>
                  <a:pt x="4442841" y="5416094"/>
                </a:cubicBezTo>
                <a:cubicBezTo>
                  <a:pt x="4279778" y="5425530"/>
                  <a:pt x="4177180" y="5426138"/>
                  <a:pt x="3995928" y="5416094"/>
                </a:cubicBezTo>
                <a:cubicBezTo>
                  <a:pt x="3814676" y="5406050"/>
                  <a:pt x="3516440" y="5429234"/>
                  <a:pt x="3233547" y="5416094"/>
                </a:cubicBezTo>
                <a:cubicBezTo>
                  <a:pt x="2950654" y="5402954"/>
                  <a:pt x="2884354" y="5436103"/>
                  <a:pt x="2786634" y="5416094"/>
                </a:cubicBezTo>
                <a:cubicBezTo>
                  <a:pt x="2688914" y="5396085"/>
                  <a:pt x="2522958" y="5423232"/>
                  <a:pt x="2444877" y="5416094"/>
                </a:cubicBezTo>
                <a:cubicBezTo>
                  <a:pt x="2366796" y="5408956"/>
                  <a:pt x="2104768" y="5395479"/>
                  <a:pt x="1997964" y="5416094"/>
                </a:cubicBezTo>
                <a:cubicBezTo>
                  <a:pt x="1891160" y="5436709"/>
                  <a:pt x="1573016" y="5412376"/>
                  <a:pt x="1445895" y="5416094"/>
                </a:cubicBezTo>
                <a:cubicBezTo>
                  <a:pt x="1318774" y="5419812"/>
                  <a:pt x="986443" y="5400529"/>
                  <a:pt x="788670" y="5416094"/>
                </a:cubicBezTo>
                <a:cubicBezTo>
                  <a:pt x="590897" y="5431659"/>
                  <a:pt x="363709" y="5381266"/>
                  <a:pt x="0" y="5416094"/>
                </a:cubicBezTo>
                <a:cubicBezTo>
                  <a:pt x="-22973" y="5218643"/>
                  <a:pt x="-26699" y="5010779"/>
                  <a:pt x="0" y="4630760"/>
                </a:cubicBezTo>
                <a:cubicBezTo>
                  <a:pt x="26699" y="4250741"/>
                  <a:pt x="-15389" y="4196664"/>
                  <a:pt x="0" y="3953749"/>
                </a:cubicBezTo>
                <a:cubicBezTo>
                  <a:pt x="15389" y="3710834"/>
                  <a:pt x="468" y="3611311"/>
                  <a:pt x="0" y="3276737"/>
                </a:cubicBezTo>
                <a:cubicBezTo>
                  <a:pt x="-468" y="2942163"/>
                  <a:pt x="15360" y="2781998"/>
                  <a:pt x="0" y="2599725"/>
                </a:cubicBezTo>
                <a:cubicBezTo>
                  <a:pt x="-15360" y="2417452"/>
                  <a:pt x="14816" y="2100232"/>
                  <a:pt x="0" y="1922713"/>
                </a:cubicBezTo>
                <a:cubicBezTo>
                  <a:pt x="-14816" y="1745194"/>
                  <a:pt x="-24648" y="1604167"/>
                  <a:pt x="0" y="1299863"/>
                </a:cubicBezTo>
                <a:cubicBezTo>
                  <a:pt x="24648" y="995559"/>
                  <a:pt x="2182" y="279525"/>
                  <a:pt x="0" y="0"/>
                </a:cubicBezTo>
                <a:close/>
              </a:path>
            </a:pathLst>
          </a:custGeom>
          <a:noFill/>
          <a:ln w="47625" cap="rnd">
            <a:solidFill>
              <a:srgbClr val="FFFFFF">
                <a:alpha val="75000"/>
              </a:srgbClr>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sketchy line">
            <a:extLst>
              <a:ext uri="{FF2B5EF4-FFF2-40B4-BE49-F238E27FC236}">
                <a16:creationId xmlns:a16="http://schemas.microsoft.com/office/drawing/2014/main" id="{4E87FCFB-2CCE-460D-B3DD-557C8BD1B9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419423"/>
            <a:ext cx="4243589" cy="18288"/>
          </a:xfrm>
          <a:custGeom>
            <a:avLst/>
            <a:gdLst>
              <a:gd name="connsiteX0" fmla="*/ 0 w 4243589"/>
              <a:gd name="connsiteY0" fmla="*/ 0 h 18288"/>
              <a:gd name="connsiteX1" fmla="*/ 563791 w 4243589"/>
              <a:gd name="connsiteY1" fmla="*/ 0 h 18288"/>
              <a:gd name="connsiteX2" fmla="*/ 1042710 w 4243589"/>
              <a:gd name="connsiteY2" fmla="*/ 0 h 18288"/>
              <a:gd name="connsiteX3" fmla="*/ 1564066 w 4243589"/>
              <a:gd name="connsiteY3" fmla="*/ 0 h 18288"/>
              <a:gd name="connsiteX4" fmla="*/ 2212729 w 4243589"/>
              <a:gd name="connsiteY4" fmla="*/ 0 h 18288"/>
              <a:gd name="connsiteX5" fmla="*/ 2776520 w 4243589"/>
              <a:gd name="connsiteY5" fmla="*/ 0 h 18288"/>
              <a:gd name="connsiteX6" fmla="*/ 3297875 w 4243589"/>
              <a:gd name="connsiteY6" fmla="*/ 0 h 18288"/>
              <a:gd name="connsiteX7" fmla="*/ 4243589 w 4243589"/>
              <a:gd name="connsiteY7" fmla="*/ 0 h 18288"/>
              <a:gd name="connsiteX8" fmla="*/ 4243589 w 4243589"/>
              <a:gd name="connsiteY8" fmla="*/ 18288 h 18288"/>
              <a:gd name="connsiteX9" fmla="*/ 3637362 w 4243589"/>
              <a:gd name="connsiteY9" fmla="*/ 18288 h 18288"/>
              <a:gd name="connsiteX10" fmla="*/ 3116007 w 4243589"/>
              <a:gd name="connsiteY10" fmla="*/ 18288 h 18288"/>
              <a:gd name="connsiteX11" fmla="*/ 2424908 w 4243589"/>
              <a:gd name="connsiteY11" fmla="*/ 18288 h 18288"/>
              <a:gd name="connsiteX12" fmla="*/ 1861117 w 4243589"/>
              <a:gd name="connsiteY12" fmla="*/ 18288 h 18288"/>
              <a:gd name="connsiteX13" fmla="*/ 1382198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rgbClr val="FFFFFF">
              <a:alpha val="75000"/>
            </a:srgbClr>
          </a:solidFill>
          <a:ln w="41275" cap="rnd">
            <a:solidFill>
              <a:srgbClr val="FFFFFF">
                <a:alpha val="75000"/>
              </a:srgbClr>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19754190"/>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3895C-D4C0-4565-A084-2E762312CC8D}"/>
              </a:ext>
            </a:extLst>
          </p:cNvPr>
          <p:cNvSpPr>
            <a:spLocks noGrp="1"/>
          </p:cNvSpPr>
          <p:nvPr>
            <p:ph type="title"/>
          </p:nvPr>
        </p:nvSpPr>
        <p:spPr/>
        <p:txBody>
          <a:bodyPr/>
          <a:lstStyle/>
          <a:p>
            <a:r>
              <a:rPr lang="en-US" dirty="0"/>
              <a:t>Previously:</a:t>
            </a:r>
          </a:p>
        </p:txBody>
      </p:sp>
      <p:sp>
        <p:nvSpPr>
          <p:cNvPr id="23" name="Oval 22">
            <a:extLst>
              <a:ext uri="{FF2B5EF4-FFF2-40B4-BE49-F238E27FC236}">
                <a16:creationId xmlns:a16="http://schemas.microsoft.com/office/drawing/2014/main" id="{C5569A23-1D9A-4303-9317-AC0B86F278BF}"/>
              </a:ext>
            </a:extLst>
          </p:cNvPr>
          <p:cNvSpPr/>
          <p:nvPr/>
        </p:nvSpPr>
        <p:spPr>
          <a:xfrm>
            <a:off x="7402590" y="3653096"/>
            <a:ext cx="1581150" cy="952500"/>
          </a:xfrm>
          <a:prstGeom prst="ellipse">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Claims load into FACETS_XC</a:t>
            </a:r>
          </a:p>
        </p:txBody>
      </p:sp>
      <p:sp>
        <p:nvSpPr>
          <p:cNvPr id="24" name="Oval 23">
            <a:extLst>
              <a:ext uri="{FF2B5EF4-FFF2-40B4-BE49-F238E27FC236}">
                <a16:creationId xmlns:a16="http://schemas.microsoft.com/office/drawing/2014/main" id="{A5D3A38D-16BD-43E3-8BA3-E31847A14806}"/>
              </a:ext>
            </a:extLst>
          </p:cNvPr>
          <p:cNvSpPr/>
          <p:nvPr/>
        </p:nvSpPr>
        <p:spPr>
          <a:xfrm>
            <a:off x="4931270" y="3653096"/>
            <a:ext cx="1581150" cy="952500"/>
          </a:xfrm>
          <a:prstGeom prst="ellipse">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Claims load into GBD Facets</a:t>
            </a:r>
          </a:p>
        </p:txBody>
      </p:sp>
      <p:sp>
        <p:nvSpPr>
          <p:cNvPr id="25" name="Oval 24">
            <a:extLst>
              <a:ext uri="{FF2B5EF4-FFF2-40B4-BE49-F238E27FC236}">
                <a16:creationId xmlns:a16="http://schemas.microsoft.com/office/drawing/2014/main" id="{1F42DE95-F1BE-4D47-8B5E-D57D665EC9DE}"/>
              </a:ext>
            </a:extLst>
          </p:cNvPr>
          <p:cNvSpPr/>
          <p:nvPr/>
        </p:nvSpPr>
        <p:spPr>
          <a:xfrm>
            <a:off x="2877522" y="4727242"/>
            <a:ext cx="1581150" cy="952500"/>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EIDS Jobs pick up claims</a:t>
            </a:r>
          </a:p>
        </p:txBody>
      </p:sp>
      <p:sp>
        <p:nvSpPr>
          <p:cNvPr id="26" name="Oval 25">
            <a:extLst>
              <a:ext uri="{FF2B5EF4-FFF2-40B4-BE49-F238E27FC236}">
                <a16:creationId xmlns:a16="http://schemas.microsoft.com/office/drawing/2014/main" id="{8DB6C000-064D-46DF-9606-473589CD81EC}"/>
              </a:ext>
            </a:extLst>
          </p:cNvPr>
          <p:cNvSpPr/>
          <p:nvPr/>
        </p:nvSpPr>
        <p:spPr>
          <a:xfrm>
            <a:off x="2352399" y="3565705"/>
            <a:ext cx="1581150" cy="952500"/>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ODW Nightly Load picks up claims</a:t>
            </a:r>
          </a:p>
        </p:txBody>
      </p:sp>
      <p:sp>
        <p:nvSpPr>
          <p:cNvPr id="27" name="Oval 26">
            <a:extLst>
              <a:ext uri="{FF2B5EF4-FFF2-40B4-BE49-F238E27FC236}">
                <a16:creationId xmlns:a16="http://schemas.microsoft.com/office/drawing/2014/main" id="{367B821C-DB00-43C5-85CB-7AC81C61447B}"/>
              </a:ext>
            </a:extLst>
          </p:cNvPr>
          <p:cNvSpPr/>
          <p:nvPr/>
        </p:nvSpPr>
        <p:spPr>
          <a:xfrm>
            <a:off x="9604714" y="3653096"/>
            <a:ext cx="1581150" cy="952500"/>
          </a:xfrm>
          <a:prstGeom prst="ellipse">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Keywords generated for the new claims</a:t>
            </a:r>
          </a:p>
        </p:txBody>
      </p:sp>
      <p:cxnSp>
        <p:nvCxnSpPr>
          <p:cNvPr id="28" name="Straight Arrow Connector 27">
            <a:extLst>
              <a:ext uri="{FF2B5EF4-FFF2-40B4-BE49-F238E27FC236}">
                <a16:creationId xmlns:a16="http://schemas.microsoft.com/office/drawing/2014/main" id="{C34A4496-61CE-47E0-9CA3-D726A26B8BFF}"/>
              </a:ext>
            </a:extLst>
          </p:cNvPr>
          <p:cNvCxnSpPr>
            <a:cxnSpLocks/>
            <a:stCxn id="29" idx="4"/>
            <a:endCxn id="27" idx="0"/>
          </p:cNvCxnSpPr>
          <p:nvPr/>
        </p:nvCxnSpPr>
        <p:spPr>
          <a:xfrm>
            <a:off x="10395289" y="3192642"/>
            <a:ext cx="0" cy="46045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Oval 28">
            <a:extLst>
              <a:ext uri="{FF2B5EF4-FFF2-40B4-BE49-F238E27FC236}">
                <a16:creationId xmlns:a16="http://schemas.microsoft.com/office/drawing/2014/main" id="{F29A3EF4-1C27-4D87-A18D-173E7657794E}"/>
              </a:ext>
            </a:extLst>
          </p:cNvPr>
          <p:cNvSpPr/>
          <p:nvPr/>
        </p:nvSpPr>
        <p:spPr>
          <a:xfrm>
            <a:off x="9604714" y="2240142"/>
            <a:ext cx="1581150" cy="952500"/>
          </a:xfrm>
          <a:prstGeom prst="ellipse">
            <a:avLst/>
          </a:prstGeom>
          <a:solidFill>
            <a:srgbClr val="BA8CD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Claims are loaded into PEGA</a:t>
            </a:r>
          </a:p>
        </p:txBody>
      </p:sp>
      <p:sp>
        <p:nvSpPr>
          <p:cNvPr id="30" name="Oval 29">
            <a:extLst>
              <a:ext uri="{FF2B5EF4-FFF2-40B4-BE49-F238E27FC236}">
                <a16:creationId xmlns:a16="http://schemas.microsoft.com/office/drawing/2014/main" id="{548D4641-7CFA-48DF-BC50-1F30F224BA45}"/>
              </a:ext>
            </a:extLst>
          </p:cNvPr>
          <p:cNvSpPr/>
          <p:nvPr/>
        </p:nvSpPr>
        <p:spPr>
          <a:xfrm>
            <a:off x="294907" y="2240142"/>
            <a:ext cx="1581150" cy="952500"/>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Providers send 837 files containing claims</a:t>
            </a:r>
          </a:p>
        </p:txBody>
      </p:sp>
      <p:sp>
        <p:nvSpPr>
          <p:cNvPr id="31" name="Oval 30">
            <a:extLst>
              <a:ext uri="{FF2B5EF4-FFF2-40B4-BE49-F238E27FC236}">
                <a16:creationId xmlns:a16="http://schemas.microsoft.com/office/drawing/2014/main" id="{AC46745D-15D5-4939-BC13-B19F29217128}"/>
              </a:ext>
            </a:extLst>
          </p:cNvPr>
          <p:cNvSpPr/>
          <p:nvPr/>
        </p:nvSpPr>
        <p:spPr>
          <a:xfrm>
            <a:off x="4931270" y="2240142"/>
            <a:ext cx="1581150" cy="9525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837 files go through OTVM</a:t>
            </a:r>
          </a:p>
        </p:txBody>
      </p:sp>
      <p:sp>
        <p:nvSpPr>
          <p:cNvPr id="32" name="Oval 31">
            <a:extLst>
              <a:ext uri="{FF2B5EF4-FFF2-40B4-BE49-F238E27FC236}">
                <a16:creationId xmlns:a16="http://schemas.microsoft.com/office/drawing/2014/main" id="{8009D87D-59E2-4FDD-90AF-A1AAE8B49296}"/>
              </a:ext>
            </a:extLst>
          </p:cNvPr>
          <p:cNvSpPr/>
          <p:nvPr/>
        </p:nvSpPr>
        <p:spPr>
          <a:xfrm>
            <a:off x="2613088" y="2240142"/>
            <a:ext cx="1581150" cy="952500"/>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Magic, we’ll talk about it later</a:t>
            </a:r>
          </a:p>
        </p:txBody>
      </p:sp>
      <p:cxnSp>
        <p:nvCxnSpPr>
          <p:cNvPr id="33" name="Straight Arrow Connector 32">
            <a:extLst>
              <a:ext uri="{FF2B5EF4-FFF2-40B4-BE49-F238E27FC236}">
                <a16:creationId xmlns:a16="http://schemas.microsoft.com/office/drawing/2014/main" id="{9E277FB9-5DFB-4929-937A-BC51DF2E71BD}"/>
              </a:ext>
            </a:extLst>
          </p:cNvPr>
          <p:cNvCxnSpPr>
            <a:stCxn id="30" idx="6"/>
            <a:endCxn id="32" idx="2"/>
          </p:cNvCxnSpPr>
          <p:nvPr/>
        </p:nvCxnSpPr>
        <p:spPr>
          <a:xfrm>
            <a:off x="1876057" y="2716392"/>
            <a:ext cx="73703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 name="Straight Arrow Connector 33">
            <a:extLst>
              <a:ext uri="{FF2B5EF4-FFF2-40B4-BE49-F238E27FC236}">
                <a16:creationId xmlns:a16="http://schemas.microsoft.com/office/drawing/2014/main" id="{0B0A6A0B-A7ED-4BEC-AFDF-3532635031AD}"/>
              </a:ext>
            </a:extLst>
          </p:cNvPr>
          <p:cNvCxnSpPr>
            <a:stCxn id="32" idx="6"/>
            <a:endCxn id="31" idx="2"/>
          </p:cNvCxnSpPr>
          <p:nvPr/>
        </p:nvCxnSpPr>
        <p:spPr>
          <a:xfrm>
            <a:off x="4194238" y="2716392"/>
            <a:ext cx="737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5" name="Oval 34">
            <a:extLst>
              <a:ext uri="{FF2B5EF4-FFF2-40B4-BE49-F238E27FC236}">
                <a16:creationId xmlns:a16="http://schemas.microsoft.com/office/drawing/2014/main" id="{7C18420B-77A6-4257-A9A1-5EBBAF8EC64B}"/>
              </a:ext>
            </a:extLst>
          </p:cNvPr>
          <p:cNvSpPr/>
          <p:nvPr/>
        </p:nvSpPr>
        <p:spPr>
          <a:xfrm>
            <a:off x="7195628" y="2240142"/>
            <a:ext cx="1581150" cy="9525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Accepted files staged for PEGA Process</a:t>
            </a:r>
          </a:p>
        </p:txBody>
      </p:sp>
      <p:cxnSp>
        <p:nvCxnSpPr>
          <p:cNvPr id="36" name="Straight Arrow Connector 35">
            <a:extLst>
              <a:ext uri="{FF2B5EF4-FFF2-40B4-BE49-F238E27FC236}">
                <a16:creationId xmlns:a16="http://schemas.microsoft.com/office/drawing/2014/main" id="{70A882E0-C025-4BDC-8E52-7A02976AAD5F}"/>
              </a:ext>
            </a:extLst>
          </p:cNvPr>
          <p:cNvCxnSpPr>
            <a:stCxn id="31" idx="6"/>
            <a:endCxn id="35" idx="2"/>
          </p:cNvCxnSpPr>
          <p:nvPr/>
        </p:nvCxnSpPr>
        <p:spPr>
          <a:xfrm>
            <a:off x="6512420" y="2716392"/>
            <a:ext cx="68320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7" name="Straight Arrow Connector 36">
            <a:extLst>
              <a:ext uri="{FF2B5EF4-FFF2-40B4-BE49-F238E27FC236}">
                <a16:creationId xmlns:a16="http://schemas.microsoft.com/office/drawing/2014/main" id="{7D8F67F8-8CD5-4028-9552-DFB813726440}"/>
              </a:ext>
            </a:extLst>
          </p:cNvPr>
          <p:cNvCxnSpPr>
            <a:stCxn id="35" idx="6"/>
            <a:endCxn id="29" idx="2"/>
          </p:cNvCxnSpPr>
          <p:nvPr/>
        </p:nvCxnSpPr>
        <p:spPr>
          <a:xfrm>
            <a:off x="8776778" y="2716392"/>
            <a:ext cx="82793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8" name="Straight Arrow Connector 37">
            <a:extLst>
              <a:ext uri="{FF2B5EF4-FFF2-40B4-BE49-F238E27FC236}">
                <a16:creationId xmlns:a16="http://schemas.microsoft.com/office/drawing/2014/main" id="{526D969E-0F76-45EA-9157-2FDC2C7D4995}"/>
              </a:ext>
            </a:extLst>
          </p:cNvPr>
          <p:cNvCxnSpPr>
            <a:stCxn id="27" idx="2"/>
            <a:endCxn id="23" idx="6"/>
          </p:cNvCxnSpPr>
          <p:nvPr/>
        </p:nvCxnSpPr>
        <p:spPr>
          <a:xfrm flipH="1">
            <a:off x="8983740" y="4129346"/>
            <a:ext cx="62097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9" name="Straight Arrow Connector 38">
            <a:extLst>
              <a:ext uri="{FF2B5EF4-FFF2-40B4-BE49-F238E27FC236}">
                <a16:creationId xmlns:a16="http://schemas.microsoft.com/office/drawing/2014/main" id="{6A51B313-6439-4496-88E1-5E47C587F933}"/>
              </a:ext>
            </a:extLst>
          </p:cNvPr>
          <p:cNvCxnSpPr>
            <a:stCxn id="23" idx="2"/>
            <a:endCxn id="24" idx="6"/>
          </p:cNvCxnSpPr>
          <p:nvPr/>
        </p:nvCxnSpPr>
        <p:spPr>
          <a:xfrm flipH="1">
            <a:off x="6512420" y="4129346"/>
            <a:ext cx="89017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0" name="Straight Arrow Connector 39">
            <a:extLst>
              <a:ext uri="{FF2B5EF4-FFF2-40B4-BE49-F238E27FC236}">
                <a16:creationId xmlns:a16="http://schemas.microsoft.com/office/drawing/2014/main" id="{7944BE2E-947C-42D3-B39C-7A3E4C5EE72E}"/>
              </a:ext>
            </a:extLst>
          </p:cNvPr>
          <p:cNvCxnSpPr>
            <a:stCxn id="24" idx="2"/>
          </p:cNvCxnSpPr>
          <p:nvPr/>
        </p:nvCxnSpPr>
        <p:spPr>
          <a:xfrm flipH="1">
            <a:off x="3915052" y="4129346"/>
            <a:ext cx="101621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1" name="Straight Arrow Connector 40">
            <a:extLst>
              <a:ext uri="{FF2B5EF4-FFF2-40B4-BE49-F238E27FC236}">
                <a16:creationId xmlns:a16="http://schemas.microsoft.com/office/drawing/2014/main" id="{658BBB00-DF4C-400D-8059-76B62AB10C0D}"/>
              </a:ext>
            </a:extLst>
          </p:cNvPr>
          <p:cNvCxnSpPr>
            <a:cxnSpLocks/>
            <a:stCxn id="24" idx="2"/>
            <a:endCxn id="25" idx="7"/>
          </p:cNvCxnSpPr>
          <p:nvPr/>
        </p:nvCxnSpPr>
        <p:spPr>
          <a:xfrm flipH="1">
            <a:off x="4227118" y="4129346"/>
            <a:ext cx="704152" cy="73738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2" name="TextBox 41">
            <a:extLst>
              <a:ext uri="{FF2B5EF4-FFF2-40B4-BE49-F238E27FC236}">
                <a16:creationId xmlns:a16="http://schemas.microsoft.com/office/drawing/2014/main" id="{7F4EE9A5-DAAA-4929-BB9A-6D39D91BFCA7}"/>
              </a:ext>
            </a:extLst>
          </p:cNvPr>
          <p:cNvSpPr txBox="1"/>
          <p:nvPr/>
        </p:nvSpPr>
        <p:spPr>
          <a:xfrm>
            <a:off x="8956645" y="3668893"/>
            <a:ext cx="711138" cy="276999"/>
          </a:xfrm>
          <a:prstGeom prst="rect">
            <a:avLst/>
          </a:prstGeom>
          <a:solidFill>
            <a:schemeClr val="accent4">
              <a:lumMod val="40000"/>
              <a:lumOff val="60000"/>
            </a:schemeClr>
          </a:solidFill>
        </p:spPr>
        <p:txBody>
          <a:bodyPr wrap="square" rtlCol="0">
            <a:spAutoFit/>
          </a:bodyPr>
          <a:lstStyle/>
          <a:p>
            <a:r>
              <a:rPr lang="en-US" sz="1200" i="1" dirty="0"/>
              <a:t>XC Load</a:t>
            </a:r>
          </a:p>
        </p:txBody>
      </p:sp>
      <p:sp>
        <p:nvSpPr>
          <p:cNvPr id="43" name="TextBox 42">
            <a:extLst>
              <a:ext uri="{FF2B5EF4-FFF2-40B4-BE49-F238E27FC236}">
                <a16:creationId xmlns:a16="http://schemas.microsoft.com/office/drawing/2014/main" id="{4C0F8893-3774-4178-8857-7CCB75D56C61}"/>
              </a:ext>
            </a:extLst>
          </p:cNvPr>
          <p:cNvSpPr txBox="1"/>
          <p:nvPr/>
        </p:nvSpPr>
        <p:spPr>
          <a:xfrm>
            <a:off x="6525567" y="3707526"/>
            <a:ext cx="890171" cy="276999"/>
          </a:xfrm>
          <a:prstGeom prst="rect">
            <a:avLst/>
          </a:prstGeom>
          <a:solidFill>
            <a:schemeClr val="accent5">
              <a:lumMod val="40000"/>
              <a:lumOff val="60000"/>
            </a:schemeClr>
          </a:solidFill>
        </p:spPr>
        <p:txBody>
          <a:bodyPr wrap="square" rtlCol="0">
            <a:spAutoFit/>
          </a:bodyPr>
          <a:lstStyle/>
          <a:p>
            <a:r>
              <a:rPr lang="en-US" sz="1200" i="1" dirty="0"/>
              <a:t>CLMU Load</a:t>
            </a:r>
          </a:p>
        </p:txBody>
      </p:sp>
    </p:spTree>
    <p:extLst>
      <p:ext uri="{BB962C8B-B14F-4D97-AF65-F5344CB8AC3E}">
        <p14:creationId xmlns:p14="http://schemas.microsoft.com/office/powerpoint/2010/main" val="11415952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867DA-EBD6-41D2-97B4-BE1196EAB8AB}"/>
              </a:ext>
            </a:extLst>
          </p:cNvPr>
          <p:cNvSpPr>
            <a:spLocks noGrp="1"/>
          </p:cNvSpPr>
          <p:nvPr>
            <p:ph type="title"/>
          </p:nvPr>
        </p:nvSpPr>
        <p:spPr/>
        <p:txBody>
          <a:bodyPr/>
          <a:lstStyle/>
          <a:p>
            <a:r>
              <a:rPr lang="en-US" dirty="0"/>
              <a:t>New Terminology</a:t>
            </a:r>
          </a:p>
        </p:txBody>
      </p:sp>
      <p:sp>
        <p:nvSpPr>
          <p:cNvPr id="3" name="Content Placeholder 2">
            <a:extLst>
              <a:ext uri="{FF2B5EF4-FFF2-40B4-BE49-F238E27FC236}">
                <a16:creationId xmlns:a16="http://schemas.microsoft.com/office/drawing/2014/main" id="{64E2128A-0EEB-4CAF-98FA-9227F66AC483}"/>
              </a:ext>
            </a:extLst>
          </p:cNvPr>
          <p:cNvSpPr>
            <a:spLocks noGrp="1"/>
          </p:cNvSpPr>
          <p:nvPr>
            <p:ph idx="1"/>
          </p:nvPr>
        </p:nvSpPr>
        <p:spPr/>
        <p:txBody>
          <a:bodyPr/>
          <a:lstStyle/>
          <a:p>
            <a:r>
              <a:rPr lang="en-US" dirty="0"/>
              <a:t>New Day Claims: claims that are coming today</a:t>
            </a:r>
          </a:p>
          <a:p>
            <a:r>
              <a:rPr lang="en-US" dirty="0"/>
              <a:t>Recycle Claims: claims from previous days</a:t>
            </a:r>
          </a:p>
          <a:p>
            <a:r>
              <a:rPr lang="en-US" dirty="0"/>
              <a:t>Oracle (SQL Developer): like MS SQL (what we use to run queries), but connects to Facets so we can run queries against Facets</a:t>
            </a:r>
          </a:p>
          <a:p>
            <a:endParaRPr lang="en-US" dirty="0"/>
          </a:p>
        </p:txBody>
      </p:sp>
    </p:spTree>
    <p:extLst>
      <p:ext uri="{BB962C8B-B14F-4D97-AF65-F5344CB8AC3E}">
        <p14:creationId xmlns:p14="http://schemas.microsoft.com/office/powerpoint/2010/main" val="30629053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C2353-124F-4ACA-A451-008501265E80}"/>
              </a:ext>
            </a:extLst>
          </p:cNvPr>
          <p:cNvSpPr>
            <a:spLocks noGrp="1"/>
          </p:cNvSpPr>
          <p:nvPr>
            <p:ph type="title"/>
          </p:nvPr>
        </p:nvSpPr>
        <p:spPr/>
        <p:txBody>
          <a:bodyPr/>
          <a:lstStyle/>
          <a:p>
            <a:r>
              <a:rPr lang="en-US" dirty="0"/>
              <a:t>An Overview: with Tidal Jobs</a:t>
            </a:r>
          </a:p>
        </p:txBody>
      </p:sp>
      <p:sp>
        <p:nvSpPr>
          <p:cNvPr id="23" name="TextBox 22">
            <a:extLst>
              <a:ext uri="{FF2B5EF4-FFF2-40B4-BE49-F238E27FC236}">
                <a16:creationId xmlns:a16="http://schemas.microsoft.com/office/drawing/2014/main" id="{1D099104-D59E-4C29-A908-EDCAF14A1DFC}"/>
              </a:ext>
            </a:extLst>
          </p:cNvPr>
          <p:cNvSpPr txBox="1"/>
          <p:nvPr/>
        </p:nvSpPr>
        <p:spPr>
          <a:xfrm>
            <a:off x="9335808" y="2130632"/>
            <a:ext cx="2293935" cy="461665"/>
          </a:xfrm>
          <a:prstGeom prst="rect">
            <a:avLst/>
          </a:prstGeom>
          <a:solidFill>
            <a:srgbClr val="BA8CDC"/>
          </a:solidFill>
        </p:spPr>
        <p:txBody>
          <a:bodyPr wrap="square" rtlCol="0">
            <a:spAutoFit/>
          </a:bodyPr>
          <a:lstStyle/>
          <a:p>
            <a:r>
              <a:rPr lang="en-US" sz="1200" b="1" i="1" u="sng" dirty="0"/>
              <a:t>New day: CLA303D and CLA303E</a:t>
            </a:r>
          </a:p>
          <a:p>
            <a:r>
              <a:rPr lang="en-US" sz="1200" b="1" i="1" u="sng" dirty="0"/>
              <a:t>Recycle: CLA301B</a:t>
            </a:r>
          </a:p>
        </p:txBody>
      </p:sp>
      <p:sp>
        <p:nvSpPr>
          <p:cNvPr id="24" name="TextBox 23">
            <a:extLst>
              <a:ext uri="{FF2B5EF4-FFF2-40B4-BE49-F238E27FC236}">
                <a16:creationId xmlns:a16="http://schemas.microsoft.com/office/drawing/2014/main" id="{82B76120-1C98-4FD3-B767-13FDCB5125B6}"/>
              </a:ext>
            </a:extLst>
          </p:cNvPr>
          <p:cNvSpPr txBox="1"/>
          <p:nvPr/>
        </p:nvSpPr>
        <p:spPr>
          <a:xfrm>
            <a:off x="7199888" y="5112536"/>
            <a:ext cx="1976616" cy="276999"/>
          </a:xfrm>
          <a:prstGeom prst="rect">
            <a:avLst/>
          </a:prstGeom>
          <a:solidFill>
            <a:schemeClr val="accent4">
              <a:lumMod val="40000"/>
              <a:lumOff val="60000"/>
            </a:schemeClr>
          </a:solidFill>
        </p:spPr>
        <p:txBody>
          <a:bodyPr wrap="square" rtlCol="0">
            <a:spAutoFit/>
          </a:bodyPr>
          <a:lstStyle/>
          <a:p>
            <a:r>
              <a:rPr lang="en-US" sz="1200" b="1" i="1" u="sng" dirty="0"/>
              <a:t>CLA002, CLA002B, CLA004A</a:t>
            </a:r>
          </a:p>
        </p:txBody>
      </p:sp>
      <p:sp>
        <p:nvSpPr>
          <p:cNvPr id="25" name="TextBox 24">
            <a:extLst>
              <a:ext uri="{FF2B5EF4-FFF2-40B4-BE49-F238E27FC236}">
                <a16:creationId xmlns:a16="http://schemas.microsoft.com/office/drawing/2014/main" id="{5ADEBADE-6798-4B60-B56A-4418E074FF28}"/>
              </a:ext>
            </a:extLst>
          </p:cNvPr>
          <p:cNvSpPr txBox="1"/>
          <p:nvPr/>
        </p:nvSpPr>
        <p:spPr>
          <a:xfrm>
            <a:off x="4942910" y="5113988"/>
            <a:ext cx="1551886" cy="461665"/>
          </a:xfrm>
          <a:prstGeom prst="rect">
            <a:avLst/>
          </a:prstGeom>
          <a:solidFill>
            <a:srgbClr val="BDD7EE"/>
          </a:solidFill>
        </p:spPr>
        <p:txBody>
          <a:bodyPr wrap="square" rtlCol="0">
            <a:spAutoFit/>
          </a:bodyPr>
          <a:lstStyle/>
          <a:p>
            <a:pPr algn="ctr"/>
            <a:r>
              <a:rPr lang="en-US" sz="1200" b="1" i="1" u="sng" dirty="0"/>
              <a:t>CLA002B, CLA005, and CLA015</a:t>
            </a:r>
          </a:p>
        </p:txBody>
      </p:sp>
      <p:sp>
        <p:nvSpPr>
          <p:cNvPr id="26" name="TextBox 25">
            <a:extLst>
              <a:ext uri="{FF2B5EF4-FFF2-40B4-BE49-F238E27FC236}">
                <a16:creationId xmlns:a16="http://schemas.microsoft.com/office/drawing/2014/main" id="{C9E2E52D-01A2-4B4A-B64D-09C7DC406F10}"/>
              </a:ext>
            </a:extLst>
          </p:cNvPr>
          <p:cNvSpPr txBox="1"/>
          <p:nvPr/>
        </p:nvSpPr>
        <p:spPr>
          <a:xfrm>
            <a:off x="684415" y="2315298"/>
            <a:ext cx="601447" cy="276999"/>
          </a:xfrm>
          <a:prstGeom prst="rect">
            <a:avLst/>
          </a:prstGeom>
          <a:noFill/>
        </p:spPr>
        <p:txBody>
          <a:bodyPr wrap="none" rtlCol="0">
            <a:spAutoFit/>
          </a:bodyPr>
          <a:lstStyle/>
          <a:p>
            <a:r>
              <a:rPr lang="en-US" sz="1200" dirty="0"/>
              <a:t>MGFT</a:t>
            </a:r>
          </a:p>
        </p:txBody>
      </p:sp>
      <p:sp>
        <p:nvSpPr>
          <p:cNvPr id="27" name="TextBox 26">
            <a:extLst>
              <a:ext uri="{FF2B5EF4-FFF2-40B4-BE49-F238E27FC236}">
                <a16:creationId xmlns:a16="http://schemas.microsoft.com/office/drawing/2014/main" id="{45886411-81C8-446D-966F-675167C12A05}"/>
              </a:ext>
            </a:extLst>
          </p:cNvPr>
          <p:cNvSpPr txBox="1"/>
          <p:nvPr/>
        </p:nvSpPr>
        <p:spPr>
          <a:xfrm>
            <a:off x="5258911" y="2347458"/>
            <a:ext cx="747320" cy="276999"/>
          </a:xfrm>
          <a:prstGeom prst="rect">
            <a:avLst/>
          </a:prstGeom>
          <a:solidFill>
            <a:schemeClr val="accent2"/>
          </a:solidFill>
        </p:spPr>
        <p:txBody>
          <a:bodyPr wrap="none" rtlCol="0">
            <a:spAutoFit/>
          </a:bodyPr>
          <a:lstStyle/>
          <a:p>
            <a:r>
              <a:rPr lang="en-US" sz="1200" b="1" i="1" u="sng" dirty="0"/>
              <a:t>CLA303B</a:t>
            </a:r>
          </a:p>
        </p:txBody>
      </p:sp>
      <p:sp>
        <p:nvSpPr>
          <p:cNvPr id="29" name="TextBox 28">
            <a:extLst>
              <a:ext uri="{FF2B5EF4-FFF2-40B4-BE49-F238E27FC236}">
                <a16:creationId xmlns:a16="http://schemas.microsoft.com/office/drawing/2014/main" id="{19CDBC2D-4BCA-4F24-BE29-5DA824382AC7}"/>
              </a:ext>
            </a:extLst>
          </p:cNvPr>
          <p:cNvSpPr txBox="1"/>
          <p:nvPr/>
        </p:nvSpPr>
        <p:spPr>
          <a:xfrm>
            <a:off x="9649102" y="5116410"/>
            <a:ext cx="1421864" cy="461665"/>
          </a:xfrm>
          <a:prstGeom prst="rect">
            <a:avLst/>
          </a:prstGeom>
          <a:solidFill>
            <a:schemeClr val="bg2">
              <a:lumMod val="90000"/>
            </a:schemeClr>
          </a:solidFill>
        </p:spPr>
        <p:txBody>
          <a:bodyPr wrap="none" rtlCol="0">
            <a:spAutoFit/>
          </a:bodyPr>
          <a:lstStyle/>
          <a:p>
            <a:r>
              <a:rPr lang="en-US" sz="1200" b="1" i="1" u="sng" dirty="0"/>
              <a:t>New day: CLA305A </a:t>
            </a:r>
          </a:p>
          <a:p>
            <a:r>
              <a:rPr lang="en-US" sz="1200" b="1" i="1" u="sng" dirty="0"/>
              <a:t>Recycle: CLA305B </a:t>
            </a:r>
          </a:p>
        </p:txBody>
      </p:sp>
      <p:sp>
        <p:nvSpPr>
          <p:cNvPr id="30" name="TextBox 29">
            <a:extLst>
              <a:ext uri="{FF2B5EF4-FFF2-40B4-BE49-F238E27FC236}">
                <a16:creationId xmlns:a16="http://schemas.microsoft.com/office/drawing/2014/main" id="{8783D848-B411-418D-9805-36C42DA62F33}"/>
              </a:ext>
            </a:extLst>
          </p:cNvPr>
          <p:cNvSpPr txBox="1"/>
          <p:nvPr/>
        </p:nvSpPr>
        <p:spPr>
          <a:xfrm>
            <a:off x="7612046" y="2289759"/>
            <a:ext cx="747320" cy="276999"/>
          </a:xfrm>
          <a:prstGeom prst="rect">
            <a:avLst/>
          </a:prstGeom>
          <a:solidFill>
            <a:schemeClr val="accent2"/>
          </a:solidFill>
        </p:spPr>
        <p:txBody>
          <a:bodyPr wrap="none" rtlCol="0">
            <a:spAutoFit/>
          </a:bodyPr>
          <a:lstStyle/>
          <a:p>
            <a:r>
              <a:rPr lang="en-US" sz="1200" b="1" i="1" u="sng" dirty="0"/>
              <a:t>CLA303B</a:t>
            </a:r>
          </a:p>
        </p:txBody>
      </p:sp>
      <p:sp>
        <p:nvSpPr>
          <p:cNvPr id="60" name="Oval 59">
            <a:extLst>
              <a:ext uri="{FF2B5EF4-FFF2-40B4-BE49-F238E27FC236}">
                <a16:creationId xmlns:a16="http://schemas.microsoft.com/office/drawing/2014/main" id="{1E8D9B79-E399-41DE-B64C-D2733C448BB8}"/>
              </a:ext>
            </a:extLst>
          </p:cNvPr>
          <p:cNvSpPr/>
          <p:nvPr/>
        </p:nvSpPr>
        <p:spPr>
          <a:xfrm>
            <a:off x="7371818" y="4096979"/>
            <a:ext cx="1581150" cy="952500"/>
          </a:xfrm>
          <a:prstGeom prst="ellipse">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Claims load into FACETS_XC</a:t>
            </a:r>
          </a:p>
        </p:txBody>
      </p:sp>
      <p:sp>
        <p:nvSpPr>
          <p:cNvPr id="61" name="Oval 60">
            <a:extLst>
              <a:ext uri="{FF2B5EF4-FFF2-40B4-BE49-F238E27FC236}">
                <a16:creationId xmlns:a16="http://schemas.microsoft.com/office/drawing/2014/main" id="{8041680A-8804-406A-A2F2-7BE2B77404ED}"/>
              </a:ext>
            </a:extLst>
          </p:cNvPr>
          <p:cNvSpPr/>
          <p:nvPr/>
        </p:nvSpPr>
        <p:spPr>
          <a:xfrm>
            <a:off x="4900498" y="4096979"/>
            <a:ext cx="1581150" cy="952500"/>
          </a:xfrm>
          <a:prstGeom prst="ellipse">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Claims load into GBD Facets</a:t>
            </a:r>
          </a:p>
        </p:txBody>
      </p:sp>
      <p:sp>
        <p:nvSpPr>
          <p:cNvPr id="62" name="Oval 61">
            <a:extLst>
              <a:ext uri="{FF2B5EF4-FFF2-40B4-BE49-F238E27FC236}">
                <a16:creationId xmlns:a16="http://schemas.microsoft.com/office/drawing/2014/main" id="{5D5D3A0E-D1E1-4974-94C1-19F400CB5B98}"/>
              </a:ext>
            </a:extLst>
          </p:cNvPr>
          <p:cNvSpPr/>
          <p:nvPr/>
        </p:nvSpPr>
        <p:spPr>
          <a:xfrm>
            <a:off x="2846750" y="5171125"/>
            <a:ext cx="1581150" cy="952500"/>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EIDS Jobs pick up claims</a:t>
            </a:r>
          </a:p>
        </p:txBody>
      </p:sp>
      <p:sp>
        <p:nvSpPr>
          <p:cNvPr id="63" name="Oval 62">
            <a:extLst>
              <a:ext uri="{FF2B5EF4-FFF2-40B4-BE49-F238E27FC236}">
                <a16:creationId xmlns:a16="http://schemas.microsoft.com/office/drawing/2014/main" id="{6E021823-1B2C-4512-89F7-8B7E02AE1A39}"/>
              </a:ext>
            </a:extLst>
          </p:cNvPr>
          <p:cNvSpPr/>
          <p:nvPr/>
        </p:nvSpPr>
        <p:spPr>
          <a:xfrm>
            <a:off x="2321627" y="4009588"/>
            <a:ext cx="1581150" cy="952500"/>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ODW Nightly Load picks up claims</a:t>
            </a:r>
          </a:p>
        </p:txBody>
      </p:sp>
      <p:sp>
        <p:nvSpPr>
          <p:cNvPr id="64" name="Oval 63">
            <a:extLst>
              <a:ext uri="{FF2B5EF4-FFF2-40B4-BE49-F238E27FC236}">
                <a16:creationId xmlns:a16="http://schemas.microsoft.com/office/drawing/2014/main" id="{8F24DECD-7B18-42F0-BD9E-660B1748672C}"/>
              </a:ext>
            </a:extLst>
          </p:cNvPr>
          <p:cNvSpPr/>
          <p:nvPr/>
        </p:nvSpPr>
        <p:spPr>
          <a:xfrm>
            <a:off x="9573942" y="4096979"/>
            <a:ext cx="1581150" cy="952500"/>
          </a:xfrm>
          <a:prstGeom prst="ellipse">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Keywords generated for the new claims</a:t>
            </a:r>
          </a:p>
        </p:txBody>
      </p:sp>
      <p:cxnSp>
        <p:nvCxnSpPr>
          <p:cNvPr id="65" name="Straight Arrow Connector 64">
            <a:extLst>
              <a:ext uri="{FF2B5EF4-FFF2-40B4-BE49-F238E27FC236}">
                <a16:creationId xmlns:a16="http://schemas.microsoft.com/office/drawing/2014/main" id="{54198815-B995-4C70-B5B6-9A861561BEB6}"/>
              </a:ext>
            </a:extLst>
          </p:cNvPr>
          <p:cNvCxnSpPr>
            <a:cxnSpLocks/>
            <a:stCxn id="66" idx="4"/>
            <a:endCxn id="64" idx="0"/>
          </p:cNvCxnSpPr>
          <p:nvPr/>
        </p:nvCxnSpPr>
        <p:spPr>
          <a:xfrm>
            <a:off x="10364517" y="3636525"/>
            <a:ext cx="0" cy="46045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6" name="Oval 65">
            <a:extLst>
              <a:ext uri="{FF2B5EF4-FFF2-40B4-BE49-F238E27FC236}">
                <a16:creationId xmlns:a16="http://schemas.microsoft.com/office/drawing/2014/main" id="{629A810F-1FAA-4393-820F-6C7455ED6E4D}"/>
              </a:ext>
            </a:extLst>
          </p:cNvPr>
          <p:cNvSpPr/>
          <p:nvPr/>
        </p:nvSpPr>
        <p:spPr>
          <a:xfrm>
            <a:off x="9573942" y="2684025"/>
            <a:ext cx="1581150" cy="952500"/>
          </a:xfrm>
          <a:prstGeom prst="ellipse">
            <a:avLst/>
          </a:prstGeom>
          <a:solidFill>
            <a:srgbClr val="BA8CD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Claims are loaded into PEGA</a:t>
            </a:r>
          </a:p>
        </p:txBody>
      </p:sp>
      <p:sp>
        <p:nvSpPr>
          <p:cNvPr id="67" name="Oval 66">
            <a:extLst>
              <a:ext uri="{FF2B5EF4-FFF2-40B4-BE49-F238E27FC236}">
                <a16:creationId xmlns:a16="http://schemas.microsoft.com/office/drawing/2014/main" id="{D43ABFE7-77B9-478C-8DB7-F0FAE534AD45}"/>
              </a:ext>
            </a:extLst>
          </p:cNvPr>
          <p:cNvSpPr/>
          <p:nvPr/>
        </p:nvSpPr>
        <p:spPr>
          <a:xfrm>
            <a:off x="264135" y="2684025"/>
            <a:ext cx="1581150" cy="952500"/>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Providers send 837 files containing claims</a:t>
            </a:r>
          </a:p>
        </p:txBody>
      </p:sp>
      <p:sp>
        <p:nvSpPr>
          <p:cNvPr id="68" name="Oval 67">
            <a:extLst>
              <a:ext uri="{FF2B5EF4-FFF2-40B4-BE49-F238E27FC236}">
                <a16:creationId xmlns:a16="http://schemas.microsoft.com/office/drawing/2014/main" id="{3973AD1B-3E02-42D0-B84F-E23AD9007D7B}"/>
              </a:ext>
            </a:extLst>
          </p:cNvPr>
          <p:cNvSpPr/>
          <p:nvPr/>
        </p:nvSpPr>
        <p:spPr>
          <a:xfrm>
            <a:off x="4900498" y="2684025"/>
            <a:ext cx="1581150" cy="9525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837 files go through OTVM</a:t>
            </a:r>
          </a:p>
        </p:txBody>
      </p:sp>
      <p:sp>
        <p:nvSpPr>
          <p:cNvPr id="69" name="Oval 68">
            <a:extLst>
              <a:ext uri="{FF2B5EF4-FFF2-40B4-BE49-F238E27FC236}">
                <a16:creationId xmlns:a16="http://schemas.microsoft.com/office/drawing/2014/main" id="{9387F3BA-477F-402E-92DE-4A2DB6A6BC4F}"/>
              </a:ext>
            </a:extLst>
          </p:cNvPr>
          <p:cNvSpPr/>
          <p:nvPr/>
        </p:nvSpPr>
        <p:spPr>
          <a:xfrm>
            <a:off x="2582316" y="2684025"/>
            <a:ext cx="1581150" cy="952500"/>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Files go through processes with other teams</a:t>
            </a:r>
          </a:p>
        </p:txBody>
      </p:sp>
      <p:cxnSp>
        <p:nvCxnSpPr>
          <p:cNvPr id="70" name="Straight Arrow Connector 69">
            <a:extLst>
              <a:ext uri="{FF2B5EF4-FFF2-40B4-BE49-F238E27FC236}">
                <a16:creationId xmlns:a16="http://schemas.microsoft.com/office/drawing/2014/main" id="{B52E2258-B6C3-4182-817E-0FFF8305A894}"/>
              </a:ext>
            </a:extLst>
          </p:cNvPr>
          <p:cNvCxnSpPr>
            <a:stCxn id="67" idx="6"/>
            <a:endCxn id="69" idx="2"/>
          </p:cNvCxnSpPr>
          <p:nvPr/>
        </p:nvCxnSpPr>
        <p:spPr>
          <a:xfrm>
            <a:off x="1845285" y="3160275"/>
            <a:ext cx="73703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1" name="Straight Arrow Connector 70">
            <a:extLst>
              <a:ext uri="{FF2B5EF4-FFF2-40B4-BE49-F238E27FC236}">
                <a16:creationId xmlns:a16="http://schemas.microsoft.com/office/drawing/2014/main" id="{35F277D3-50E1-4FE3-ABE3-7394E8BAA4E6}"/>
              </a:ext>
            </a:extLst>
          </p:cNvPr>
          <p:cNvCxnSpPr>
            <a:stCxn id="69" idx="6"/>
            <a:endCxn id="68" idx="2"/>
          </p:cNvCxnSpPr>
          <p:nvPr/>
        </p:nvCxnSpPr>
        <p:spPr>
          <a:xfrm>
            <a:off x="4163466" y="3160275"/>
            <a:ext cx="7370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2" name="Oval 71">
            <a:extLst>
              <a:ext uri="{FF2B5EF4-FFF2-40B4-BE49-F238E27FC236}">
                <a16:creationId xmlns:a16="http://schemas.microsoft.com/office/drawing/2014/main" id="{062C4559-D80F-413C-AB4D-25E816274924}"/>
              </a:ext>
            </a:extLst>
          </p:cNvPr>
          <p:cNvSpPr/>
          <p:nvPr/>
        </p:nvSpPr>
        <p:spPr>
          <a:xfrm>
            <a:off x="7164856" y="2684025"/>
            <a:ext cx="1581150" cy="9525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Accepted files staged for PEGA Process</a:t>
            </a:r>
          </a:p>
        </p:txBody>
      </p:sp>
      <p:cxnSp>
        <p:nvCxnSpPr>
          <p:cNvPr id="73" name="Straight Arrow Connector 72">
            <a:extLst>
              <a:ext uri="{FF2B5EF4-FFF2-40B4-BE49-F238E27FC236}">
                <a16:creationId xmlns:a16="http://schemas.microsoft.com/office/drawing/2014/main" id="{3E1E0CD7-B542-4F08-A45E-B24D391D8ED2}"/>
              </a:ext>
            </a:extLst>
          </p:cNvPr>
          <p:cNvCxnSpPr>
            <a:stCxn id="68" idx="6"/>
            <a:endCxn id="72" idx="2"/>
          </p:cNvCxnSpPr>
          <p:nvPr/>
        </p:nvCxnSpPr>
        <p:spPr>
          <a:xfrm>
            <a:off x="6481648" y="3160275"/>
            <a:ext cx="68320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4" name="Straight Arrow Connector 73">
            <a:extLst>
              <a:ext uri="{FF2B5EF4-FFF2-40B4-BE49-F238E27FC236}">
                <a16:creationId xmlns:a16="http://schemas.microsoft.com/office/drawing/2014/main" id="{E0551EF8-3086-4E1C-80C2-68450BF96C55}"/>
              </a:ext>
            </a:extLst>
          </p:cNvPr>
          <p:cNvCxnSpPr>
            <a:stCxn id="72" idx="6"/>
            <a:endCxn id="66" idx="2"/>
          </p:cNvCxnSpPr>
          <p:nvPr/>
        </p:nvCxnSpPr>
        <p:spPr>
          <a:xfrm>
            <a:off x="8746006" y="3160275"/>
            <a:ext cx="82793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5" name="Straight Arrow Connector 74">
            <a:extLst>
              <a:ext uri="{FF2B5EF4-FFF2-40B4-BE49-F238E27FC236}">
                <a16:creationId xmlns:a16="http://schemas.microsoft.com/office/drawing/2014/main" id="{EACDFD50-742C-49EA-BA14-9D659066B00D}"/>
              </a:ext>
            </a:extLst>
          </p:cNvPr>
          <p:cNvCxnSpPr>
            <a:stCxn id="64" idx="2"/>
            <a:endCxn id="60" idx="6"/>
          </p:cNvCxnSpPr>
          <p:nvPr/>
        </p:nvCxnSpPr>
        <p:spPr>
          <a:xfrm flipH="1">
            <a:off x="8952968" y="4573229"/>
            <a:ext cx="62097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6" name="Straight Arrow Connector 75">
            <a:extLst>
              <a:ext uri="{FF2B5EF4-FFF2-40B4-BE49-F238E27FC236}">
                <a16:creationId xmlns:a16="http://schemas.microsoft.com/office/drawing/2014/main" id="{FC244DE4-96A4-4755-9431-8DCFAEE82B73}"/>
              </a:ext>
            </a:extLst>
          </p:cNvPr>
          <p:cNvCxnSpPr>
            <a:stCxn id="60" idx="2"/>
            <a:endCxn id="61" idx="6"/>
          </p:cNvCxnSpPr>
          <p:nvPr/>
        </p:nvCxnSpPr>
        <p:spPr>
          <a:xfrm flipH="1">
            <a:off x="6481648" y="4573229"/>
            <a:ext cx="89017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7" name="Straight Arrow Connector 76">
            <a:extLst>
              <a:ext uri="{FF2B5EF4-FFF2-40B4-BE49-F238E27FC236}">
                <a16:creationId xmlns:a16="http://schemas.microsoft.com/office/drawing/2014/main" id="{C85C1352-9B0B-40B8-965B-87E4476C00E3}"/>
              </a:ext>
            </a:extLst>
          </p:cNvPr>
          <p:cNvCxnSpPr>
            <a:stCxn id="61" idx="2"/>
          </p:cNvCxnSpPr>
          <p:nvPr/>
        </p:nvCxnSpPr>
        <p:spPr>
          <a:xfrm flipH="1">
            <a:off x="3884280" y="4573229"/>
            <a:ext cx="101621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8" name="Straight Arrow Connector 77">
            <a:extLst>
              <a:ext uri="{FF2B5EF4-FFF2-40B4-BE49-F238E27FC236}">
                <a16:creationId xmlns:a16="http://schemas.microsoft.com/office/drawing/2014/main" id="{0BC36018-6660-4385-953F-86B1349E660F}"/>
              </a:ext>
            </a:extLst>
          </p:cNvPr>
          <p:cNvCxnSpPr>
            <a:cxnSpLocks/>
            <a:stCxn id="61" idx="2"/>
            <a:endCxn id="62" idx="7"/>
          </p:cNvCxnSpPr>
          <p:nvPr/>
        </p:nvCxnSpPr>
        <p:spPr>
          <a:xfrm flipH="1">
            <a:off x="4196346" y="4573229"/>
            <a:ext cx="704152" cy="73738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9" name="TextBox 78">
            <a:extLst>
              <a:ext uri="{FF2B5EF4-FFF2-40B4-BE49-F238E27FC236}">
                <a16:creationId xmlns:a16="http://schemas.microsoft.com/office/drawing/2014/main" id="{0D277C48-25DB-43AC-9431-2DA166CA6667}"/>
              </a:ext>
            </a:extLst>
          </p:cNvPr>
          <p:cNvSpPr txBox="1"/>
          <p:nvPr/>
        </p:nvSpPr>
        <p:spPr>
          <a:xfrm>
            <a:off x="8918050" y="4092475"/>
            <a:ext cx="723229" cy="276999"/>
          </a:xfrm>
          <a:prstGeom prst="rect">
            <a:avLst/>
          </a:prstGeom>
          <a:solidFill>
            <a:schemeClr val="accent4">
              <a:lumMod val="40000"/>
              <a:lumOff val="60000"/>
            </a:schemeClr>
          </a:solidFill>
        </p:spPr>
        <p:txBody>
          <a:bodyPr wrap="square" rtlCol="0">
            <a:spAutoFit/>
          </a:bodyPr>
          <a:lstStyle/>
          <a:p>
            <a:r>
              <a:rPr lang="en-US" sz="1200" i="1" dirty="0"/>
              <a:t>XC Load</a:t>
            </a:r>
          </a:p>
        </p:txBody>
      </p:sp>
      <p:sp>
        <p:nvSpPr>
          <p:cNvPr id="80" name="TextBox 79">
            <a:extLst>
              <a:ext uri="{FF2B5EF4-FFF2-40B4-BE49-F238E27FC236}">
                <a16:creationId xmlns:a16="http://schemas.microsoft.com/office/drawing/2014/main" id="{4DA951F0-11B1-49FB-95FB-99C02BE5EDE8}"/>
              </a:ext>
            </a:extLst>
          </p:cNvPr>
          <p:cNvSpPr txBox="1"/>
          <p:nvPr/>
        </p:nvSpPr>
        <p:spPr>
          <a:xfrm>
            <a:off x="6446730" y="4125476"/>
            <a:ext cx="925088" cy="276999"/>
          </a:xfrm>
          <a:prstGeom prst="rect">
            <a:avLst/>
          </a:prstGeom>
          <a:solidFill>
            <a:schemeClr val="accent5">
              <a:lumMod val="40000"/>
              <a:lumOff val="60000"/>
            </a:schemeClr>
          </a:solidFill>
        </p:spPr>
        <p:txBody>
          <a:bodyPr wrap="square" rtlCol="0">
            <a:spAutoFit/>
          </a:bodyPr>
          <a:lstStyle/>
          <a:p>
            <a:r>
              <a:rPr lang="en-US" sz="1200" i="1" dirty="0"/>
              <a:t>CLMU Load</a:t>
            </a:r>
          </a:p>
        </p:txBody>
      </p:sp>
    </p:spTree>
    <p:extLst>
      <p:ext uri="{BB962C8B-B14F-4D97-AF65-F5344CB8AC3E}">
        <p14:creationId xmlns:p14="http://schemas.microsoft.com/office/powerpoint/2010/main" val="36678940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CA0CC-B6E9-4B14-A007-0C48A37C9455}"/>
              </a:ext>
            </a:extLst>
          </p:cNvPr>
          <p:cNvSpPr>
            <a:spLocks noGrp="1"/>
          </p:cNvSpPr>
          <p:nvPr>
            <p:ph type="title"/>
          </p:nvPr>
        </p:nvSpPr>
        <p:spPr>
          <a:solidFill>
            <a:schemeClr val="accent2"/>
          </a:solidFill>
        </p:spPr>
        <p:txBody>
          <a:bodyPr/>
          <a:lstStyle/>
          <a:p>
            <a:r>
              <a:rPr lang="en-US" dirty="0"/>
              <a:t>CLA303B – OTVM and PEGA Staging</a:t>
            </a:r>
          </a:p>
        </p:txBody>
      </p:sp>
      <p:sp>
        <p:nvSpPr>
          <p:cNvPr id="3" name="Content Placeholder 2">
            <a:extLst>
              <a:ext uri="{FF2B5EF4-FFF2-40B4-BE49-F238E27FC236}">
                <a16:creationId xmlns:a16="http://schemas.microsoft.com/office/drawing/2014/main" id="{80E6EA46-0CDF-4585-9270-F8864FA99057}"/>
              </a:ext>
            </a:extLst>
          </p:cNvPr>
          <p:cNvSpPr>
            <a:spLocks noGrp="1"/>
          </p:cNvSpPr>
          <p:nvPr>
            <p:ph idx="1"/>
          </p:nvPr>
        </p:nvSpPr>
        <p:spPr/>
        <p:txBody>
          <a:bodyPr>
            <a:normAutofit lnSpcReduction="10000"/>
          </a:bodyPr>
          <a:lstStyle/>
          <a:p>
            <a:r>
              <a:rPr lang="en-US" dirty="0"/>
              <a:t>Starts at 12:30AM</a:t>
            </a:r>
          </a:p>
          <a:p>
            <a:r>
              <a:rPr lang="en-US" dirty="0"/>
              <a:t>Runs throughout the day until 11:45PM</a:t>
            </a:r>
          </a:p>
          <a:p>
            <a:r>
              <a:rPr lang="en-US" dirty="0"/>
              <a:t>Takes files from vendor locations and moves them to CIFT/CIRT pickup locations</a:t>
            </a:r>
          </a:p>
          <a:p>
            <a:r>
              <a:rPr lang="en-US" dirty="0"/>
              <a:t>Moves files into hot folder for OTVM to pickup and moves files to be staged for PEGA</a:t>
            </a:r>
          </a:p>
          <a:p>
            <a:r>
              <a:rPr lang="en-US" dirty="0"/>
              <a:t>Different vendors have different rules for compliance, OTVM checks each file based on its vendor </a:t>
            </a:r>
          </a:p>
          <a:p>
            <a:r>
              <a:rPr lang="en-US" dirty="0"/>
              <a:t>Main locations to check: Error queue, outbound queue (no </a:t>
            </a:r>
            <a:r>
              <a:rPr lang="en-US"/>
              <a:t>CIFT queues),</a:t>
            </a:r>
            <a:endParaRPr lang="en-US" dirty="0"/>
          </a:p>
        </p:txBody>
      </p:sp>
    </p:spTree>
    <p:extLst>
      <p:ext uri="{BB962C8B-B14F-4D97-AF65-F5344CB8AC3E}">
        <p14:creationId xmlns:p14="http://schemas.microsoft.com/office/powerpoint/2010/main" val="16304548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62FA6-A22F-4A54-B9E3-203AFE9B1E67}"/>
              </a:ext>
            </a:extLst>
          </p:cNvPr>
          <p:cNvSpPr>
            <a:spLocks noGrp="1"/>
          </p:cNvSpPr>
          <p:nvPr>
            <p:ph type="title"/>
          </p:nvPr>
        </p:nvSpPr>
        <p:spPr>
          <a:solidFill>
            <a:schemeClr val="accent2"/>
          </a:solidFill>
        </p:spPr>
        <p:txBody>
          <a:bodyPr/>
          <a:lstStyle/>
          <a:p>
            <a:r>
              <a:rPr lang="en-US" dirty="0"/>
              <a:t>The path of the file through OTVM</a:t>
            </a:r>
          </a:p>
        </p:txBody>
      </p:sp>
      <p:sp>
        <p:nvSpPr>
          <p:cNvPr id="4" name="Oval 3">
            <a:extLst>
              <a:ext uri="{FF2B5EF4-FFF2-40B4-BE49-F238E27FC236}">
                <a16:creationId xmlns:a16="http://schemas.microsoft.com/office/drawing/2014/main" id="{DD77A801-60BD-4954-8A10-B9F72B95EC89}"/>
              </a:ext>
            </a:extLst>
          </p:cNvPr>
          <p:cNvSpPr/>
          <p:nvPr/>
        </p:nvSpPr>
        <p:spPr>
          <a:xfrm>
            <a:off x="458280" y="3059877"/>
            <a:ext cx="1463592" cy="843455"/>
          </a:xfrm>
          <a:prstGeom prst="ellipse">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Vendor Location</a:t>
            </a:r>
          </a:p>
        </p:txBody>
      </p:sp>
      <p:sp>
        <p:nvSpPr>
          <p:cNvPr id="7" name="Oval 6">
            <a:extLst>
              <a:ext uri="{FF2B5EF4-FFF2-40B4-BE49-F238E27FC236}">
                <a16:creationId xmlns:a16="http://schemas.microsoft.com/office/drawing/2014/main" id="{11C97131-B92E-4AAD-9F6F-8EB89639BE08}"/>
              </a:ext>
            </a:extLst>
          </p:cNvPr>
          <p:cNvSpPr/>
          <p:nvPr/>
        </p:nvSpPr>
        <p:spPr>
          <a:xfrm>
            <a:off x="9881936" y="3059875"/>
            <a:ext cx="1450001" cy="843455"/>
          </a:xfrm>
          <a:prstGeom prst="ellipse">
            <a:avLst/>
          </a:prstGeom>
          <a:solidFill>
            <a:srgbClr val="BA8CD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Prod Location</a:t>
            </a:r>
          </a:p>
        </p:txBody>
      </p:sp>
      <p:sp>
        <p:nvSpPr>
          <p:cNvPr id="9" name="TextBox 8">
            <a:extLst>
              <a:ext uri="{FF2B5EF4-FFF2-40B4-BE49-F238E27FC236}">
                <a16:creationId xmlns:a16="http://schemas.microsoft.com/office/drawing/2014/main" id="{527631F6-72CC-4407-B547-8BA0B4266CCE}"/>
              </a:ext>
            </a:extLst>
          </p:cNvPr>
          <p:cNvSpPr txBox="1"/>
          <p:nvPr/>
        </p:nvSpPr>
        <p:spPr>
          <a:xfrm>
            <a:off x="4647414" y="2606829"/>
            <a:ext cx="52022" cy="369332"/>
          </a:xfrm>
          <a:prstGeom prst="rect">
            <a:avLst/>
          </a:prstGeom>
          <a:noFill/>
        </p:spPr>
        <p:txBody>
          <a:bodyPr wrap="square" rtlCol="0">
            <a:spAutoFit/>
          </a:bodyPr>
          <a:lstStyle/>
          <a:p>
            <a:endParaRPr lang="en-US" dirty="0"/>
          </a:p>
        </p:txBody>
      </p:sp>
      <p:sp>
        <p:nvSpPr>
          <p:cNvPr id="10" name="Oval 9">
            <a:extLst>
              <a:ext uri="{FF2B5EF4-FFF2-40B4-BE49-F238E27FC236}">
                <a16:creationId xmlns:a16="http://schemas.microsoft.com/office/drawing/2014/main" id="{1AC0FDB3-E30E-4D36-BFE7-CD4752B589BF}"/>
              </a:ext>
            </a:extLst>
          </p:cNvPr>
          <p:cNvSpPr/>
          <p:nvPr/>
        </p:nvSpPr>
        <p:spPr>
          <a:xfrm>
            <a:off x="2708161" y="3059879"/>
            <a:ext cx="1572578" cy="843455"/>
          </a:xfrm>
          <a:prstGeom prst="ellipse">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CIRT/CIFT Pickup Location</a:t>
            </a:r>
          </a:p>
        </p:txBody>
      </p:sp>
      <p:sp>
        <p:nvSpPr>
          <p:cNvPr id="12" name="Oval 11">
            <a:extLst>
              <a:ext uri="{FF2B5EF4-FFF2-40B4-BE49-F238E27FC236}">
                <a16:creationId xmlns:a16="http://schemas.microsoft.com/office/drawing/2014/main" id="{6119BFC2-A0E3-4739-8C49-6137287561ED}"/>
              </a:ext>
            </a:extLst>
          </p:cNvPr>
          <p:cNvSpPr/>
          <p:nvPr/>
        </p:nvSpPr>
        <p:spPr>
          <a:xfrm>
            <a:off x="5067028" y="3059877"/>
            <a:ext cx="1572578" cy="843455"/>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OTVM Hot folder</a:t>
            </a:r>
          </a:p>
        </p:txBody>
      </p:sp>
      <p:sp>
        <p:nvSpPr>
          <p:cNvPr id="13" name="Oval 12">
            <a:extLst>
              <a:ext uri="{FF2B5EF4-FFF2-40B4-BE49-F238E27FC236}">
                <a16:creationId xmlns:a16="http://schemas.microsoft.com/office/drawing/2014/main" id="{0B82B62F-CCBB-4012-BEBD-2D092AD8AD83}"/>
              </a:ext>
            </a:extLst>
          </p:cNvPr>
          <p:cNvSpPr/>
          <p:nvPr/>
        </p:nvSpPr>
        <p:spPr>
          <a:xfrm>
            <a:off x="7513163" y="3059876"/>
            <a:ext cx="1572578" cy="843455"/>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Staged for PEGA</a:t>
            </a:r>
          </a:p>
        </p:txBody>
      </p:sp>
      <p:cxnSp>
        <p:nvCxnSpPr>
          <p:cNvPr id="15" name="Straight Arrow Connector 14">
            <a:extLst>
              <a:ext uri="{FF2B5EF4-FFF2-40B4-BE49-F238E27FC236}">
                <a16:creationId xmlns:a16="http://schemas.microsoft.com/office/drawing/2014/main" id="{EF31ECEA-3A10-45A8-AC43-D6DBC6F47C22}"/>
              </a:ext>
            </a:extLst>
          </p:cNvPr>
          <p:cNvCxnSpPr>
            <a:stCxn id="4" idx="6"/>
            <a:endCxn id="10" idx="2"/>
          </p:cNvCxnSpPr>
          <p:nvPr/>
        </p:nvCxnSpPr>
        <p:spPr>
          <a:xfrm>
            <a:off x="1921872" y="3481605"/>
            <a:ext cx="786289" cy="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B4ED5FE1-59CE-44B3-B7D2-EE15F9D669CE}"/>
              </a:ext>
            </a:extLst>
          </p:cNvPr>
          <p:cNvCxnSpPr>
            <a:cxnSpLocks/>
            <a:stCxn id="10" idx="6"/>
            <a:endCxn id="12" idx="2"/>
          </p:cNvCxnSpPr>
          <p:nvPr/>
        </p:nvCxnSpPr>
        <p:spPr>
          <a:xfrm flipV="1">
            <a:off x="4280739" y="3481605"/>
            <a:ext cx="786289" cy="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6F74A249-A036-40AF-B6DB-1A2C04F756B5}"/>
              </a:ext>
            </a:extLst>
          </p:cNvPr>
          <p:cNvCxnSpPr>
            <a:cxnSpLocks/>
          </p:cNvCxnSpPr>
          <p:nvPr/>
        </p:nvCxnSpPr>
        <p:spPr>
          <a:xfrm>
            <a:off x="6639606" y="3485094"/>
            <a:ext cx="87355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E46395F9-40E7-46CE-9F0A-7DE5434B00F8}"/>
              </a:ext>
            </a:extLst>
          </p:cNvPr>
          <p:cNvCxnSpPr>
            <a:cxnSpLocks/>
          </p:cNvCxnSpPr>
          <p:nvPr/>
        </p:nvCxnSpPr>
        <p:spPr>
          <a:xfrm flipV="1">
            <a:off x="9090694" y="3495715"/>
            <a:ext cx="786289" cy="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273080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0B3DD-933C-48FC-8CDD-B0EE97A8C344}"/>
              </a:ext>
            </a:extLst>
          </p:cNvPr>
          <p:cNvSpPr>
            <a:spLocks noGrp="1"/>
          </p:cNvSpPr>
          <p:nvPr>
            <p:ph type="title"/>
          </p:nvPr>
        </p:nvSpPr>
        <p:spPr>
          <a:solidFill>
            <a:schemeClr val="accent2"/>
          </a:solidFill>
        </p:spPr>
        <p:txBody>
          <a:bodyPr/>
          <a:lstStyle/>
          <a:p>
            <a:r>
              <a:rPr lang="en-US" dirty="0"/>
              <a:t>OTVM Statuses</a:t>
            </a:r>
          </a:p>
        </p:txBody>
      </p:sp>
      <p:sp>
        <p:nvSpPr>
          <p:cNvPr id="3" name="Content Placeholder 2">
            <a:extLst>
              <a:ext uri="{FF2B5EF4-FFF2-40B4-BE49-F238E27FC236}">
                <a16:creationId xmlns:a16="http://schemas.microsoft.com/office/drawing/2014/main" id="{1F9C5C61-FB46-4A0D-816B-3D3FA6F8D524}"/>
              </a:ext>
            </a:extLst>
          </p:cNvPr>
          <p:cNvSpPr>
            <a:spLocks noGrp="1"/>
          </p:cNvSpPr>
          <p:nvPr>
            <p:ph idx="1"/>
          </p:nvPr>
        </p:nvSpPr>
        <p:spPr/>
        <p:txBody>
          <a:bodyPr>
            <a:normAutofit fontScale="70000" lnSpcReduction="20000"/>
          </a:bodyPr>
          <a:lstStyle/>
          <a:p>
            <a:r>
              <a:rPr lang="en-US" dirty="0"/>
              <a:t>New- file available, recognized it needs to be updated to be processed</a:t>
            </a:r>
          </a:p>
          <a:p>
            <a:r>
              <a:rPr lang="en-US" dirty="0"/>
              <a:t>Updated for processing- still in hot folder, file name is updated with .processing extension (meaning it will be picked up)</a:t>
            </a:r>
          </a:p>
          <a:p>
            <a:r>
              <a:rPr lang="en-US" dirty="0"/>
              <a:t>Waiting for Analysis- staged to be analyzed, but not in hot folder</a:t>
            </a:r>
          </a:p>
          <a:p>
            <a:r>
              <a:rPr lang="en-US" dirty="0"/>
              <a:t>Analysis in progress- currently going through OTVM with all the rules/policies/exclusion rules applied based on input queue</a:t>
            </a:r>
          </a:p>
          <a:p>
            <a:r>
              <a:rPr lang="en-US" dirty="0"/>
              <a:t>Analysis complete- file has gone through all rules and policies applied, prepped for error or report generation depending on whether all claims in the file are rejected or not</a:t>
            </a:r>
          </a:p>
          <a:p>
            <a:r>
              <a:rPr lang="en-US" dirty="0"/>
              <a:t>Error- trash status. Any files that fail to meet structural compliance or files that were abandoned during analysis will have this status. If any are shown with data, research further to identify cause of error </a:t>
            </a:r>
          </a:p>
          <a:p>
            <a:r>
              <a:rPr lang="en-US" dirty="0"/>
              <a:t>Generating Reports- creating necessary 277, 999s, submitter reports, and newly processed main file </a:t>
            </a:r>
          </a:p>
          <a:p>
            <a:r>
              <a:rPr lang="en-US" dirty="0"/>
              <a:t>Report Generation Complete- used in the output queue to go to the respective file location in prod</a:t>
            </a:r>
          </a:p>
        </p:txBody>
      </p:sp>
    </p:spTree>
    <p:extLst>
      <p:ext uri="{BB962C8B-B14F-4D97-AF65-F5344CB8AC3E}">
        <p14:creationId xmlns:p14="http://schemas.microsoft.com/office/powerpoint/2010/main" val="21004156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B6709A-3E21-4315-A68E-F0C37A9EF590}"/>
              </a:ext>
            </a:extLst>
          </p:cNvPr>
          <p:cNvSpPr>
            <a:spLocks noGrp="1"/>
          </p:cNvSpPr>
          <p:nvPr>
            <p:ph type="title"/>
          </p:nvPr>
        </p:nvSpPr>
        <p:spPr>
          <a:solidFill>
            <a:srgbClr val="BA8CDC"/>
          </a:solidFill>
        </p:spPr>
        <p:txBody>
          <a:bodyPr/>
          <a:lstStyle/>
          <a:p>
            <a:r>
              <a:rPr lang="en-US" dirty="0"/>
              <a:t>PEGA Load- New Day and Recycle Claims</a:t>
            </a:r>
          </a:p>
        </p:txBody>
      </p:sp>
      <p:sp>
        <p:nvSpPr>
          <p:cNvPr id="3" name="Content Placeholder 2">
            <a:extLst>
              <a:ext uri="{FF2B5EF4-FFF2-40B4-BE49-F238E27FC236}">
                <a16:creationId xmlns:a16="http://schemas.microsoft.com/office/drawing/2014/main" id="{BBDEBF64-B2D6-4B3B-934E-712F29FE3C56}"/>
              </a:ext>
            </a:extLst>
          </p:cNvPr>
          <p:cNvSpPr>
            <a:spLocks noGrp="1"/>
          </p:cNvSpPr>
          <p:nvPr>
            <p:ph idx="1"/>
          </p:nvPr>
        </p:nvSpPr>
        <p:spPr>
          <a:xfrm>
            <a:off x="838200" y="1825625"/>
            <a:ext cx="10515600" cy="2202465"/>
          </a:xfrm>
        </p:spPr>
        <p:txBody>
          <a:bodyPr>
            <a:normAutofit lnSpcReduction="10000"/>
          </a:bodyPr>
          <a:lstStyle/>
          <a:p>
            <a:r>
              <a:rPr lang="en-US" dirty="0"/>
              <a:t>The PEGA load is the process of loading claims into EDINETCLAIM on EDINET1P</a:t>
            </a:r>
          </a:p>
          <a:p>
            <a:r>
              <a:rPr lang="en-US" dirty="0"/>
              <a:t>Claims are loaded into 837 tables by the PEGA application</a:t>
            </a:r>
          </a:p>
          <a:p>
            <a:r>
              <a:rPr lang="en-US" dirty="0"/>
              <a:t>This is monitored on the PEGA dashboard: </a:t>
            </a:r>
            <a:r>
              <a:rPr lang="en-US" dirty="0">
                <a:hlinkClick r:id="rId2"/>
              </a:rPr>
              <a:t>https://30.96.14.28:8517/prweb/PRServletLDAP1</a:t>
            </a:r>
            <a:r>
              <a:rPr lang="en-US" dirty="0"/>
              <a:t> </a:t>
            </a:r>
          </a:p>
          <a:p>
            <a:endParaRPr lang="en-US" dirty="0"/>
          </a:p>
          <a:p>
            <a:endParaRPr lang="en-US" dirty="0"/>
          </a:p>
        </p:txBody>
      </p:sp>
      <p:pic>
        <p:nvPicPr>
          <p:cNvPr id="4" name="Picture 3">
            <a:extLst>
              <a:ext uri="{FF2B5EF4-FFF2-40B4-BE49-F238E27FC236}">
                <a16:creationId xmlns:a16="http://schemas.microsoft.com/office/drawing/2014/main" id="{B02F529E-C0E1-4AB9-ACB3-98D39D65FDC6}"/>
              </a:ext>
            </a:extLst>
          </p:cNvPr>
          <p:cNvPicPr>
            <a:picLocks noChangeAspect="1"/>
          </p:cNvPicPr>
          <p:nvPr/>
        </p:nvPicPr>
        <p:blipFill rotWithShape="1">
          <a:blip r:embed="rId3"/>
          <a:srcRect r="-2" b="1518"/>
          <a:stretch/>
        </p:blipFill>
        <p:spPr>
          <a:xfrm>
            <a:off x="417576" y="4128078"/>
            <a:ext cx="5468112" cy="2517485"/>
          </a:xfrm>
          <a:prstGeom prst="rect">
            <a:avLst/>
          </a:prstGeom>
        </p:spPr>
      </p:pic>
      <p:pic>
        <p:nvPicPr>
          <p:cNvPr id="5" name="Picture 4">
            <a:extLst>
              <a:ext uri="{FF2B5EF4-FFF2-40B4-BE49-F238E27FC236}">
                <a16:creationId xmlns:a16="http://schemas.microsoft.com/office/drawing/2014/main" id="{1BCA7BCF-E181-412C-A987-F02E8A6FB96E}"/>
              </a:ext>
            </a:extLst>
          </p:cNvPr>
          <p:cNvPicPr>
            <a:picLocks noChangeAspect="1"/>
          </p:cNvPicPr>
          <p:nvPr/>
        </p:nvPicPr>
        <p:blipFill rotWithShape="1">
          <a:blip r:embed="rId4"/>
          <a:srcRect l="12431" t="2" r="24580"/>
          <a:stretch/>
        </p:blipFill>
        <p:spPr>
          <a:xfrm>
            <a:off x="6306312" y="4128078"/>
            <a:ext cx="5468112" cy="2517453"/>
          </a:xfrm>
          <a:prstGeom prst="rect">
            <a:avLst/>
          </a:prstGeom>
        </p:spPr>
      </p:pic>
    </p:spTree>
    <p:extLst>
      <p:ext uri="{BB962C8B-B14F-4D97-AF65-F5344CB8AC3E}">
        <p14:creationId xmlns:p14="http://schemas.microsoft.com/office/powerpoint/2010/main" val="42481968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3A7A0-3A26-4BD3-BB3A-6375766890DB}"/>
              </a:ext>
            </a:extLst>
          </p:cNvPr>
          <p:cNvSpPr>
            <a:spLocks noGrp="1"/>
          </p:cNvSpPr>
          <p:nvPr>
            <p:ph type="title"/>
          </p:nvPr>
        </p:nvSpPr>
        <p:spPr>
          <a:solidFill>
            <a:srgbClr val="BA8CDC"/>
          </a:solidFill>
        </p:spPr>
        <p:txBody>
          <a:bodyPr/>
          <a:lstStyle/>
          <a:p>
            <a:r>
              <a:rPr lang="en-US" dirty="0"/>
              <a:t>CLA303D, CLA303E, CLA301B – PEGA Load</a:t>
            </a:r>
          </a:p>
        </p:txBody>
      </p:sp>
      <p:sp>
        <p:nvSpPr>
          <p:cNvPr id="3" name="Content Placeholder 2">
            <a:extLst>
              <a:ext uri="{FF2B5EF4-FFF2-40B4-BE49-F238E27FC236}">
                <a16:creationId xmlns:a16="http://schemas.microsoft.com/office/drawing/2014/main" id="{5BFF466C-D76F-48F7-907B-6AFCC5D889E9}"/>
              </a:ext>
            </a:extLst>
          </p:cNvPr>
          <p:cNvSpPr>
            <a:spLocks noGrp="1"/>
          </p:cNvSpPr>
          <p:nvPr>
            <p:ph idx="1"/>
          </p:nvPr>
        </p:nvSpPr>
        <p:spPr/>
        <p:txBody>
          <a:bodyPr>
            <a:normAutofit lnSpcReduction="10000"/>
          </a:bodyPr>
          <a:lstStyle/>
          <a:p>
            <a:r>
              <a:rPr lang="en-US" dirty="0"/>
              <a:t>The jobs that load the claims are:</a:t>
            </a:r>
          </a:p>
          <a:p>
            <a:r>
              <a:rPr lang="en-US" dirty="0"/>
              <a:t>CLA303D</a:t>
            </a:r>
          </a:p>
          <a:p>
            <a:pPr lvl="1"/>
            <a:r>
              <a:rPr lang="en-US" dirty="0"/>
              <a:t>Starts at 1AM and runs throughout the day until 5PM</a:t>
            </a:r>
          </a:p>
          <a:p>
            <a:pPr lvl="1"/>
            <a:r>
              <a:rPr lang="en-US" dirty="0"/>
              <a:t>Loads new day claims to PEGA</a:t>
            </a:r>
          </a:p>
          <a:p>
            <a:r>
              <a:rPr lang="en-US" dirty="0"/>
              <a:t>CLA303E</a:t>
            </a:r>
          </a:p>
          <a:p>
            <a:pPr lvl="1"/>
            <a:r>
              <a:rPr lang="en-US" dirty="0"/>
              <a:t>Starts at 5:15PM</a:t>
            </a:r>
          </a:p>
          <a:p>
            <a:pPr lvl="1"/>
            <a:r>
              <a:rPr lang="en-US" dirty="0"/>
              <a:t>Relies on CLA303D</a:t>
            </a:r>
          </a:p>
          <a:p>
            <a:pPr lvl="1"/>
            <a:r>
              <a:rPr lang="en-US" dirty="0"/>
              <a:t>Loads new day claims to PEGA</a:t>
            </a:r>
          </a:p>
          <a:p>
            <a:r>
              <a:rPr lang="en-US" dirty="0"/>
              <a:t>CLA301B</a:t>
            </a:r>
          </a:p>
          <a:p>
            <a:pPr lvl="1"/>
            <a:r>
              <a:rPr lang="en-US" dirty="0"/>
              <a:t>Starts at 9PM</a:t>
            </a:r>
          </a:p>
          <a:p>
            <a:pPr lvl="1"/>
            <a:r>
              <a:rPr lang="en-US" dirty="0"/>
              <a:t>Loads recycle claims to PEGA</a:t>
            </a:r>
          </a:p>
          <a:p>
            <a:endParaRPr lang="en-US" dirty="0"/>
          </a:p>
        </p:txBody>
      </p:sp>
    </p:spTree>
    <p:extLst>
      <p:ext uri="{BB962C8B-B14F-4D97-AF65-F5344CB8AC3E}">
        <p14:creationId xmlns:p14="http://schemas.microsoft.com/office/powerpoint/2010/main" val="36703733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A4552-DC05-445E-8CB6-45E9CF61E3A9}"/>
              </a:ext>
            </a:extLst>
          </p:cNvPr>
          <p:cNvSpPr>
            <a:spLocks noGrp="1"/>
          </p:cNvSpPr>
          <p:nvPr>
            <p:ph type="title"/>
          </p:nvPr>
        </p:nvSpPr>
        <p:spPr>
          <a:solidFill>
            <a:schemeClr val="bg2">
              <a:lumMod val="90000"/>
            </a:schemeClr>
          </a:solidFill>
        </p:spPr>
        <p:txBody>
          <a:bodyPr/>
          <a:lstStyle/>
          <a:p>
            <a:r>
              <a:rPr lang="en-US" dirty="0"/>
              <a:t>Keywords</a:t>
            </a:r>
          </a:p>
        </p:txBody>
      </p:sp>
      <p:sp>
        <p:nvSpPr>
          <p:cNvPr id="3" name="Content Placeholder 2">
            <a:extLst>
              <a:ext uri="{FF2B5EF4-FFF2-40B4-BE49-F238E27FC236}">
                <a16:creationId xmlns:a16="http://schemas.microsoft.com/office/drawing/2014/main" id="{01B0FF38-9D24-493F-BC82-7D192DF02780}"/>
              </a:ext>
            </a:extLst>
          </p:cNvPr>
          <p:cNvSpPr>
            <a:spLocks noGrp="1"/>
          </p:cNvSpPr>
          <p:nvPr>
            <p:ph idx="1"/>
          </p:nvPr>
        </p:nvSpPr>
        <p:spPr/>
        <p:txBody>
          <a:bodyPr/>
          <a:lstStyle/>
          <a:p>
            <a:r>
              <a:rPr lang="en-US" dirty="0"/>
              <a:t>Keywords are how the claims are loaded into Facets</a:t>
            </a:r>
          </a:p>
          <a:p>
            <a:r>
              <a:rPr lang="en-US" dirty="0"/>
              <a:t>Keywords are organized claim files that are in </a:t>
            </a:r>
            <a:r>
              <a:rPr lang="en-US" dirty="0" err="1"/>
              <a:t>Trizetto</a:t>
            </a:r>
            <a:r>
              <a:rPr lang="en-US" dirty="0"/>
              <a:t> format</a:t>
            </a:r>
          </a:p>
          <a:p>
            <a:r>
              <a:rPr lang="en-US" dirty="0"/>
              <a:t>The keyword files do not include rejected claims from the 837 files</a:t>
            </a:r>
          </a:p>
          <a:p>
            <a:r>
              <a:rPr lang="en-US" dirty="0"/>
              <a:t>Keywords are generated from EDINETCLAIM on EDINET1P and processed to Facets through the XC and CLMU loads</a:t>
            </a:r>
          </a:p>
          <a:p>
            <a:endParaRPr lang="en-US" dirty="0"/>
          </a:p>
          <a:p>
            <a:r>
              <a:rPr lang="en-US" dirty="0"/>
              <a:t>We can see how many keywords have been created through the PEGA application</a:t>
            </a:r>
          </a:p>
          <a:p>
            <a:endParaRPr lang="en-US" dirty="0"/>
          </a:p>
          <a:p>
            <a:endParaRPr lang="en-US" dirty="0"/>
          </a:p>
        </p:txBody>
      </p:sp>
    </p:spTree>
    <p:extLst>
      <p:ext uri="{BB962C8B-B14F-4D97-AF65-F5344CB8AC3E}">
        <p14:creationId xmlns:p14="http://schemas.microsoft.com/office/powerpoint/2010/main" val="8384879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53DBE-A7C9-46DD-8980-D9BB479E8CF9}"/>
              </a:ext>
            </a:extLst>
          </p:cNvPr>
          <p:cNvSpPr>
            <a:spLocks noGrp="1"/>
          </p:cNvSpPr>
          <p:nvPr>
            <p:ph type="title"/>
          </p:nvPr>
        </p:nvSpPr>
        <p:spPr>
          <a:solidFill>
            <a:schemeClr val="bg2">
              <a:lumMod val="90000"/>
            </a:schemeClr>
          </a:solidFill>
        </p:spPr>
        <p:txBody>
          <a:bodyPr/>
          <a:lstStyle/>
          <a:p>
            <a:r>
              <a:rPr lang="en-US" dirty="0"/>
              <a:t>CLA305A, CLA305B - Keywords</a:t>
            </a:r>
          </a:p>
        </p:txBody>
      </p:sp>
      <p:sp>
        <p:nvSpPr>
          <p:cNvPr id="3" name="Content Placeholder 2">
            <a:extLst>
              <a:ext uri="{FF2B5EF4-FFF2-40B4-BE49-F238E27FC236}">
                <a16:creationId xmlns:a16="http://schemas.microsoft.com/office/drawing/2014/main" id="{06B4BC0F-EEB9-40E8-9FBB-558E4896A757}"/>
              </a:ext>
            </a:extLst>
          </p:cNvPr>
          <p:cNvSpPr>
            <a:spLocks noGrp="1"/>
          </p:cNvSpPr>
          <p:nvPr>
            <p:ph idx="1"/>
          </p:nvPr>
        </p:nvSpPr>
        <p:spPr/>
        <p:txBody>
          <a:bodyPr/>
          <a:lstStyle/>
          <a:p>
            <a:r>
              <a:rPr lang="en-US" dirty="0"/>
              <a:t>The jobs that generate the keywords are:</a:t>
            </a:r>
          </a:p>
          <a:p>
            <a:r>
              <a:rPr lang="en-US" dirty="0"/>
              <a:t>CLA305A</a:t>
            </a:r>
          </a:p>
          <a:p>
            <a:pPr lvl="1"/>
            <a:r>
              <a:rPr lang="en-US" dirty="0"/>
              <a:t>New Day claims</a:t>
            </a:r>
          </a:p>
          <a:p>
            <a:pPr lvl="1"/>
            <a:r>
              <a:rPr lang="en-US" dirty="0"/>
              <a:t>Starts at 7AM and runs throughout the day until 11:30PM</a:t>
            </a:r>
          </a:p>
          <a:p>
            <a:pPr lvl="1"/>
            <a:r>
              <a:rPr lang="en-US" dirty="0"/>
              <a:t>Relies on CLA305B</a:t>
            </a:r>
          </a:p>
          <a:p>
            <a:r>
              <a:rPr lang="en-US" dirty="0"/>
              <a:t>CLA305B</a:t>
            </a:r>
          </a:p>
          <a:p>
            <a:pPr lvl="1"/>
            <a:r>
              <a:rPr lang="en-US" dirty="0"/>
              <a:t>Recycle claims</a:t>
            </a:r>
          </a:p>
          <a:p>
            <a:pPr lvl="1"/>
            <a:r>
              <a:rPr lang="en-US" dirty="0"/>
              <a:t>Starts at 6AM and runs until 8:30AM</a:t>
            </a:r>
          </a:p>
        </p:txBody>
      </p:sp>
    </p:spTree>
    <p:extLst>
      <p:ext uri="{BB962C8B-B14F-4D97-AF65-F5344CB8AC3E}">
        <p14:creationId xmlns:p14="http://schemas.microsoft.com/office/powerpoint/2010/main" val="4745336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9E395-E18A-4701-9739-7D65F58AE3F4}"/>
              </a:ext>
            </a:extLst>
          </p:cNvPr>
          <p:cNvSpPr>
            <a:spLocks noGrp="1"/>
          </p:cNvSpPr>
          <p:nvPr>
            <p:ph type="title"/>
          </p:nvPr>
        </p:nvSpPr>
        <p:spPr>
          <a:solidFill>
            <a:schemeClr val="accent4">
              <a:lumMod val="40000"/>
              <a:lumOff val="60000"/>
            </a:schemeClr>
          </a:solidFill>
        </p:spPr>
        <p:txBody>
          <a:bodyPr/>
          <a:lstStyle/>
          <a:p>
            <a:r>
              <a:rPr lang="en-US" dirty="0"/>
              <a:t>CLA002 – XC Load</a:t>
            </a:r>
          </a:p>
        </p:txBody>
      </p:sp>
      <p:sp>
        <p:nvSpPr>
          <p:cNvPr id="3" name="Content Placeholder 2">
            <a:extLst>
              <a:ext uri="{FF2B5EF4-FFF2-40B4-BE49-F238E27FC236}">
                <a16:creationId xmlns:a16="http://schemas.microsoft.com/office/drawing/2014/main" id="{0EC2236C-0DCE-4EEF-ACC6-DBF78C51E73D}"/>
              </a:ext>
            </a:extLst>
          </p:cNvPr>
          <p:cNvSpPr>
            <a:spLocks noGrp="1"/>
          </p:cNvSpPr>
          <p:nvPr>
            <p:ph idx="1"/>
          </p:nvPr>
        </p:nvSpPr>
        <p:spPr/>
        <p:txBody>
          <a:bodyPr/>
          <a:lstStyle/>
          <a:p>
            <a:r>
              <a:rPr lang="en-US" dirty="0"/>
              <a:t>Starts at 1:30PM</a:t>
            </a:r>
          </a:p>
          <a:p>
            <a:r>
              <a:rPr lang="en-US" dirty="0"/>
              <a:t>Loads claims from EDINETCLAIM on EDINET1P into FACETS_XC on FAC1P by loading Keywords</a:t>
            </a:r>
          </a:p>
          <a:p>
            <a:pPr marL="0" indent="0">
              <a:buNone/>
            </a:pPr>
            <a:endParaRPr lang="en-US" dirty="0"/>
          </a:p>
          <a:p>
            <a:r>
              <a:rPr lang="en-US" dirty="0"/>
              <a:t>Loads all keywords generated by CLA305A and CLA305B by 1:30PM into FACETS_XC</a:t>
            </a:r>
          </a:p>
          <a:p>
            <a:r>
              <a:rPr lang="en-US" dirty="0"/>
              <a:t>Keywords are now staged to move into GBD Facets</a:t>
            </a:r>
          </a:p>
          <a:p>
            <a:r>
              <a:rPr lang="en-US" dirty="0"/>
              <a:t>During and after this load, claims are still being loaded to PEGA by CLA303D and keywords are still being generated by CLA305A</a:t>
            </a:r>
          </a:p>
          <a:p>
            <a:endParaRPr lang="en-US" dirty="0"/>
          </a:p>
          <a:p>
            <a:pPr marL="0" indent="0">
              <a:buNone/>
            </a:pPr>
            <a:endParaRPr lang="en-US" dirty="0"/>
          </a:p>
        </p:txBody>
      </p:sp>
    </p:spTree>
    <p:extLst>
      <p:ext uri="{BB962C8B-B14F-4D97-AF65-F5344CB8AC3E}">
        <p14:creationId xmlns:p14="http://schemas.microsoft.com/office/powerpoint/2010/main" val="14539679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FCB68-E29E-447A-A82B-04D78691E8D7}"/>
              </a:ext>
            </a:extLst>
          </p:cNvPr>
          <p:cNvSpPr>
            <a:spLocks noGrp="1"/>
          </p:cNvSpPr>
          <p:nvPr>
            <p:ph type="title"/>
          </p:nvPr>
        </p:nvSpPr>
        <p:spPr>
          <a:solidFill>
            <a:srgbClr val="BDD7EE"/>
          </a:solidFill>
        </p:spPr>
        <p:txBody>
          <a:bodyPr/>
          <a:lstStyle/>
          <a:p>
            <a:r>
              <a:rPr lang="en-US" dirty="0"/>
              <a:t>CLA002B (“The Primary”) – CLMU Load</a:t>
            </a:r>
          </a:p>
        </p:txBody>
      </p:sp>
      <p:sp>
        <p:nvSpPr>
          <p:cNvPr id="3" name="Content Placeholder 2">
            <a:extLst>
              <a:ext uri="{FF2B5EF4-FFF2-40B4-BE49-F238E27FC236}">
                <a16:creationId xmlns:a16="http://schemas.microsoft.com/office/drawing/2014/main" id="{28DF7A28-7E2E-4701-8961-776A90DBA01B}"/>
              </a:ext>
            </a:extLst>
          </p:cNvPr>
          <p:cNvSpPr>
            <a:spLocks noGrp="1"/>
          </p:cNvSpPr>
          <p:nvPr>
            <p:ph idx="1"/>
          </p:nvPr>
        </p:nvSpPr>
        <p:spPr/>
        <p:txBody>
          <a:bodyPr>
            <a:normAutofit fontScale="85000" lnSpcReduction="20000"/>
          </a:bodyPr>
          <a:lstStyle/>
          <a:p>
            <a:r>
              <a:rPr lang="en-US" dirty="0"/>
              <a:t>Loads claims to GBD FACETS</a:t>
            </a:r>
          </a:p>
          <a:p>
            <a:r>
              <a:rPr lang="en-US" dirty="0"/>
              <a:t>Starts </a:t>
            </a:r>
            <a:r>
              <a:rPr lang="en-US"/>
              <a:t>at 2:30PM</a:t>
            </a:r>
            <a:endParaRPr lang="en-US" dirty="0"/>
          </a:p>
          <a:p>
            <a:pPr lvl="1"/>
            <a:r>
              <a:rPr lang="en-US" dirty="0"/>
              <a:t>If the keyword claims are over 650K by 2PM, kick this job off at 2:30PM</a:t>
            </a:r>
          </a:p>
          <a:p>
            <a:r>
              <a:rPr lang="en-US" dirty="0"/>
              <a:t>Runs a second XC load, taking keywords that have been created since the 1:30 XC Load (CLA002) and loading them to FACETS_XC</a:t>
            </a:r>
          </a:p>
          <a:p>
            <a:r>
              <a:rPr lang="en-US" dirty="0"/>
              <a:t>Runs the incremental CLMU Load.</a:t>
            </a:r>
          </a:p>
          <a:p>
            <a:pPr lvl="1"/>
            <a:r>
              <a:rPr lang="en-US" dirty="0"/>
              <a:t>Takes all the keywords that have been loaded into FACETS_XC by the 2 XC Loads and filters them into GBD FACETS</a:t>
            </a:r>
          </a:p>
          <a:p>
            <a:endParaRPr lang="en-US" dirty="0"/>
          </a:p>
          <a:p>
            <a:r>
              <a:rPr lang="en-US" dirty="0"/>
              <a:t>Status as shown in query: </a:t>
            </a:r>
          </a:p>
          <a:p>
            <a:pPr lvl="1"/>
            <a:r>
              <a:rPr lang="en-US" dirty="0"/>
              <a:t>99 – moved to GBD successfully </a:t>
            </a:r>
          </a:p>
          <a:p>
            <a:pPr lvl="1"/>
            <a:r>
              <a:rPr lang="en-US" dirty="0"/>
              <a:t>15 – has been through logic at least once but was not loaded successfully to GBD</a:t>
            </a:r>
          </a:p>
          <a:p>
            <a:pPr lvl="1"/>
            <a:r>
              <a:rPr lang="en-US" dirty="0"/>
              <a:t>16 – has not been through the logic and is not in GBD</a:t>
            </a:r>
          </a:p>
          <a:p>
            <a:endParaRPr lang="en-US" dirty="0"/>
          </a:p>
          <a:p>
            <a:endParaRPr lang="en-US" dirty="0"/>
          </a:p>
        </p:txBody>
      </p:sp>
    </p:spTree>
    <p:extLst>
      <p:ext uri="{BB962C8B-B14F-4D97-AF65-F5344CB8AC3E}">
        <p14:creationId xmlns:p14="http://schemas.microsoft.com/office/powerpoint/2010/main" val="38420375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C7D0E-8D4E-4BB2-9516-0F70C3BB0578}"/>
              </a:ext>
            </a:extLst>
          </p:cNvPr>
          <p:cNvSpPr>
            <a:spLocks noGrp="1"/>
          </p:cNvSpPr>
          <p:nvPr>
            <p:ph type="title"/>
          </p:nvPr>
        </p:nvSpPr>
        <p:spPr>
          <a:solidFill>
            <a:schemeClr val="accent4">
              <a:lumMod val="40000"/>
              <a:lumOff val="60000"/>
            </a:schemeClr>
          </a:solidFill>
        </p:spPr>
        <p:txBody>
          <a:bodyPr/>
          <a:lstStyle/>
          <a:p>
            <a:r>
              <a:rPr lang="en-US" dirty="0"/>
              <a:t>CLA004A – Final XC Load</a:t>
            </a:r>
          </a:p>
        </p:txBody>
      </p:sp>
      <p:sp>
        <p:nvSpPr>
          <p:cNvPr id="3" name="Content Placeholder 2">
            <a:extLst>
              <a:ext uri="{FF2B5EF4-FFF2-40B4-BE49-F238E27FC236}">
                <a16:creationId xmlns:a16="http://schemas.microsoft.com/office/drawing/2014/main" id="{F0D1B203-754F-40C7-A23D-04AB5F773C25}"/>
              </a:ext>
            </a:extLst>
          </p:cNvPr>
          <p:cNvSpPr>
            <a:spLocks noGrp="1"/>
          </p:cNvSpPr>
          <p:nvPr>
            <p:ph idx="1"/>
          </p:nvPr>
        </p:nvSpPr>
        <p:spPr/>
        <p:txBody>
          <a:bodyPr/>
          <a:lstStyle/>
          <a:p>
            <a:r>
              <a:rPr lang="en-US" dirty="0"/>
              <a:t>Starts at 8PM</a:t>
            </a:r>
          </a:p>
          <a:p>
            <a:r>
              <a:rPr lang="en-US" dirty="0"/>
              <a:t>Loads any keywords that have been created since the 3:30PM XC Load (CLA002B) into FACETS_XC</a:t>
            </a:r>
          </a:p>
          <a:p>
            <a:r>
              <a:rPr lang="en-US" dirty="0"/>
              <a:t>Does the same thing as CLA002</a:t>
            </a:r>
          </a:p>
        </p:txBody>
      </p:sp>
    </p:spTree>
    <p:extLst>
      <p:ext uri="{BB962C8B-B14F-4D97-AF65-F5344CB8AC3E}">
        <p14:creationId xmlns:p14="http://schemas.microsoft.com/office/powerpoint/2010/main" val="14510993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3781C-8F1E-4D20-925F-15C68CEEA97C}"/>
              </a:ext>
            </a:extLst>
          </p:cNvPr>
          <p:cNvSpPr>
            <a:spLocks noGrp="1"/>
          </p:cNvSpPr>
          <p:nvPr>
            <p:ph type="title"/>
          </p:nvPr>
        </p:nvSpPr>
        <p:spPr>
          <a:solidFill>
            <a:srgbClr val="BDD7EE"/>
          </a:solidFill>
        </p:spPr>
        <p:txBody>
          <a:bodyPr/>
          <a:lstStyle/>
          <a:p>
            <a:r>
              <a:rPr lang="en-US" dirty="0"/>
              <a:t>CLA005 - Cleanup</a:t>
            </a:r>
          </a:p>
        </p:txBody>
      </p:sp>
      <p:sp>
        <p:nvSpPr>
          <p:cNvPr id="3" name="Content Placeholder 2">
            <a:extLst>
              <a:ext uri="{FF2B5EF4-FFF2-40B4-BE49-F238E27FC236}">
                <a16:creationId xmlns:a16="http://schemas.microsoft.com/office/drawing/2014/main" id="{F655B03B-9731-474B-A866-43F9712E60A0}"/>
              </a:ext>
            </a:extLst>
          </p:cNvPr>
          <p:cNvSpPr>
            <a:spLocks noGrp="1"/>
          </p:cNvSpPr>
          <p:nvPr>
            <p:ph idx="1"/>
          </p:nvPr>
        </p:nvSpPr>
        <p:spPr/>
        <p:txBody>
          <a:bodyPr>
            <a:normAutofit/>
          </a:bodyPr>
          <a:lstStyle/>
          <a:p>
            <a:r>
              <a:rPr lang="en-US" dirty="0"/>
              <a:t>Second CLMU Load</a:t>
            </a:r>
          </a:p>
          <a:p>
            <a:pPr lvl="1"/>
            <a:r>
              <a:rPr lang="en-US" dirty="0"/>
              <a:t>Scheduled for 6:45PM</a:t>
            </a:r>
          </a:p>
          <a:p>
            <a:pPr lvl="2"/>
            <a:r>
              <a:rPr lang="en-US" dirty="0"/>
              <a:t>Relies on CLA004A so will start after that</a:t>
            </a:r>
          </a:p>
          <a:p>
            <a:pPr lvl="1"/>
            <a:r>
              <a:rPr lang="en-US" dirty="0"/>
              <a:t>Picks up “new day claims” from XC load in CLA004A to load them into GBD FACETS</a:t>
            </a:r>
          </a:p>
          <a:p>
            <a:pPr lvl="1"/>
            <a:r>
              <a:rPr lang="en-US" dirty="0"/>
              <a:t>Also looks at pending claims from past days and loads them into GBD Facets </a:t>
            </a:r>
          </a:p>
          <a:p>
            <a:endParaRPr lang="en-US" dirty="0"/>
          </a:p>
          <a:p>
            <a:r>
              <a:rPr lang="en-US" dirty="0"/>
              <a:t>Different from CLA002B CLMU load because it looks at past days’ claims as well that weren’t loaded to GBD FACETS</a:t>
            </a:r>
          </a:p>
        </p:txBody>
      </p:sp>
    </p:spTree>
    <p:extLst>
      <p:ext uri="{BB962C8B-B14F-4D97-AF65-F5344CB8AC3E}">
        <p14:creationId xmlns:p14="http://schemas.microsoft.com/office/powerpoint/2010/main" val="19683129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BD879-5A59-4CBA-89CE-058E25B47227}"/>
              </a:ext>
            </a:extLst>
          </p:cNvPr>
          <p:cNvSpPr>
            <a:spLocks noGrp="1"/>
          </p:cNvSpPr>
          <p:nvPr>
            <p:ph type="title"/>
          </p:nvPr>
        </p:nvSpPr>
        <p:spPr>
          <a:solidFill>
            <a:srgbClr val="BDD7EE"/>
          </a:solidFill>
        </p:spPr>
        <p:txBody>
          <a:bodyPr/>
          <a:lstStyle/>
          <a:p>
            <a:r>
              <a:rPr lang="en-US" dirty="0"/>
              <a:t>CLA005 - Cleanup</a:t>
            </a:r>
          </a:p>
        </p:txBody>
      </p:sp>
      <p:sp>
        <p:nvSpPr>
          <p:cNvPr id="3" name="Content Placeholder 2">
            <a:extLst>
              <a:ext uri="{FF2B5EF4-FFF2-40B4-BE49-F238E27FC236}">
                <a16:creationId xmlns:a16="http://schemas.microsoft.com/office/drawing/2014/main" id="{11F96FB6-097D-40FB-86F0-40B0C2DC4189}"/>
              </a:ext>
            </a:extLst>
          </p:cNvPr>
          <p:cNvSpPr>
            <a:spLocks noGrp="1"/>
          </p:cNvSpPr>
          <p:nvPr>
            <p:ph idx="1"/>
          </p:nvPr>
        </p:nvSpPr>
        <p:spPr/>
        <p:txBody>
          <a:bodyPr/>
          <a:lstStyle/>
          <a:p>
            <a:r>
              <a:rPr lang="en-US" dirty="0"/>
              <a:t>If this is killed for CLA009, set it to completed normally so the jobs after it can run. Any claims not picked up will be picked up during cleanup the next day</a:t>
            </a:r>
          </a:p>
          <a:p>
            <a:endParaRPr lang="en-US" dirty="0"/>
          </a:p>
        </p:txBody>
      </p:sp>
    </p:spTree>
    <p:extLst>
      <p:ext uri="{BB962C8B-B14F-4D97-AF65-F5344CB8AC3E}">
        <p14:creationId xmlns:p14="http://schemas.microsoft.com/office/powerpoint/2010/main" val="32249421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77495-D201-44E5-92CB-AFEC1383DBD2}"/>
              </a:ext>
            </a:extLst>
          </p:cNvPr>
          <p:cNvSpPr>
            <a:spLocks noGrp="1"/>
          </p:cNvSpPr>
          <p:nvPr>
            <p:ph type="title"/>
          </p:nvPr>
        </p:nvSpPr>
        <p:spPr>
          <a:solidFill>
            <a:srgbClr val="BDD7EE"/>
          </a:solidFill>
        </p:spPr>
        <p:txBody>
          <a:bodyPr/>
          <a:lstStyle/>
          <a:p>
            <a:r>
              <a:rPr lang="en-US" dirty="0"/>
              <a:t>CLA015 – CLMU Weekend Cleanup</a:t>
            </a:r>
          </a:p>
        </p:txBody>
      </p:sp>
      <p:sp>
        <p:nvSpPr>
          <p:cNvPr id="3" name="Content Placeholder 2">
            <a:extLst>
              <a:ext uri="{FF2B5EF4-FFF2-40B4-BE49-F238E27FC236}">
                <a16:creationId xmlns:a16="http://schemas.microsoft.com/office/drawing/2014/main" id="{D2216041-7574-45FD-AA5D-C72747152971}"/>
              </a:ext>
            </a:extLst>
          </p:cNvPr>
          <p:cNvSpPr>
            <a:spLocks noGrp="1"/>
          </p:cNvSpPr>
          <p:nvPr>
            <p:ph idx="1"/>
          </p:nvPr>
        </p:nvSpPr>
        <p:spPr/>
        <p:txBody>
          <a:bodyPr/>
          <a:lstStyle/>
          <a:p>
            <a:r>
              <a:rPr lang="en-US" dirty="0"/>
              <a:t>Has no SLA</a:t>
            </a:r>
          </a:p>
          <a:p>
            <a:r>
              <a:rPr lang="en-US" dirty="0"/>
              <a:t>Cannot be run during deployments/maintenances occurring on Saturdays</a:t>
            </a:r>
          </a:p>
          <a:p>
            <a:r>
              <a:rPr lang="en-US" dirty="0"/>
              <a:t>Normally starts at 7PM</a:t>
            </a:r>
          </a:p>
          <a:p>
            <a:pPr lvl="1"/>
            <a:r>
              <a:rPr lang="en-US" dirty="0"/>
              <a:t>Can be started earlier if there is maintenance</a:t>
            </a:r>
          </a:p>
          <a:p>
            <a:r>
              <a:rPr lang="en-US" dirty="0"/>
              <a:t>Does the same thing as CLA005, just on Saturdays</a:t>
            </a:r>
          </a:p>
        </p:txBody>
      </p:sp>
    </p:spTree>
    <p:extLst>
      <p:ext uri="{BB962C8B-B14F-4D97-AF65-F5344CB8AC3E}">
        <p14:creationId xmlns:p14="http://schemas.microsoft.com/office/powerpoint/2010/main" val="23067919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72414-920B-4917-8650-D6A199A35145}"/>
              </a:ext>
            </a:extLst>
          </p:cNvPr>
          <p:cNvSpPr>
            <a:spLocks noGrp="1"/>
          </p:cNvSpPr>
          <p:nvPr>
            <p:ph type="title"/>
          </p:nvPr>
        </p:nvSpPr>
        <p:spPr>
          <a:solidFill>
            <a:srgbClr val="FF99FF"/>
          </a:solidFill>
        </p:spPr>
        <p:txBody>
          <a:bodyPr/>
          <a:lstStyle/>
          <a:p>
            <a:r>
              <a:rPr lang="en-US" dirty="0"/>
              <a:t>CPC009A, B, and C - CKMM</a:t>
            </a:r>
          </a:p>
        </p:txBody>
      </p:sp>
      <p:sp>
        <p:nvSpPr>
          <p:cNvPr id="3" name="Content Placeholder 2">
            <a:extLst>
              <a:ext uri="{FF2B5EF4-FFF2-40B4-BE49-F238E27FC236}">
                <a16:creationId xmlns:a16="http://schemas.microsoft.com/office/drawing/2014/main" id="{A91923C7-C330-419A-95B5-B99BD3F47B36}"/>
              </a:ext>
            </a:extLst>
          </p:cNvPr>
          <p:cNvSpPr>
            <a:spLocks noGrp="1"/>
          </p:cNvSpPr>
          <p:nvPr>
            <p:ph idx="1"/>
          </p:nvPr>
        </p:nvSpPr>
        <p:spPr/>
        <p:txBody>
          <a:bodyPr/>
          <a:lstStyle/>
          <a:p>
            <a:r>
              <a:rPr lang="en-US" dirty="0"/>
              <a:t>Payment processing</a:t>
            </a:r>
          </a:p>
          <a:p>
            <a:r>
              <a:rPr lang="en-US" dirty="0"/>
              <a:t>CPC009A – Weekday CKMM job (M-F)</a:t>
            </a:r>
          </a:p>
          <a:p>
            <a:r>
              <a:rPr lang="en-US" dirty="0"/>
              <a:t>CPC009B – Saturday CKMM job</a:t>
            </a:r>
          </a:p>
          <a:p>
            <a:r>
              <a:rPr lang="en-US" dirty="0"/>
              <a:t>CPC009C – Ad hoc CKMM job (only inserted into schedule as needed)</a:t>
            </a:r>
          </a:p>
          <a:p>
            <a:r>
              <a:rPr lang="en-US" dirty="0"/>
              <a:t>Cleanup job (CLA005) can and should be killed to allow this to run</a:t>
            </a:r>
          </a:p>
          <a:p>
            <a:pPr lvl="1"/>
            <a:r>
              <a:rPr lang="en-US" dirty="0"/>
              <a:t>We care more about making the day’s payments than having the claims delayed by one day in getting loaded to Facets</a:t>
            </a:r>
          </a:p>
          <a:p>
            <a:endParaRPr lang="en-US" dirty="0"/>
          </a:p>
          <a:p>
            <a:endParaRPr lang="en-US" dirty="0"/>
          </a:p>
        </p:txBody>
      </p:sp>
    </p:spTree>
    <p:extLst>
      <p:ext uri="{BB962C8B-B14F-4D97-AF65-F5344CB8AC3E}">
        <p14:creationId xmlns:p14="http://schemas.microsoft.com/office/powerpoint/2010/main" val="24309233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B620EDC-FF0F-4391-AF4D-759FA069C5FF}"/>
              </a:ext>
            </a:extLst>
          </p:cNvPr>
          <p:cNvSpPr txBox="1"/>
          <p:nvPr/>
        </p:nvSpPr>
        <p:spPr>
          <a:xfrm>
            <a:off x="7772310" y="315919"/>
            <a:ext cx="2293935" cy="461665"/>
          </a:xfrm>
          <a:prstGeom prst="rect">
            <a:avLst/>
          </a:prstGeom>
          <a:solidFill>
            <a:srgbClr val="BA8CDC"/>
          </a:solidFill>
        </p:spPr>
        <p:txBody>
          <a:bodyPr wrap="square" rtlCol="0">
            <a:spAutoFit/>
          </a:bodyPr>
          <a:lstStyle/>
          <a:p>
            <a:r>
              <a:rPr lang="en-US" sz="1200" b="1" i="1" u="sng" dirty="0"/>
              <a:t>New day: CLA303D and CLA303E</a:t>
            </a:r>
          </a:p>
          <a:p>
            <a:r>
              <a:rPr lang="en-US" sz="1200" b="1" i="1" u="sng" dirty="0"/>
              <a:t>Recycle: CLA301B</a:t>
            </a:r>
          </a:p>
        </p:txBody>
      </p:sp>
      <p:sp>
        <p:nvSpPr>
          <p:cNvPr id="5" name="TextBox 4">
            <a:extLst>
              <a:ext uri="{FF2B5EF4-FFF2-40B4-BE49-F238E27FC236}">
                <a16:creationId xmlns:a16="http://schemas.microsoft.com/office/drawing/2014/main" id="{DBB2CB72-43DB-4C5B-A15C-09F5A713803D}"/>
              </a:ext>
            </a:extLst>
          </p:cNvPr>
          <p:cNvSpPr txBox="1"/>
          <p:nvPr/>
        </p:nvSpPr>
        <p:spPr>
          <a:xfrm>
            <a:off x="10673764" y="4709167"/>
            <a:ext cx="670885" cy="276998"/>
          </a:xfrm>
          <a:prstGeom prst="rect">
            <a:avLst/>
          </a:prstGeom>
          <a:solidFill>
            <a:schemeClr val="accent4">
              <a:lumMod val="40000"/>
              <a:lumOff val="60000"/>
            </a:schemeClr>
          </a:solidFill>
        </p:spPr>
        <p:txBody>
          <a:bodyPr wrap="square" rtlCol="0">
            <a:spAutoFit/>
          </a:bodyPr>
          <a:lstStyle/>
          <a:p>
            <a:r>
              <a:rPr lang="en-US" sz="1200" b="1" i="1" u="sng" dirty="0"/>
              <a:t>CLA002</a:t>
            </a:r>
          </a:p>
        </p:txBody>
      </p:sp>
      <p:sp>
        <p:nvSpPr>
          <p:cNvPr id="6" name="TextBox 5">
            <a:extLst>
              <a:ext uri="{FF2B5EF4-FFF2-40B4-BE49-F238E27FC236}">
                <a16:creationId xmlns:a16="http://schemas.microsoft.com/office/drawing/2014/main" id="{7431BA74-6E20-4095-8D0C-EBE2C180DB57}"/>
              </a:ext>
            </a:extLst>
          </p:cNvPr>
          <p:cNvSpPr txBox="1"/>
          <p:nvPr/>
        </p:nvSpPr>
        <p:spPr>
          <a:xfrm>
            <a:off x="8128703" y="4709167"/>
            <a:ext cx="768375" cy="276999"/>
          </a:xfrm>
          <a:prstGeom prst="rect">
            <a:avLst/>
          </a:prstGeom>
          <a:solidFill>
            <a:srgbClr val="BDD7EE"/>
          </a:solidFill>
        </p:spPr>
        <p:txBody>
          <a:bodyPr wrap="square" rtlCol="0">
            <a:spAutoFit/>
          </a:bodyPr>
          <a:lstStyle/>
          <a:p>
            <a:r>
              <a:rPr lang="en-US" sz="1200" b="1" i="1" u="sng" dirty="0"/>
              <a:t>CLA002B</a:t>
            </a:r>
          </a:p>
        </p:txBody>
      </p:sp>
      <p:sp>
        <p:nvSpPr>
          <p:cNvPr id="7" name="TextBox 6">
            <a:extLst>
              <a:ext uri="{FF2B5EF4-FFF2-40B4-BE49-F238E27FC236}">
                <a16:creationId xmlns:a16="http://schemas.microsoft.com/office/drawing/2014/main" id="{320F99A2-AF1D-4C14-8AD1-2FA12A005B24}"/>
              </a:ext>
            </a:extLst>
          </p:cNvPr>
          <p:cNvSpPr txBox="1"/>
          <p:nvPr/>
        </p:nvSpPr>
        <p:spPr>
          <a:xfrm>
            <a:off x="543013" y="486498"/>
            <a:ext cx="601447" cy="276999"/>
          </a:xfrm>
          <a:prstGeom prst="rect">
            <a:avLst/>
          </a:prstGeom>
          <a:noFill/>
        </p:spPr>
        <p:txBody>
          <a:bodyPr wrap="none" rtlCol="0">
            <a:spAutoFit/>
          </a:bodyPr>
          <a:lstStyle/>
          <a:p>
            <a:r>
              <a:rPr lang="en-US" sz="1200" dirty="0"/>
              <a:t>MGFT</a:t>
            </a:r>
          </a:p>
        </p:txBody>
      </p:sp>
      <p:sp>
        <p:nvSpPr>
          <p:cNvPr id="8" name="TextBox 7">
            <a:extLst>
              <a:ext uri="{FF2B5EF4-FFF2-40B4-BE49-F238E27FC236}">
                <a16:creationId xmlns:a16="http://schemas.microsoft.com/office/drawing/2014/main" id="{06213A26-E5CE-4E67-9905-F0CBB3478695}"/>
              </a:ext>
            </a:extLst>
          </p:cNvPr>
          <p:cNvSpPr txBox="1"/>
          <p:nvPr/>
        </p:nvSpPr>
        <p:spPr>
          <a:xfrm>
            <a:off x="4617638" y="521592"/>
            <a:ext cx="747320" cy="276999"/>
          </a:xfrm>
          <a:prstGeom prst="rect">
            <a:avLst/>
          </a:prstGeom>
          <a:solidFill>
            <a:schemeClr val="accent2"/>
          </a:solidFill>
        </p:spPr>
        <p:txBody>
          <a:bodyPr wrap="none" rtlCol="0">
            <a:spAutoFit/>
          </a:bodyPr>
          <a:lstStyle/>
          <a:p>
            <a:r>
              <a:rPr lang="en-US" sz="1200" b="1" i="1" u="sng" dirty="0"/>
              <a:t>CLA303B</a:t>
            </a:r>
          </a:p>
        </p:txBody>
      </p:sp>
      <p:sp>
        <p:nvSpPr>
          <p:cNvPr id="9" name="TextBox 8">
            <a:extLst>
              <a:ext uri="{FF2B5EF4-FFF2-40B4-BE49-F238E27FC236}">
                <a16:creationId xmlns:a16="http://schemas.microsoft.com/office/drawing/2014/main" id="{92DD775E-1DF3-484D-BDEA-675629AA82ED}"/>
              </a:ext>
            </a:extLst>
          </p:cNvPr>
          <p:cNvSpPr txBox="1"/>
          <p:nvPr/>
        </p:nvSpPr>
        <p:spPr>
          <a:xfrm>
            <a:off x="10298275" y="290575"/>
            <a:ext cx="1421864" cy="461665"/>
          </a:xfrm>
          <a:prstGeom prst="rect">
            <a:avLst/>
          </a:prstGeom>
          <a:solidFill>
            <a:schemeClr val="bg2">
              <a:lumMod val="90000"/>
            </a:schemeClr>
          </a:solidFill>
        </p:spPr>
        <p:txBody>
          <a:bodyPr wrap="none" rtlCol="0">
            <a:spAutoFit/>
          </a:bodyPr>
          <a:lstStyle/>
          <a:p>
            <a:r>
              <a:rPr lang="en-US" sz="1200" b="1" i="1" u="sng" dirty="0"/>
              <a:t>New day: CLA305A </a:t>
            </a:r>
          </a:p>
          <a:p>
            <a:r>
              <a:rPr lang="en-US" sz="1200" b="1" i="1" u="sng" dirty="0"/>
              <a:t>Recycle: CLA305B </a:t>
            </a:r>
          </a:p>
        </p:txBody>
      </p:sp>
      <p:sp>
        <p:nvSpPr>
          <p:cNvPr id="10" name="TextBox 9">
            <a:extLst>
              <a:ext uri="{FF2B5EF4-FFF2-40B4-BE49-F238E27FC236}">
                <a16:creationId xmlns:a16="http://schemas.microsoft.com/office/drawing/2014/main" id="{DBE9F738-FB19-45D1-A257-4B3746A7D183}"/>
              </a:ext>
            </a:extLst>
          </p:cNvPr>
          <p:cNvSpPr txBox="1"/>
          <p:nvPr/>
        </p:nvSpPr>
        <p:spPr>
          <a:xfrm>
            <a:off x="6544240" y="492849"/>
            <a:ext cx="747320" cy="276999"/>
          </a:xfrm>
          <a:prstGeom prst="rect">
            <a:avLst/>
          </a:prstGeom>
          <a:solidFill>
            <a:schemeClr val="accent2"/>
          </a:solidFill>
        </p:spPr>
        <p:txBody>
          <a:bodyPr wrap="none" rtlCol="0">
            <a:spAutoFit/>
          </a:bodyPr>
          <a:lstStyle/>
          <a:p>
            <a:r>
              <a:rPr lang="en-US" sz="1200" b="1" i="1" u="sng" dirty="0"/>
              <a:t>CLA303B</a:t>
            </a:r>
          </a:p>
        </p:txBody>
      </p:sp>
      <p:sp>
        <p:nvSpPr>
          <p:cNvPr id="11" name="Oval 10">
            <a:extLst>
              <a:ext uri="{FF2B5EF4-FFF2-40B4-BE49-F238E27FC236}">
                <a16:creationId xmlns:a16="http://schemas.microsoft.com/office/drawing/2014/main" id="{D1EB3EEF-44CC-4BB9-8CB4-0030FCB2C29F}"/>
              </a:ext>
            </a:extLst>
          </p:cNvPr>
          <p:cNvSpPr/>
          <p:nvPr/>
        </p:nvSpPr>
        <p:spPr>
          <a:xfrm>
            <a:off x="10138989" y="3610984"/>
            <a:ext cx="1581150" cy="952500"/>
          </a:xfrm>
          <a:prstGeom prst="ellipse">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Claims load into FACETS_XC</a:t>
            </a:r>
          </a:p>
        </p:txBody>
      </p:sp>
      <p:sp>
        <p:nvSpPr>
          <p:cNvPr id="12" name="Oval 11">
            <a:extLst>
              <a:ext uri="{FF2B5EF4-FFF2-40B4-BE49-F238E27FC236}">
                <a16:creationId xmlns:a16="http://schemas.microsoft.com/office/drawing/2014/main" id="{B4FBBE01-4BB7-4847-AFBE-B0F4970DB395}"/>
              </a:ext>
            </a:extLst>
          </p:cNvPr>
          <p:cNvSpPr/>
          <p:nvPr/>
        </p:nvSpPr>
        <p:spPr>
          <a:xfrm>
            <a:off x="7644095" y="3619812"/>
            <a:ext cx="1581150" cy="952500"/>
          </a:xfrm>
          <a:prstGeom prst="ellipse">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The Primary – runs an XC load then a CLMU load</a:t>
            </a:r>
          </a:p>
        </p:txBody>
      </p:sp>
      <p:sp>
        <p:nvSpPr>
          <p:cNvPr id="13" name="Oval 12">
            <a:extLst>
              <a:ext uri="{FF2B5EF4-FFF2-40B4-BE49-F238E27FC236}">
                <a16:creationId xmlns:a16="http://schemas.microsoft.com/office/drawing/2014/main" id="{25C12AD6-3FDD-4CC7-BE13-C55DCED57277}"/>
              </a:ext>
            </a:extLst>
          </p:cNvPr>
          <p:cNvSpPr/>
          <p:nvPr/>
        </p:nvSpPr>
        <p:spPr>
          <a:xfrm>
            <a:off x="4113722" y="5792353"/>
            <a:ext cx="1581150" cy="952500"/>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EIDS Jobs pick up claims</a:t>
            </a:r>
          </a:p>
        </p:txBody>
      </p:sp>
      <p:sp>
        <p:nvSpPr>
          <p:cNvPr id="14" name="Oval 13">
            <a:extLst>
              <a:ext uri="{FF2B5EF4-FFF2-40B4-BE49-F238E27FC236}">
                <a16:creationId xmlns:a16="http://schemas.microsoft.com/office/drawing/2014/main" id="{4FDE9119-7FBF-4288-9AD8-ECE9C851C192}"/>
              </a:ext>
            </a:extLst>
          </p:cNvPr>
          <p:cNvSpPr/>
          <p:nvPr/>
        </p:nvSpPr>
        <p:spPr>
          <a:xfrm>
            <a:off x="6493500" y="5792353"/>
            <a:ext cx="1581150" cy="952500"/>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ODW Nightly Load picks up claims</a:t>
            </a:r>
          </a:p>
        </p:txBody>
      </p:sp>
      <p:sp>
        <p:nvSpPr>
          <p:cNvPr id="15" name="Oval 14">
            <a:extLst>
              <a:ext uri="{FF2B5EF4-FFF2-40B4-BE49-F238E27FC236}">
                <a16:creationId xmlns:a16="http://schemas.microsoft.com/office/drawing/2014/main" id="{8D24B1F9-B36B-4DB5-8E97-E696C9785A4D}"/>
              </a:ext>
            </a:extLst>
          </p:cNvPr>
          <p:cNvSpPr/>
          <p:nvPr/>
        </p:nvSpPr>
        <p:spPr>
          <a:xfrm>
            <a:off x="10138989" y="865523"/>
            <a:ext cx="1581150" cy="952500"/>
          </a:xfrm>
          <a:prstGeom prst="ellipse">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Keywords generated for the new claims</a:t>
            </a:r>
          </a:p>
        </p:txBody>
      </p:sp>
      <p:cxnSp>
        <p:nvCxnSpPr>
          <p:cNvPr id="16" name="Straight Arrow Connector 15">
            <a:extLst>
              <a:ext uri="{FF2B5EF4-FFF2-40B4-BE49-F238E27FC236}">
                <a16:creationId xmlns:a16="http://schemas.microsoft.com/office/drawing/2014/main" id="{CE858727-6391-456B-A9D5-16E3FC8A1E58}"/>
              </a:ext>
            </a:extLst>
          </p:cNvPr>
          <p:cNvCxnSpPr>
            <a:cxnSpLocks/>
            <a:stCxn id="17" idx="6"/>
            <a:endCxn id="15" idx="2"/>
          </p:cNvCxnSpPr>
          <p:nvPr/>
        </p:nvCxnSpPr>
        <p:spPr>
          <a:xfrm>
            <a:off x="9709853" y="1331475"/>
            <a:ext cx="429136" cy="1029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16AD57ED-695A-4108-9A7D-6EC1B04EDDA9}"/>
              </a:ext>
            </a:extLst>
          </p:cNvPr>
          <p:cNvSpPr/>
          <p:nvPr/>
        </p:nvSpPr>
        <p:spPr>
          <a:xfrm>
            <a:off x="8128703" y="855225"/>
            <a:ext cx="1581150" cy="952500"/>
          </a:xfrm>
          <a:prstGeom prst="ellipse">
            <a:avLst/>
          </a:prstGeom>
          <a:solidFill>
            <a:srgbClr val="BA8CD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Claims are loaded into PEGA</a:t>
            </a:r>
          </a:p>
        </p:txBody>
      </p:sp>
      <p:sp>
        <p:nvSpPr>
          <p:cNvPr id="18" name="Oval 17">
            <a:extLst>
              <a:ext uri="{FF2B5EF4-FFF2-40B4-BE49-F238E27FC236}">
                <a16:creationId xmlns:a16="http://schemas.microsoft.com/office/drawing/2014/main" id="{DC215269-425E-44EB-8ED0-92A421C45B63}"/>
              </a:ext>
            </a:extLst>
          </p:cNvPr>
          <p:cNvSpPr/>
          <p:nvPr/>
        </p:nvSpPr>
        <p:spPr>
          <a:xfrm>
            <a:off x="122733" y="855225"/>
            <a:ext cx="1581150" cy="952500"/>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Providers send 837 files containing claims</a:t>
            </a:r>
          </a:p>
        </p:txBody>
      </p:sp>
      <p:sp>
        <p:nvSpPr>
          <p:cNvPr id="19" name="Oval 18">
            <a:extLst>
              <a:ext uri="{FF2B5EF4-FFF2-40B4-BE49-F238E27FC236}">
                <a16:creationId xmlns:a16="http://schemas.microsoft.com/office/drawing/2014/main" id="{0CC5C191-960D-4C6A-8ABE-A5A9DC40EABC}"/>
              </a:ext>
            </a:extLst>
          </p:cNvPr>
          <p:cNvSpPr/>
          <p:nvPr/>
        </p:nvSpPr>
        <p:spPr>
          <a:xfrm>
            <a:off x="4200723" y="855225"/>
            <a:ext cx="1581150" cy="9525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837 files go through OTVM</a:t>
            </a:r>
          </a:p>
        </p:txBody>
      </p:sp>
      <p:sp>
        <p:nvSpPr>
          <p:cNvPr id="20" name="Oval 19">
            <a:extLst>
              <a:ext uri="{FF2B5EF4-FFF2-40B4-BE49-F238E27FC236}">
                <a16:creationId xmlns:a16="http://schemas.microsoft.com/office/drawing/2014/main" id="{D606BF45-EB7E-4090-ACB9-EF33CF21F33D}"/>
              </a:ext>
            </a:extLst>
          </p:cNvPr>
          <p:cNvSpPr/>
          <p:nvPr/>
        </p:nvSpPr>
        <p:spPr>
          <a:xfrm>
            <a:off x="2161728" y="855225"/>
            <a:ext cx="1581150" cy="952500"/>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Files go through processes with other teams</a:t>
            </a:r>
          </a:p>
        </p:txBody>
      </p:sp>
      <p:cxnSp>
        <p:nvCxnSpPr>
          <p:cNvPr id="21" name="Straight Arrow Connector 20">
            <a:extLst>
              <a:ext uri="{FF2B5EF4-FFF2-40B4-BE49-F238E27FC236}">
                <a16:creationId xmlns:a16="http://schemas.microsoft.com/office/drawing/2014/main" id="{CB798257-DA58-42FD-B2B3-FE952FC435D8}"/>
              </a:ext>
            </a:extLst>
          </p:cNvPr>
          <p:cNvCxnSpPr>
            <a:stCxn id="18" idx="6"/>
            <a:endCxn id="20" idx="2"/>
          </p:cNvCxnSpPr>
          <p:nvPr/>
        </p:nvCxnSpPr>
        <p:spPr>
          <a:xfrm>
            <a:off x="1703883" y="1331475"/>
            <a:ext cx="45784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3721A6E0-70E8-4FDB-848E-7008B2A42C60}"/>
              </a:ext>
            </a:extLst>
          </p:cNvPr>
          <p:cNvCxnSpPr>
            <a:stCxn id="20" idx="6"/>
            <a:endCxn id="19" idx="2"/>
          </p:cNvCxnSpPr>
          <p:nvPr/>
        </p:nvCxnSpPr>
        <p:spPr>
          <a:xfrm>
            <a:off x="3742878" y="1331475"/>
            <a:ext cx="45784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3" name="Oval 22">
            <a:extLst>
              <a:ext uri="{FF2B5EF4-FFF2-40B4-BE49-F238E27FC236}">
                <a16:creationId xmlns:a16="http://schemas.microsoft.com/office/drawing/2014/main" id="{6D3CEE89-CF83-4C3D-9B99-45BBD31FA4E3}"/>
              </a:ext>
            </a:extLst>
          </p:cNvPr>
          <p:cNvSpPr/>
          <p:nvPr/>
        </p:nvSpPr>
        <p:spPr>
          <a:xfrm>
            <a:off x="6164713" y="855225"/>
            <a:ext cx="1581150" cy="9525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Accepted files staged for PEGA Process</a:t>
            </a:r>
          </a:p>
        </p:txBody>
      </p:sp>
      <p:cxnSp>
        <p:nvCxnSpPr>
          <p:cNvPr id="24" name="Straight Arrow Connector 23">
            <a:extLst>
              <a:ext uri="{FF2B5EF4-FFF2-40B4-BE49-F238E27FC236}">
                <a16:creationId xmlns:a16="http://schemas.microsoft.com/office/drawing/2014/main" id="{4AEF9519-90A8-48E1-955F-345393AAD525}"/>
              </a:ext>
            </a:extLst>
          </p:cNvPr>
          <p:cNvCxnSpPr>
            <a:stCxn id="19" idx="6"/>
            <a:endCxn id="23" idx="2"/>
          </p:cNvCxnSpPr>
          <p:nvPr/>
        </p:nvCxnSpPr>
        <p:spPr>
          <a:xfrm>
            <a:off x="5781873" y="1331475"/>
            <a:ext cx="38284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a:extLst>
              <a:ext uri="{FF2B5EF4-FFF2-40B4-BE49-F238E27FC236}">
                <a16:creationId xmlns:a16="http://schemas.microsoft.com/office/drawing/2014/main" id="{3F87F431-A6DF-4D23-B78B-833A4C7391D3}"/>
              </a:ext>
            </a:extLst>
          </p:cNvPr>
          <p:cNvCxnSpPr>
            <a:stCxn id="23" idx="6"/>
            <a:endCxn id="17" idx="2"/>
          </p:cNvCxnSpPr>
          <p:nvPr/>
        </p:nvCxnSpPr>
        <p:spPr>
          <a:xfrm>
            <a:off x="7745863" y="1331475"/>
            <a:ext cx="38284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A71859FF-8C00-4F9E-8BE3-2A122B53268D}"/>
              </a:ext>
            </a:extLst>
          </p:cNvPr>
          <p:cNvCxnSpPr>
            <a:cxnSpLocks/>
            <a:stCxn id="15" idx="4"/>
            <a:endCxn id="11" idx="0"/>
          </p:cNvCxnSpPr>
          <p:nvPr/>
        </p:nvCxnSpPr>
        <p:spPr>
          <a:xfrm>
            <a:off x="10929564" y="1818023"/>
            <a:ext cx="0" cy="17929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Straight Arrow Connector 26">
            <a:extLst>
              <a:ext uri="{FF2B5EF4-FFF2-40B4-BE49-F238E27FC236}">
                <a16:creationId xmlns:a16="http://schemas.microsoft.com/office/drawing/2014/main" id="{024DD89A-A694-4A16-A617-2A4E5396804C}"/>
              </a:ext>
            </a:extLst>
          </p:cNvPr>
          <p:cNvCxnSpPr>
            <a:cxnSpLocks/>
            <a:stCxn id="11" idx="2"/>
            <a:endCxn id="12" idx="6"/>
          </p:cNvCxnSpPr>
          <p:nvPr/>
        </p:nvCxnSpPr>
        <p:spPr>
          <a:xfrm flipH="1">
            <a:off x="9225245" y="4087234"/>
            <a:ext cx="913744" cy="882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BC01F089-BAB7-4EC9-9AB2-CDDE4AD4D666}"/>
              </a:ext>
            </a:extLst>
          </p:cNvPr>
          <p:cNvCxnSpPr>
            <a:cxnSpLocks/>
            <a:stCxn id="12" idx="2"/>
            <a:endCxn id="46" idx="6"/>
          </p:cNvCxnSpPr>
          <p:nvPr/>
        </p:nvCxnSpPr>
        <p:spPr>
          <a:xfrm flipH="1" flipV="1">
            <a:off x="6917900" y="4087234"/>
            <a:ext cx="726195" cy="882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6717A86D-31C6-4BD5-897A-74EC7D843447}"/>
              </a:ext>
            </a:extLst>
          </p:cNvPr>
          <p:cNvCxnSpPr>
            <a:cxnSpLocks/>
            <a:stCxn id="81" idx="1"/>
            <a:endCxn id="13" idx="0"/>
          </p:cNvCxnSpPr>
          <p:nvPr/>
        </p:nvCxnSpPr>
        <p:spPr>
          <a:xfrm flipH="1">
            <a:off x="4904297" y="5542005"/>
            <a:ext cx="1228677" cy="25034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0" name="TextBox 29">
            <a:extLst>
              <a:ext uri="{FF2B5EF4-FFF2-40B4-BE49-F238E27FC236}">
                <a16:creationId xmlns:a16="http://schemas.microsoft.com/office/drawing/2014/main" id="{841982B8-AE6E-46FB-A662-BBA09FF394EB}"/>
              </a:ext>
            </a:extLst>
          </p:cNvPr>
          <p:cNvSpPr txBox="1"/>
          <p:nvPr/>
        </p:nvSpPr>
        <p:spPr>
          <a:xfrm>
            <a:off x="10066245" y="3383472"/>
            <a:ext cx="723229" cy="276999"/>
          </a:xfrm>
          <a:prstGeom prst="rect">
            <a:avLst/>
          </a:prstGeom>
          <a:solidFill>
            <a:schemeClr val="accent4">
              <a:lumMod val="40000"/>
              <a:lumOff val="60000"/>
            </a:schemeClr>
          </a:solidFill>
        </p:spPr>
        <p:txBody>
          <a:bodyPr wrap="square" rtlCol="0">
            <a:spAutoFit/>
          </a:bodyPr>
          <a:lstStyle/>
          <a:p>
            <a:r>
              <a:rPr lang="en-US" sz="1200" i="1" dirty="0"/>
              <a:t>XC Load</a:t>
            </a:r>
          </a:p>
        </p:txBody>
      </p:sp>
      <p:sp>
        <p:nvSpPr>
          <p:cNvPr id="31" name="TextBox 30">
            <a:extLst>
              <a:ext uri="{FF2B5EF4-FFF2-40B4-BE49-F238E27FC236}">
                <a16:creationId xmlns:a16="http://schemas.microsoft.com/office/drawing/2014/main" id="{F11D82A9-8534-4DCB-8C72-F314039A1DAC}"/>
              </a:ext>
            </a:extLst>
          </p:cNvPr>
          <p:cNvSpPr txBox="1"/>
          <p:nvPr/>
        </p:nvSpPr>
        <p:spPr>
          <a:xfrm>
            <a:off x="7975686" y="3320395"/>
            <a:ext cx="925088" cy="276999"/>
          </a:xfrm>
          <a:prstGeom prst="rect">
            <a:avLst/>
          </a:prstGeom>
          <a:solidFill>
            <a:schemeClr val="accent5">
              <a:lumMod val="40000"/>
              <a:lumOff val="60000"/>
            </a:schemeClr>
          </a:solidFill>
        </p:spPr>
        <p:txBody>
          <a:bodyPr wrap="square" rtlCol="0">
            <a:spAutoFit/>
          </a:bodyPr>
          <a:lstStyle/>
          <a:p>
            <a:r>
              <a:rPr lang="en-US" sz="1200" i="1" dirty="0"/>
              <a:t>CLMU Load</a:t>
            </a:r>
          </a:p>
        </p:txBody>
      </p:sp>
      <p:sp>
        <p:nvSpPr>
          <p:cNvPr id="45" name="Oval 44">
            <a:extLst>
              <a:ext uri="{FF2B5EF4-FFF2-40B4-BE49-F238E27FC236}">
                <a16:creationId xmlns:a16="http://schemas.microsoft.com/office/drawing/2014/main" id="{53F37751-883D-47E5-84D7-F7C1DBABB57C}"/>
              </a:ext>
            </a:extLst>
          </p:cNvPr>
          <p:cNvSpPr/>
          <p:nvPr/>
        </p:nvSpPr>
        <p:spPr>
          <a:xfrm>
            <a:off x="794191" y="3619811"/>
            <a:ext cx="1581150" cy="952500"/>
          </a:xfrm>
          <a:prstGeom prst="ellipse">
            <a:avLst/>
          </a:prstGeom>
          <a:solidFill>
            <a:srgbClr val="FF99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CKMM – Determines how much Anthem will pay</a:t>
            </a:r>
          </a:p>
        </p:txBody>
      </p:sp>
      <p:sp>
        <p:nvSpPr>
          <p:cNvPr id="46" name="Oval 45">
            <a:extLst>
              <a:ext uri="{FF2B5EF4-FFF2-40B4-BE49-F238E27FC236}">
                <a16:creationId xmlns:a16="http://schemas.microsoft.com/office/drawing/2014/main" id="{AEEBF7DD-72D6-4BE9-816B-63F5325F8711}"/>
              </a:ext>
            </a:extLst>
          </p:cNvPr>
          <p:cNvSpPr/>
          <p:nvPr/>
        </p:nvSpPr>
        <p:spPr>
          <a:xfrm>
            <a:off x="5336750" y="3610984"/>
            <a:ext cx="1581150" cy="952500"/>
          </a:xfrm>
          <a:prstGeom prst="ellipse">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Final XC Load- Claims load into GBD Facets</a:t>
            </a:r>
          </a:p>
        </p:txBody>
      </p:sp>
      <p:sp>
        <p:nvSpPr>
          <p:cNvPr id="47" name="Oval 46">
            <a:extLst>
              <a:ext uri="{FF2B5EF4-FFF2-40B4-BE49-F238E27FC236}">
                <a16:creationId xmlns:a16="http://schemas.microsoft.com/office/drawing/2014/main" id="{36921B26-38E5-4DC2-9BC2-155314D1EB8F}"/>
              </a:ext>
            </a:extLst>
          </p:cNvPr>
          <p:cNvSpPr/>
          <p:nvPr/>
        </p:nvSpPr>
        <p:spPr>
          <a:xfrm>
            <a:off x="3077492" y="3619811"/>
            <a:ext cx="1581150" cy="952500"/>
          </a:xfrm>
          <a:prstGeom prst="ellipse">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The Cleanup – Loads new day and previous day claims to GBD Facets </a:t>
            </a:r>
          </a:p>
        </p:txBody>
      </p:sp>
      <p:sp>
        <p:nvSpPr>
          <p:cNvPr id="52" name="TextBox 51">
            <a:extLst>
              <a:ext uri="{FF2B5EF4-FFF2-40B4-BE49-F238E27FC236}">
                <a16:creationId xmlns:a16="http://schemas.microsoft.com/office/drawing/2014/main" id="{2DF8EFF5-C4AF-4140-8F20-9851E9F32E01}"/>
              </a:ext>
            </a:extLst>
          </p:cNvPr>
          <p:cNvSpPr txBox="1"/>
          <p:nvPr/>
        </p:nvSpPr>
        <p:spPr>
          <a:xfrm>
            <a:off x="5759319" y="3323506"/>
            <a:ext cx="723229" cy="276999"/>
          </a:xfrm>
          <a:prstGeom prst="rect">
            <a:avLst/>
          </a:prstGeom>
          <a:solidFill>
            <a:schemeClr val="accent4">
              <a:lumMod val="40000"/>
              <a:lumOff val="60000"/>
            </a:schemeClr>
          </a:solidFill>
        </p:spPr>
        <p:txBody>
          <a:bodyPr wrap="square" rtlCol="0">
            <a:spAutoFit/>
          </a:bodyPr>
          <a:lstStyle/>
          <a:p>
            <a:r>
              <a:rPr lang="en-US" sz="1200" i="1" dirty="0"/>
              <a:t>XC Load</a:t>
            </a:r>
          </a:p>
        </p:txBody>
      </p:sp>
      <p:sp>
        <p:nvSpPr>
          <p:cNvPr id="53" name="TextBox 52">
            <a:extLst>
              <a:ext uri="{FF2B5EF4-FFF2-40B4-BE49-F238E27FC236}">
                <a16:creationId xmlns:a16="http://schemas.microsoft.com/office/drawing/2014/main" id="{FD60A296-FA6A-4398-9727-30740334B803}"/>
              </a:ext>
            </a:extLst>
          </p:cNvPr>
          <p:cNvSpPr txBox="1"/>
          <p:nvPr/>
        </p:nvSpPr>
        <p:spPr>
          <a:xfrm>
            <a:off x="5866895" y="4709167"/>
            <a:ext cx="768375" cy="276999"/>
          </a:xfrm>
          <a:prstGeom prst="rect">
            <a:avLst/>
          </a:prstGeom>
          <a:solidFill>
            <a:schemeClr val="accent4">
              <a:lumMod val="40000"/>
              <a:lumOff val="60000"/>
            </a:schemeClr>
          </a:solidFill>
        </p:spPr>
        <p:txBody>
          <a:bodyPr wrap="square" rtlCol="0">
            <a:spAutoFit/>
          </a:bodyPr>
          <a:lstStyle/>
          <a:p>
            <a:r>
              <a:rPr lang="en-US" sz="1200" b="1" i="1" u="sng" dirty="0"/>
              <a:t>CLA004A</a:t>
            </a:r>
          </a:p>
        </p:txBody>
      </p:sp>
      <p:cxnSp>
        <p:nvCxnSpPr>
          <p:cNvPr id="54" name="Straight Arrow Connector 53">
            <a:extLst>
              <a:ext uri="{FF2B5EF4-FFF2-40B4-BE49-F238E27FC236}">
                <a16:creationId xmlns:a16="http://schemas.microsoft.com/office/drawing/2014/main" id="{62F1403B-9322-4912-B074-D772AB4E57C8}"/>
              </a:ext>
            </a:extLst>
          </p:cNvPr>
          <p:cNvCxnSpPr>
            <a:cxnSpLocks/>
            <a:stCxn id="46" idx="2"/>
            <a:endCxn id="47" idx="6"/>
          </p:cNvCxnSpPr>
          <p:nvPr/>
        </p:nvCxnSpPr>
        <p:spPr>
          <a:xfrm flipH="1">
            <a:off x="4658642" y="4087234"/>
            <a:ext cx="678108" cy="88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9" name="TextBox 58">
            <a:extLst>
              <a:ext uri="{FF2B5EF4-FFF2-40B4-BE49-F238E27FC236}">
                <a16:creationId xmlns:a16="http://schemas.microsoft.com/office/drawing/2014/main" id="{FE461515-5901-4D0E-9FE2-116ADA48C00F}"/>
              </a:ext>
            </a:extLst>
          </p:cNvPr>
          <p:cNvSpPr txBox="1"/>
          <p:nvPr/>
        </p:nvSpPr>
        <p:spPr>
          <a:xfrm>
            <a:off x="3507241" y="4709167"/>
            <a:ext cx="670885" cy="276999"/>
          </a:xfrm>
          <a:prstGeom prst="rect">
            <a:avLst/>
          </a:prstGeom>
          <a:solidFill>
            <a:srgbClr val="BDD7EE"/>
          </a:solidFill>
        </p:spPr>
        <p:txBody>
          <a:bodyPr wrap="square" rtlCol="0">
            <a:spAutoFit/>
          </a:bodyPr>
          <a:lstStyle/>
          <a:p>
            <a:r>
              <a:rPr lang="en-US" sz="1200" b="1" i="1" u="sng" dirty="0"/>
              <a:t>CLA005</a:t>
            </a:r>
          </a:p>
        </p:txBody>
      </p:sp>
      <p:sp>
        <p:nvSpPr>
          <p:cNvPr id="60" name="TextBox 59">
            <a:extLst>
              <a:ext uri="{FF2B5EF4-FFF2-40B4-BE49-F238E27FC236}">
                <a16:creationId xmlns:a16="http://schemas.microsoft.com/office/drawing/2014/main" id="{F0B260EC-A45C-4CE4-8AA9-746DFBB45C5B}"/>
              </a:ext>
            </a:extLst>
          </p:cNvPr>
          <p:cNvSpPr txBox="1"/>
          <p:nvPr/>
        </p:nvSpPr>
        <p:spPr>
          <a:xfrm>
            <a:off x="3401550" y="3284315"/>
            <a:ext cx="925088" cy="276999"/>
          </a:xfrm>
          <a:prstGeom prst="rect">
            <a:avLst/>
          </a:prstGeom>
          <a:solidFill>
            <a:schemeClr val="accent5">
              <a:lumMod val="40000"/>
              <a:lumOff val="60000"/>
            </a:schemeClr>
          </a:solidFill>
        </p:spPr>
        <p:txBody>
          <a:bodyPr wrap="square" rtlCol="0">
            <a:spAutoFit/>
          </a:bodyPr>
          <a:lstStyle/>
          <a:p>
            <a:r>
              <a:rPr lang="en-US" sz="1200" i="1" dirty="0"/>
              <a:t>CLMU Load</a:t>
            </a:r>
          </a:p>
        </p:txBody>
      </p:sp>
      <p:sp>
        <p:nvSpPr>
          <p:cNvPr id="61" name="TextBox 60">
            <a:extLst>
              <a:ext uri="{FF2B5EF4-FFF2-40B4-BE49-F238E27FC236}">
                <a16:creationId xmlns:a16="http://schemas.microsoft.com/office/drawing/2014/main" id="{8F52AA90-08D6-4ED4-834C-7CE1B893952B}"/>
              </a:ext>
            </a:extLst>
          </p:cNvPr>
          <p:cNvSpPr txBox="1"/>
          <p:nvPr/>
        </p:nvSpPr>
        <p:spPr>
          <a:xfrm>
            <a:off x="7214054" y="3653183"/>
            <a:ext cx="723229" cy="276999"/>
          </a:xfrm>
          <a:prstGeom prst="rect">
            <a:avLst/>
          </a:prstGeom>
          <a:solidFill>
            <a:schemeClr val="accent4">
              <a:lumMod val="40000"/>
              <a:lumOff val="60000"/>
            </a:schemeClr>
          </a:solidFill>
        </p:spPr>
        <p:txBody>
          <a:bodyPr wrap="square" rtlCol="0">
            <a:spAutoFit/>
          </a:bodyPr>
          <a:lstStyle/>
          <a:p>
            <a:r>
              <a:rPr lang="en-US" sz="1200" i="1" dirty="0"/>
              <a:t>XC Load</a:t>
            </a:r>
          </a:p>
        </p:txBody>
      </p:sp>
      <p:cxnSp>
        <p:nvCxnSpPr>
          <p:cNvPr id="62" name="Straight Arrow Connector 61">
            <a:extLst>
              <a:ext uri="{FF2B5EF4-FFF2-40B4-BE49-F238E27FC236}">
                <a16:creationId xmlns:a16="http://schemas.microsoft.com/office/drawing/2014/main" id="{3CB67AE8-B21A-450C-B7CB-F45B5E26562F}"/>
              </a:ext>
            </a:extLst>
          </p:cNvPr>
          <p:cNvCxnSpPr>
            <a:cxnSpLocks/>
            <a:stCxn id="47" idx="2"/>
            <a:endCxn id="45" idx="6"/>
          </p:cNvCxnSpPr>
          <p:nvPr/>
        </p:nvCxnSpPr>
        <p:spPr>
          <a:xfrm flipH="1">
            <a:off x="2375341" y="4096061"/>
            <a:ext cx="70215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1" name="Straight Arrow Connector 70">
            <a:extLst>
              <a:ext uri="{FF2B5EF4-FFF2-40B4-BE49-F238E27FC236}">
                <a16:creationId xmlns:a16="http://schemas.microsoft.com/office/drawing/2014/main" id="{EC0A6197-3E40-43B6-BABA-6D7A5F4889AB}"/>
              </a:ext>
            </a:extLst>
          </p:cNvPr>
          <p:cNvCxnSpPr>
            <a:cxnSpLocks/>
            <a:stCxn id="81" idx="1"/>
            <a:endCxn id="14" idx="0"/>
          </p:cNvCxnSpPr>
          <p:nvPr/>
        </p:nvCxnSpPr>
        <p:spPr>
          <a:xfrm>
            <a:off x="6132974" y="5542005"/>
            <a:ext cx="1151101" cy="25034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1" name="Right Brace 80">
            <a:extLst>
              <a:ext uri="{FF2B5EF4-FFF2-40B4-BE49-F238E27FC236}">
                <a16:creationId xmlns:a16="http://schemas.microsoft.com/office/drawing/2014/main" id="{6C928522-E9AE-4DB3-8006-01854892552F}"/>
              </a:ext>
            </a:extLst>
          </p:cNvPr>
          <p:cNvSpPr/>
          <p:nvPr/>
        </p:nvSpPr>
        <p:spPr>
          <a:xfrm rot="5400000">
            <a:off x="5781898" y="2262548"/>
            <a:ext cx="702151" cy="5856762"/>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 name="TextBox 1">
            <a:extLst>
              <a:ext uri="{FF2B5EF4-FFF2-40B4-BE49-F238E27FC236}">
                <a16:creationId xmlns:a16="http://schemas.microsoft.com/office/drawing/2014/main" id="{049DA274-030B-49FC-85FC-486483B07657}"/>
              </a:ext>
            </a:extLst>
          </p:cNvPr>
          <p:cNvSpPr txBox="1"/>
          <p:nvPr/>
        </p:nvSpPr>
        <p:spPr>
          <a:xfrm>
            <a:off x="1159317" y="4687317"/>
            <a:ext cx="755335" cy="646331"/>
          </a:xfrm>
          <a:prstGeom prst="rect">
            <a:avLst/>
          </a:prstGeom>
          <a:solidFill>
            <a:srgbClr val="FF99FF"/>
          </a:solidFill>
        </p:spPr>
        <p:txBody>
          <a:bodyPr wrap="none" rtlCol="0">
            <a:spAutoFit/>
          </a:bodyPr>
          <a:lstStyle/>
          <a:p>
            <a:r>
              <a:rPr lang="en-US" sz="1200" b="1" i="1" u="sng" dirty="0"/>
              <a:t>CPC009A</a:t>
            </a:r>
          </a:p>
          <a:p>
            <a:r>
              <a:rPr lang="en-US" sz="1200" b="1" i="1" u="sng" dirty="0"/>
              <a:t>CPC009B</a:t>
            </a:r>
          </a:p>
          <a:p>
            <a:r>
              <a:rPr lang="en-US" sz="1200" b="1" i="1" u="sng" dirty="0"/>
              <a:t>CPC009C</a:t>
            </a:r>
          </a:p>
        </p:txBody>
      </p:sp>
      <p:sp>
        <p:nvSpPr>
          <p:cNvPr id="34" name="Rectangle 33">
            <a:extLst>
              <a:ext uri="{FF2B5EF4-FFF2-40B4-BE49-F238E27FC236}">
                <a16:creationId xmlns:a16="http://schemas.microsoft.com/office/drawing/2014/main" id="{8578DAF3-43FB-4872-8719-B23E987898C6}"/>
              </a:ext>
            </a:extLst>
          </p:cNvPr>
          <p:cNvSpPr/>
          <p:nvPr/>
        </p:nvSpPr>
        <p:spPr>
          <a:xfrm>
            <a:off x="10458730" y="2615805"/>
            <a:ext cx="941668" cy="9869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800" dirty="0"/>
              <a:t>Monday-Friday</a:t>
            </a:r>
          </a:p>
        </p:txBody>
      </p:sp>
      <p:sp>
        <p:nvSpPr>
          <p:cNvPr id="49" name="Oval 48">
            <a:extLst>
              <a:ext uri="{FF2B5EF4-FFF2-40B4-BE49-F238E27FC236}">
                <a16:creationId xmlns:a16="http://schemas.microsoft.com/office/drawing/2014/main" id="{A9EDD5C7-0985-EEAF-BA32-3FF2981498D3}"/>
              </a:ext>
            </a:extLst>
          </p:cNvPr>
          <p:cNvSpPr/>
          <p:nvPr/>
        </p:nvSpPr>
        <p:spPr>
          <a:xfrm>
            <a:off x="4113722" y="2380507"/>
            <a:ext cx="1799143" cy="806387"/>
          </a:xfrm>
          <a:prstGeom prst="ellipse">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The Weekend Cleanup – Loads new day and previous day claims to GBD Facets </a:t>
            </a:r>
          </a:p>
        </p:txBody>
      </p:sp>
      <p:sp>
        <p:nvSpPr>
          <p:cNvPr id="51" name="TextBox 50">
            <a:extLst>
              <a:ext uri="{FF2B5EF4-FFF2-40B4-BE49-F238E27FC236}">
                <a16:creationId xmlns:a16="http://schemas.microsoft.com/office/drawing/2014/main" id="{86CA7F70-2300-C569-80A5-7AB3D46CD01D}"/>
              </a:ext>
            </a:extLst>
          </p:cNvPr>
          <p:cNvSpPr txBox="1"/>
          <p:nvPr/>
        </p:nvSpPr>
        <p:spPr>
          <a:xfrm>
            <a:off x="4662603" y="3264144"/>
            <a:ext cx="670885" cy="261610"/>
          </a:xfrm>
          <a:prstGeom prst="rect">
            <a:avLst/>
          </a:prstGeom>
          <a:solidFill>
            <a:srgbClr val="BDD7EE"/>
          </a:solidFill>
        </p:spPr>
        <p:txBody>
          <a:bodyPr wrap="square" rtlCol="0">
            <a:spAutoFit/>
          </a:bodyPr>
          <a:lstStyle/>
          <a:p>
            <a:r>
              <a:rPr lang="en-US" sz="1050" b="1" i="1" u="sng" dirty="0"/>
              <a:t>CLA015</a:t>
            </a:r>
          </a:p>
        </p:txBody>
      </p:sp>
      <p:sp>
        <p:nvSpPr>
          <p:cNvPr id="55" name="Oval 54">
            <a:extLst>
              <a:ext uri="{FF2B5EF4-FFF2-40B4-BE49-F238E27FC236}">
                <a16:creationId xmlns:a16="http://schemas.microsoft.com/office/drawing/2014/main" id="{FC7F1427-BDDC-E1F7-0753-7A532CBD9BF2}"/>
              </a:ext>
            </a:extLst>
          </p:cNvPr>
          <p:cNvSpPr/>
          <p:nvPr/>
        </p:nvSpPr>
        <p:spPr>
          <a:xfrm>
            <a:off x="6757353" y="2362463"/>
            <a:ext cx="1379020" cy="806387"/>
          </a:xfrm>
          <a:prstGeom prst="ellipse">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Final XC Load- Claims load into GBD Facets</a:t>
            </a:r>
          </a:p>
        </p:txBody>
      </p:sp>
      <p:sp>
        <p:nvSpPr>
          <p:cNvPr id="56" name="TextBox 55">
            <a:extLst>
              <a:ext uri="{FF2B5EF4-FFF2-40B4-BE49-F238E27FC236}">
                <a16:creationId xmlns:a16="http://schemas.microsoft.com/office/drawing/2014/main" id="{6C71D2BE-31E3-5234-DE2D-80B47A61BF56}"/>
              </a:ext>
            </a:extLst>
          </p:cNvPr>
          <p:cNvSpPr txBox="1"/>
          <p:nvPr/>
        </p:nvSpPr>
        <p:spPr>
          <a:xfrm>
            <a:off x="7064711" y="3212613"/>
            <a:ext cx="768375" cy="261610"/>
          </a:xfrm>
          <a:prstGeom prst="rect">
            <a:avLst/>
          </a:prstGeom>
          <a:solidFill>
            <a:schemeClr val="accent4">
              <a:lumMod val="40000"/>
              <a:lumOff val="60000"/>
            </a:schemeClr>
          </a:solidFill>
        </p:spPr>
        <p:txBody>
          <a:bodyPr wrap="square" rtlCol="0">
            <a:spAutoFit/>
          </a:bodyPr>
          <a:lstStyle/>
          <a:p>
            <a:r>
              <a:rPr lang="en-US" sz="1050" b="1" i="1" u="sng" dirty="0"/>
              <a:t>CLA004A</a:t>
            </a:r>
          </a:p>
        </p:txBody>
      </p:sp>
      <p:cxnSp>
        <p:nvCxnSpPr>
          <p:cNvPr id="57" name="Straight Arrow Connector 56">
            <a:extLst>
              <a:ext uri="{FF2B5EF4-FFF2-40B4-BE49-F238E27FC236}">
                <a16:creationId xmlns:a16="http://schemas.microsoft.com/office/drawing/2014/main" id="{6A2414FF-C553-E4DD-18F6-ADDA42A02B29}"/>
              </a:ext>
            </a:extLst>
          </p:cNvPr>
          <p:cNvCxnSpPr>
            <a:cxnSpLocks/>
            <a:stCxn id="15" idx="3"/>
            <a:endCxn id="55" idx="6"/>
          </p:cNvCxnSpPr>
          <p:nvPr/>
        </p:nvCxnSpPr>
        <p:spPr>
          <a:xfrm flipH="1">
            <a:off x="8136373" y="1678533"/>
            <a:ext cx="2234170" cy="108712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3" name="Rectangle 62">
            <a:extLst>
              <a:ext uri="{FF2B5EF4-FFF2-40B4-BE49-F238E27FC236}">
                <a16:creationId xmlns:a16="http://schemas.microsoft.com/office/drawing/2014/main" id="{A9B8E07C-21F8-34CA-81EE-18ADDA647E98}"/>
              </a:ext>
            </a:extLst>
          </p:cNvPr>
          <p:cNvSpPr/>
          <p:nvPr/>
        </p:nvSpPr>
        <p:spPr>
          <a:xfrm>
            <a:off x="8779700" y="2195047"/>
            <a:ext cx="1077631" cy="14484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800" dirty="0"/>
              <a:t>Saturday</a:t>
            </a:r>
          </a:p>
        </p:txBody>
      </p:sp>
      <p:cxnSp>
        <p:nvCxnSpPr>
          <p:cNvPr id="64" name="Straight Arrow Connector 63">
            <a:extLst>
              <a:ext uri="{FF2B5EF4-FFF2-40B4-BE49-F238E27FC236}">
                <a16:creationId xmlns:a16="http://schemas.microsoft.com/office/drawing/2014/main" id="{8EC5FBF0-C808-D0CB-43F2-E68A761B65A7}"/>
              </a:ext>
            </a:extLst>
          </p:cNvPr>
          <p:cNvCxnSpPr>
            <a:cxnSpLocks/>
            <a:stCxn id="55" idx="2"/>
            <a:endCxn id="49" idx="6"/>
          </p:cNvCxnSpPr>
          <p:nvPr/>
        </p:nvCxnSpPr>
        <p:spPr>
          <a:xfrm flipH="1">
            <a:off x="5912865" y="2765657"/>
            <a:ext cx="844488" cy="1804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2" name="TextBox 81">
            <a:extLst>
              <a:ext uri="{FF2B5EF4-FFF2-40B4-BE49-F238E27FC236}">
                <a16:creationId xmlns:a16="http://schemas.microsoft.com/office/drawing/2014/main" id="{472C157C-EE07-F715-E8DA-F6274F4E99DC}"/>
              </a:ext>
            </a:extLst>
          </p:cNvPr>
          <p:cNvSpPr txBox="1"/>
          <p:nvPr/>
        </p:nvSpPr>
        <p:spPr>
          <a:xfrm>
            <a:off x="4535501" y="2068566"/>
            <a:ext cx="925088" cy="276999"/>
          </a:xfrm>
          <a:prstGeom prst="rect">
            <a:avLst/>
          </a:prstGeom>
          <a:solidFill>
            <a:schemeClr val="accent5">
              <a:lumMod val="40000"/>
              <a:lumOff val="60000"/>
            </a:schemeClr>
          </a:solidFill>
        </p:spPr>
        <p:txBody>
          <a:bodyPr wrap="square" rtlCol="0">
            <a:spAutoFit/>
          </a:bodyPr>
          <a:lstStyle/>
          <a:p>
            <a:r>
              <a:rPr lang="en-US" sz="1200" i="1" dirty="0"/>
              <a:t>CLMU Load</a:t>
            </a:r>
          </a:p>
        </p:txBody>
      </p:sp>
      <p:sp>
        <p:nvSpPr>
          <p:cNvPr id="83" name="TextBox 82">
            <a:extLst>
              <a:ext uri="{FF2B5EF4-FFF2-40B4-BE49-F238E27FC236}">
                <a16:creationId xmlns:a16="http://schemas.microsoft.com/office/drawing/2014/main" id="{529B9952-0619-69E8-F860-816751275F99}"/>
              </a:ext>
            </a:extLst>
          </p:cNvPr>
          <p:cNvSpPr txBox="1"/>
          <p:nvPr/>
        </p:nvSpPr>
        <p:spPr>
          <a:xfrm>
            <a:off x="7085249" y="2081928"/>
            <a:ext cx="723229" cy="276999"/>
          </a:xfrm>
          <a:prstGeom prst="rect">
            <a:avLst/>
          </a:prstGeom>
          <a:solidFill>
            <a:schemeClr val="accent4">
              <a:lumMod val="40000"/>
              <a:lumOff val="60000"/>
            </a:schemeClr>
          </a:solidFill>
        </p:spPr>
        <p:txBody>
          <a:bodyPr wrap="square" rtlCol="0">
            <a:spAutoFit/>
          </a:bodyPr>
          <a:lstStyle/>
          <a:p>
            <a:r>
              <a:rPr lang="en-US" sz="1200" i="1" dirty="0"/>
              <a:t>XC Load</a:t>
            </a:r>
          </a:p>
        </p:txBody>
      </p:sp>
      <p:cxnSp>
        <p:nvCxnSpPr>
          <p:cNvPr id="91" name="Straight Arrow Connector 90">
            <a:extLst>
              <a:ext uri="{FF2B5EF4-FFF2-40B4-BE49-F238E27FC236}">
                <a16:creationId xmlns:a16="http://schemas.microsoft.com/office/drawing/2014/main" id="{071992A5-035D-1E35-B649-5886EC135482}"/>
              </a:ext>
            </a:extLst>
          </p:cNvPr>
          <p:cNvCxnSpPr>
            <a:cxnSpLocks/>
            <a:stCxn id="49" idx="2"/>
            <a:endCxn id="45" idx="7"/>
          </p:cNvCxnSpPr>
          <p:nvPr/>
        </p:nvCxnSpPr>
        <p:spPr>
          <a:xfrm flipH="1">
            <a:off x="2143787" y="2783701"/>
            <a:ext cx="1969935" cy="9756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8" name="Straight Arrow Connector 47">
            <a:extLst>
              <a:ext uri="{FF2B5EF4-FFF2-40B4-BE49-F238E27FC236}">
                <a16:creationId xmlns:a16="http://schemas.microsoft.com/office/drawing/2014/main" id="{D26C9297-28C7-460E-D820-A765B6A4A58E}"/>
              </a:ext>
            </a:extLst>
          </p:cNvPr>
          <p:cNvCxnSpPr>
            <a:cxnSpLocks/>
          </p:cNvCxnSpPr>
          <p:nvPr/>
        </p:nvCxnSpPr>
        <p:spPr>
          <a:xfrm flipH="1">
            <a:off x="5645139" y="1981649"/>
            <a:ext cx="658236" cy="50033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8" name="Rectangle 57">
            <a:extLst>
              <a:ext uri="{FF2B5EF4-FFF2-40B4-BE49-F238E27FC236}">
                <a16:creationId xmlns:a16="http://schemas.microsoft.com/office/drawing/2014/main" id="{0A618815-4EAB-92E0-35E5-01FFD2DCED6B}"/>
              </a:ext>
            </a:extLst>
          </p:cNvPr>
          <p:cNvSpPr/>
          <p:nvPr/>
        </p:nvSpPr>
        <p:spPr>
          <a:xfrm>
            <a:off x="5709146" y="1898249"/>
            <a:ext cx="1077631" cy="14484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800" dirty="0"/>
              <a:t>Sunday</a:t>
            </a:r>
          </a:p>
        </p:txBody>
      </p:sp>
      <p:sp>
        <p:nvSpPr>
          <p:cNvPr id="67" name="Rectangle 66">
            <a:extLst>
              <a:ext uri="{FF2B5EF4-FFF2-40B4-BE49-F238E27FC236}">
                <a16:creationId xmlns:a16="http://schemas.microsoft.com/office/drawing/2014/main" id="{E4CE26FC-F3F4-F7CB-D75B-F5F3D9C63060}"/>
              </a:ext>
            </a:extLst>
          </p:cNvPr>
          <p:cNvSpPr/>
          <p:nvPr/>
        </p:nvSpPr>
        <p:spPr>
          <a:xfrm>
            <a:off x="3401550" y="482700"/>
            <a:ext cx="1047842" cy="17226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800" dirty="0"/>
              <a:t>Monday-Saturday</a:t>
            </a:r>
          </a:p>
        </p:txBody>
      </p:sp>
      <p:cxnSp>
        <p:nvCxnSpPr>
          <p:cNvPr id="68" name="Straight Arrow Connector 67">
            <a:extLst>
              <a:ext uri="{FF2B5EF4-FFF2-40B4-BE49-F238E27FC236}">
                <a16:creationId xmlns:a16="http://schemas.microsoft.com/office/drawing/2014/main" id="{024FEA7B-E85D-E0C2-8BE8-BFE3DF08D620}"/>
              </a:ext>
            </a:extLst>
          </p:cNvPr>
          <p:cNvCxnSpPr>
            <a:cxnSpLocks/>
            <a:stCxn id="67" idx="2"/>
          </p:cNvCxnSpPr>
          <p:nvPr/>
        </p:nvCxnSpPr>
        <p:spPr>
          <a:xfrm>
            <a:off x="3925471" y="654969"/>
            <a:ext cx="0" cy="686804"/>
          </a:xfrm>
          <a:prstGeom prst="straightConnector1">
            <a:avLst/>
          </a:prstGeom>
          <a:ln>
            <a:tailEnd type="none"/>
          </a:ln>
        </p:spPr>
        <p:style>
          <a:lnRef idx="1">
            <a:schemeClr val="dk1"/>
          </a:lnRef>
          <a:fillRef idx="0">
            <a:schemeClr val="dk1"/>
          </a:fillRef>
          <a:effectRef idx="0">
            <a:schemeClr val="dk1"/>
          </a:effectRef>
          <a:fontRef idx="minor">
            <a:schemeClr val="tx1"/>
          </a:fontRef>
        </p:style>
      </p:cxnSp>
      <p:sp>
        <p:nvSpPr>
          <p:cNvPr id="33" name="Title 1">
            <a:extLst>
              <a:ext uri="{FF2B5EF4-FFF2-40B4-BE49-F238E27FC236}">
                <a16:creationId xmlns:a16="http://schemas.microsoft.com/office/drawing/2014/main" id="{550A1E58-29D6-F75B-6AC5-7B3FF3ECF395}"/>
              </a:ext>
            </a:extLst>
          </p:cNvPr>
          <p:cNvSpPr>
            <a:spLocks noGrp="1"/>
          </p:cNvSpPr>
          <p:nvPr>
            <p:ph type="title"/>
          </p:nvPr>
        </p:nvSpPr>
        <p:spPr>
          <a:xfrm>
            <a:off x="794191" y="63202"/>
            <a:ext cx="7287157" cy="384556"/>
          </a:xfrm>
        </p:spPr>
        <p:txBody>
          <a:bodyPr>
            <a:noAutofit/>
          </a:bodyPr>
          <a:lstStyle/>
          <a:p>
            <a:r>
              <a:rPr lang="en-US" sz="2400" b="1" dirty="0"/>
              <a:t>A Detailed Overview with Tidal Jobs by day of the week</a:t>
            </a:r>
          </a:p>
        </p:txBody>
      </p:sp>
    </p:spTree>
    <p:extLst>
      <p:ext uri="{BB962C8B-B14F-4D97-AF65-F5344CB8AC3E}">
        <p14:creationId xmlns:p14="http://schemas.microsoft.com/office/powerpoint/2010/main" val="4061758374"/>
      </p:ext>
    </p:extLst>
  </p:cSld>
  <p:clrMapOvr>
    <a:masterClrMapping/>
  </p:clrMapOvr>
</p:sld>
</file>

<file path=ppt/theme/theme1.xml><?xml version="1.0" encoding="utf-8"?>
<a:theme xmlns:a="http://schemas.openxmlformats.org/drawingml/2006/main" name="BrushVTI">
  <a:themeElements>
    <a:clrScheme name="AnalogousFromLightSeedRightStep">
      <a:dk1>
        <a:srgbClr val="000000"/>
      </a:dk1>
      <a:lt1>
        <a:srgbClr val="FFFFFF"/>
      </a:lt1>
      <a:dk2>
        <a:srgbClr val="3A3621"/>
      </a:dk2>
      <a:lt2>
        <a:srgbClr val="E2E8E5"/>
      </a:lt2>
      <a:accent1>
        <a:srgbClr val="EA73A4"/>
      </a:accent1>
      <a:accent2>
        <a:srgbClr val="E55454"/>
      </a:accent2>
      <a:accent3>
        <a:srgbClr val="E59053"/>
      </a:accent3>
      <a:accent4>
        <a:srgbClr val="B6A343"/>
      </a:accent4>
      <a:accent5>
        <a:srgbClr val="95AB54"/>
      </a:accent5>
      <a:accent6>
        <a:srgbClr val="69B643"/>
      </a:accent6>
      <a:hlink>
        <a:srgbClr val="578F78"/>
      </a:hlink>
      <a:folHlink>
        <a:srgbClr val="7F7F7F"/>
      </a:folHlink>
    </a:clrScheme>
    <a:fontScheme name="Custom 3">
      <a:majorFont>
        <a:latin typeface="Elephant"/>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rushVTI" id="{7102FA3A-9D7B-4497-8C4B-FB535AAFDE06}" vid="{C6D41F62-6FAB-440A-BEC7-CB7BF190811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15947</TotalTime>
  <Words>1305</Words>
  <Application>Microsoft Office PowerPoint</Application>
  <PresentationFormat>Widescreen</PresentationFormat>
  <Paragraphs>184</Paragraphs>
  <Slides>19</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19</vt:i4>
      </vt:variant>
    </vt:vector>
  </HeadingPairs>
  <TitlesOfParts>
    <vt:vector size="26" baseType="lpstr">
      <vt:lpstr>Arial</vt:lpstr>
      <vt:lpstr>Calibri</vt:lpstr>
      <vt:lpstr>Calibri Light</vt:lpstr>
      <vt:lpstr>Century Gothic</vt:lpstr>
      <vt:lpstr>Elephant</vt:lpstr>
      <vt:lpstr>BrushVTI</vt:lpstr>
      <vt:lpstr>Office Theme</vt:lpstr>
      <vt:lpstr>COPS Training</vt:lpstr>
      <vt:lpstr>Previously:</vt:lpstr>
      <vt:lpstr>New Terminology</vt:lpstr>
      <vt:lpstr>An Overview: with Tidal Jobs</vt:lpstr>
      <vt:lpstr>CLA303B – OTVM and PEGA Staging</vt:lpstr>
      <vt:lpstr>The path of the file through OTVM</vt:lpstr>
      <vt:lpstr>OTVM Statuses</vt:lpstr>
      <vt:lpstr>PEGA Load- New Day and Recycle Claims</vt:lpstr>
      <vt:lpstr>CLA303D, CLA303E, CLA301B – PEGA Load</vt:lpstr>
      <vt:lpstr>Keywords</vt:lpstr>
      <vt:lpstr>CLA305A, CLA305B - Keywords</vt:lpstr>
      <vt:lpstr>CLA002 – XC Load</vt:lpstr>
      <vt:lpstr>CLA002B (“The Primary”) – CLMU Load</vt:lpstr>
      <vt:lpstr>CLA004A – Final XC Load</vt:lpstr>
      <vt:lpstr>CLA005 - Cleanup</vt:lpstr>
      <vt:lpstr>CLA005 - Cleanup</vt:lpstr>
      <vt:lpstr>CLA015 – CLMU Weekend Cleanup</vt:lpstr>
      <vt:lpstr>CPC009A, B, and C - CKMM</vt:lpstr>
      <vt:lpstr>A Detailed Overview with Tidal Jobs by day of the week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COPS Training</dc:title>
  <dc:creator>Rissa</dc:creator>
  <cp:lastModifiedBy>Williams, Scott</cp:lastModifiedBy>
  <cp:revision>8</cp:revision>
  <dcterms:created xsi:type="dcterms:W3CDTF">2021-12-17T19:38:51Z</dcterms:created>
  <dcterms:modified xsi:type="dcterms:W3CDTF">2022-12-07T21:15:16Z</dcterms:modified>
</cp:coreProperties>
</file>