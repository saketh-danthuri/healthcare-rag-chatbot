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345" r:id="rId5"/>
    <p:sldId id="360" r:id="rId6"/>
    <p:sldId id="359" r:id="rId7"/>
    <p:sldId id="366" r:id="rId8"/>
    <p:sldId id="367" r:id="rId9"/>
    <p:sldId id="368" r:id="rId10"/>
    <p:sldId id="370" r:id="rId11"/>
    <p:sldId id="371" r:id="rId12"/>
    <p:sldId id="369" r:id="rId13"/>
  </p:sldIdLst>
  <p:sldSz cx="12192000" cy="6858000"/>
  <p:notesSz cx="6858000" cy="9144000"/>
  <p:embeddedFontLst>
    <p:embeddedFont>
      <p:font typeface="Elevance Sans" panose="020B0604020202020204" charset="0"/>
      <p:regular r:id="rId16"/>
      <p:bold r:id="rId17"/>
      <p:italic r:id="rId18"/>
      <p:boldItalic r:id="rId19"/>
    </p:embeddedFont>
    <p:embeddedFont>
      <p:font typeface="Elevance Sans Medium" panose="020B0604020202020204" charset="0"/>
      <p:regular r:id="rId20"/>
      <p: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1E33"/>
    <a:srgbClr val="00BBBA"/>
    <a:srgbClr val="FF2700"/>
    <a:srgbClr val="FADDB2"/>
    <a:srgbClr val="FCEED9"/>
    <a:srgbClr val="D9F2DF"/>
    <a:srgbClr val="B2E4C0"/>
    <a:srgbClr val="66CA81"/>
    <a:srgbClr val="00A72D"/>
    <a:srgbClr val="F6DF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FFE5C2-9E5E-4E70-AD1D-4FC6B8402827}" v="979" dt="2024-01-04T20:19:30.2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649"/>
    <p:restoredTop sz="96327"/>
  </p:normalViewPr>
  <p:slideViewPr>
    <p:cSldViewPr snapToGrid="0" snapToObjects="1">
      <p:cViewPr varScale="1">
        <p:scale>
          <a:sx n="124" d="100"/>
          <a:sy n="124" d="100"/>
        </p:scale>
        <p:origin x="408" y="168"/>
      </p:cViewPr>
      <p:guideLst>
        <p:guide orient="horz" pos="1896"/>
        <p:guide pos="3840"/>
      </p:guideLst>
    </p:cSldViewPr>
  </p:slideViewPr>
  <p:outlineViewPr>
    <p:cViewPr>
      <p:scale>
        <a:sx n="33" d="100"/>
        <a:sy n="33" d="100"/>
      </p:scale>
      <p:origin x="0" y="-821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1" d="100"/>
        <a:sy n="81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1F217-69AE-0247-B26D-2B54DE7657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121651" y="8669171"/>
            <a:ext cx="608013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C619AE-D0BE-2C4D-8668-6FFD92BD8731}" type="slidenum">
              <a:rPr lang="en-US" sz="1000" smtClean="0">
                <a:latin typeface="Elevance Sans" pitchFamily="2" charset="0"/>
              </a:rPr>
              <a:t>‹#›</a:t>
            </a:fld>
            <a:endParaRPr lang="en-US" sz="1000" dirty="0">
              <a:latin typeface="Elevance Sans" pitchFamily="2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EB2EB2B-6EFD-894E-BF30-59CF3BDF0DD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38908" y="193776"/>
            <a:ext cx="822158" cy="34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08968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/>
    </p:ext>
  </p:extLst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788068"/>
            <a:ext cx="5486400" cy="308610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799" y="4118944"/>
            <a:ext cx="5486401" cy="4236988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D854997-C3E0-AF45-9092-600C73DBE8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121651" y="8669171"/>
            <a:ext cx="608013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C619AE-D0BE-2C4D-8668-6FFD92BD8731}" type="slidenum">
              <a:rPr lang="en-US" sz="1000" smtClean="0">
                <a:latin typeface="Elevance Sans" pitchFamily="2" charset="0"/>
              </a:rPr>
              <a:t>‹#›</a:t>
            </a:fld>
            <a:endParaRPr lang="en-US" sz="1000" dirty="0">
              <a:latin typeface="Elevance Sans" pitchFamily="2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F76B35-A041-ED4C-B5B7-51D082AA69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38908" y="193776"/>
            <a:ext cx="822158" cy="34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720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Elevance Sans" panose="00000800000000000000" pitchFamily="50" charset="0"/>
        <a:ea typeface="+mn-ea"/>
        <a:cs typeface="+mn-cs"/>
      </a:defRPr>
    </a:lvl1pPr>
    <a:lvl2pPr marL="230188" indent="-222250" algn="l" defTabSz="914400" rtl="0" eaLnBrk="1" latinLnBrk="0" hangingPunct="1">
      <a:buFont typeface="Elevance Sans" pitchFamily="2" charset="0"/>
      <a:buChar char="•"/>
      <a:tabLst/>
      <a:defRPr sz="1200" kern="1200">
        <a:solidFill>
          <a:schemeClr val="tx1"/>
        </a:solidFill>
        <a:latin typeface="Elevance Sans" panose="00000800000000000000" pitchFamily="50" charset="0"/>
        <a:ea typeface="+mn-ea"/>
        <a:cs typeface="+mn-cs"/>
      </a:defRPr>
    </a:lvl2pPr>
    <a:lvl3pPr marL="461963" indent="-223838" algn="l" defTabSz="914400" rtl="0" eaLnBrk="1" latinLnBrk="0" hangingPunct="1">
      <a:buFont typeface="Elevance Sans" pitchFamily="2" charset="0"/>
      <a:buChar char="‒"/>
      <a:tabLst/>
      <a:defRPr sz="1200" kern="1200">
        <a:solidFill>
          <a:schemeClr val="tx1"/>
        </a:solidFill>
        <a:latin typeface="Elevance Sans" panose="00000800000000000000" pitchFamily="50" charset="0"/>
        <a:ea typeface="+mn-ea"/>
        <a:cs typeface="+mn-cs"/>
      </a:defRPr>
    </a:lvl3pPr>
    <a:lvl4pPr marL="685800" indent="-231775" algn="l" defTabSz="914400" rtl="0" eaLnBrk="1" latinLnBrk="0" hangingPunct="1">
      <a:buFont typeface="Elevance Sans" pitchFamily="2" charset="0"/>
      <a:buChar char="•"/>
      <a:tabLst/>
      <a:defRPr sz="1200" kern="1200">
        <a:solidFill>
          <a:schemeClr val="tx1"/>
        </a:solidFill>
        <a:latin typeface="Elevance Sans" panose="00000800000000000000" pitchFamily="50" charset="0"/>
        <a:ea typeface="+mn-ea"/>
        <a:cs typeface="+mn-cs"/>
      </a:defRPr>
    </a:lvl4pPr>
    <a:lvl5pPr marL="917575" indent="-231775" algn="l" defTabSz="914400" rtl="0" eaLnBrk="1" latinLnBrk="0" hangingPunct="1">
      <a:buFont typeface="Elevance Sans" pitchFamily="2" charset="0"/>
      <a:buChar char="‒"/>
      <a:tabLst/>
      <a:defRPr sz="1200" kern="1200">
        <a:solidFill>
          <a:schemeClr val="tx1"/>
        </a:solidFill>
        <a:latin typeface="Elevance Sans" panose="00000800000000000000" pitchFamily="5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9.png"/><Relationship Id="rId7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0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2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2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2.e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2.emf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2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2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2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2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2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5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5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5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5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5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16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6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11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4" Type="http://schemas.openxmlformats.org/officeDocument/2006/relationships/image" Target="../media/image12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12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4" Type="http://schemas.openxmlformats.org/officeDocument/2006/relationships/image" Target="../media/image12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ECD06166-C3DA-C64B-AFD4-AAF287376D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958049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ECD06166-C3DA-C64B-AFD4-AAF287376D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2C05AC6-9FBA-434E-BB3D-C7EE786774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724911"/>
            <a:ext cx="8307388" cy="1567689"/>
          </a:xfrm>
        </p:spPr>
        <p:txBody>
          <a:bodyPr vert="horz" anchor="b" anchorCtr="0"/>
          <a:lstStyle>
            <a:lvl1pPr algn="l">
              <a:defRPr sz="5200"/>
            </a:lvl1pPr>
          </a:lstStyle>
          <a:p>
            <a:r>
              <a:rPr lang="en-US" dirty="0"/>
              <a:t>Click to Add  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9BAEB-A94F-439F-B9CE-0030334E19D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517136"/>
            <a:ext cx="5638800" cy="626364"/>
          </a:xfrm>
        </p:spPr>
        <p:txBody>
          <a:bodyPr/>
          <a:lstStyle>
            <a:lvl1pPr marL="0" indent="0" algn="l">
              <a:spcBef>
                <a:spcPts val="600"/>
              </a:spcBef>
              <a:buNone/>
              <a:defRPr sz="1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D00891B-4161-994A-94C1-B843E7375D7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06964" y="458470"/>
            <a:ext cx="1471952" cy="625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258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Line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ECD06166-C3DA-C64B-AFD4-AAF287376D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453331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ECD06166-C3DA-C64B-AFD4-AAF287376D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2C05AC6-9FBA-434E-BB3D-C7EE786774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724911"/>
            <a:ext cx="8307388" cy="1567689"/>
          </a:xfrm>
        </p:spPr>
        <p:txBody>
          <a:bodyPr vert="horz" anchor="b" anchorCtr="0"/>
          <a:lstStyle>
            <a:lvl1pPr algn="l">
              <a:defRPr sz="5200"/>
            </a:lvl1pPr>
          </a:lstStyle>
          <a:p>
            <a:r>
              <a:rPr lang="en-US" dirty="0"/>
              <a:t>Click to Add  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9BAEB-A94F-439F-B9CE-0030334E19D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517136"/>
            <a:ext cx="5638800" cy="62636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4B825CF9-377D-A243-BE2E-4476B785DA3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06964" y="458470"/>
            <a:ext cx="1471952" cy="62575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79DE40F9-1B7E-974B-9A71-AF8A34180E2F}"/>
              </a:ext>
            </a:extLst>
          </p:cNvPr>
          <p:cNvGrpSpPr/>
          <p:nvPr/>
        </p:nvGrpSpPr>
        <p:grpSpPr>
          <a:xfrm>
            <a:off x="3618230" y="2076450"/>
            <a:ext cx="9624165" cy="4826000"/>
            <a:chOff x="3618230" y="2076450"/>
            <a:chExt cx="9624165" cy="4826000"/>
          </a:xfrm>
        </p:grpSpPr>
        <p:sp>
          <p:nvSpPr>
            <p:cNvPr id="15" name="Triangle 14">
              <a:extLst>
                <a:ext uri="{FF2B5EF4-FFF2-40B4-BE49-F238E27FC236}">
                  <a16:creationId xmlns:a16="http://schemas.microsoft.com/office/drawing/2014/main" id="{A9808DF7-4F61-A147-8D8F-F1FC76409290}"/>
                </a:ext>
              </a:extLst>
            </p:cNvPr>
            <p:cNvSpPr/>
            <p:nvPr/>
          </p:nvSpPr>
          <p:spPr>
            <a:xfrm>
              <a:off x="3618230" y="2076450"/>
              <a:ext cx="9624165" cy="4826000"/>
            </a:xfrm>
            <a:prstGeom prst="triangle">
              <a:avLst/>
            </a:prstGeom>
            <a:noFill/>
            <a:ln w="63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Triangle 15">
              <a:extLst>
                <a:ext uri="{FF2B5EF4-FFF2-40B4-BE49-F238E27FC236}">
                  <a16:creationId xmlns:a16="http://schemas.microsoft.com/office/drawing/2014/main" id="{CC86078C-8CAB-D541-B393-60DF7351232C}"/>
                </a:ext>
              </a:extLst>
            </p:cNvPr>
            <p:cNvSpPr/>
            <p:nvPr/>
          </p:nvSpPr>
          <p:spPr>
            <a:xfrm>
              <a:off x="4348481" y="2816506"/>
              <a:ext cx="8148320" cy="4085943"/>
            </a:xfrm>
            <a:prstGeom prst="triangle">
              <a:avLst/>
            </a:prstGeom>
            <a:noFill/>
            <a:ln w="63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riangle 16">
              <a:extLst>
                <a:ext uri="{FF2B5EF4-FFF2-40B4-BE49-F238E27FC236}">
                  <a16:creationId xmlns:a16="http://schemas.microsoft.com/office/drawing/2014/main" id="{55719CD0-641D-0545-BC29-62B9234606DA}"/>
                </a:ext>
              </a:extLst>
            </p:cNvPr>
            <p:cNvSpPr/>
            <p:nvPr/>
          </p:nvSpPr>
          <p:spPr>
            <a:xfrm>
              <a:off x="5085081" y="3549650"/>
              <a:ext cx="6686260" cy="3352799"/>
            </a:xfrm>
            <a:prstGeom prst="triangle">
              <a:avLst/>
            </a:prstGeom>
            <a:noFill/>
            <a:ln w="63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Triangle 17">
              <a:extLst>
                <a:ext uri="{FF2B5EF4-FFF2-40B4-BE49-F238E27FC236}">
                  <a16:creationId xmlns:a16="http://schemas.microsoft.com/office/drawing/2014/main" id="{76016E93-5B00-0341-B6D3-84B0953A1F15}"/>
                </a:ext>
              </a:extLst>
            </p:cNvPr>
            <p:cNvSpPr/>
            <p:nvPr/>
          </p:nvSpPr>
          <p:spPr>
            <a:xfrm>
              <a:off x="6920231" y="5391150"/>
              <a:ext cx="3013881" cy="1511299"/>
            </a:xfrm>
            <a:prstGeom prst="triangle">
              <a:avLst/>
            </a:prstGeom>
            <a:noFill/>
            <a:ln w="63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Triangle 18">
              <a:extLst>
                <a:ext uri="{FF2B5EF4-FFF2-40B4-BE49-F238E27FC236}">
                  <a16:creationId xmlns:a16="http://schemas.microsoft.com/office/drawing/2014/main" id="{642B2E51-B6B1-0F49-BCBC-7ADDFD0EC1C9}"/>
                </a:ext>
              </a:extLst>
            </p:cNvPr>
            <p:cNvSpPr/>
            <p:nvPr/>
          </p:nvSpPr>
          <p:spPr>
            <a:xfrm>
              <a:off x="7650481" y="6121400"/>
              <a:ext cx="1557593" cy="781049"/>
            </a:xfrm>
            <a:prstGeom prst="triangle">
              <a:avLst/>
            </a:prstGeom>
            <a:noFill/>
            <a:ln w="63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68585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Navy">
    <p:bg>
      <p:bgPr>
        <a:solidFill>
          <a:srgbClr val="1A36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ECD06166-C3DA-C64B-AFD4-AAF287376D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08143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ECD06166-C3DA-C64B-AFD4-AAF287376D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2C05AC6-9FBA-434E-BB3D-C7EE786774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724911"/>
            <a:ext cx="8307388" cy="1567689"/>
          </a:xfrm>
        </p:spPr>
        <p:txBody>
          <a:bodyPr vert="horz" anchor="b" anchorCtr="0"/>
          <a:lstStyle>
            <a:lvl1pPr algn="l">
              <a:defRPr sz="5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 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9BAEB-A94F-439F-B9CE-0030334E19D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517136"/>
            <a:ext cx="5638800" cy="62636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A4C8289-9210-0043-BD2C-473B2C2FB1A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306964" y="458470"/>
            <a:ext cx="1471951" cy="625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519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Supergraphic">
    <p:bg>
      <p:bgPr>
        <a:solidFill>
          <a:srgbClr val="1A36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7A9E4D20-5053-B147-9F76-7F89DC409FB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854" t="9548" r="5854" b="13699"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ECD06166-C3DA-C64B-AFD4-AAF287376D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417863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ECD06166-C3DA-C64B-AFD4-AAF287376D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2C05AC6-9FBA-434E-BB3D-C7EE786774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564910"/>
            <a:ext cx="3338763" cy="1283769"/>
          </a:xfrm>
        </p:spPr>
        <p:txBody>
          <a:bodyPr vert="horz" anchor="t"/>
          <a:lstStyle>
            <a:lvl1pPr algn="l"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 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9BAEB-A94F-439F-B9CE-0030334E19D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3132784"/>
            <a:ext cx="2286000" cy="74066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C51603D-FEA8-5646-887E-13452CF0F47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0306964" y="458470"/>
            <a:ext cx="1471951" cy="625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876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ECD06166-C3DA-C64B-AFD4-AAF287376D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0222734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ECD06166-C3DA-C64B-AFD4-AAF287376D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5EBB8B-1207-DF46-B0BB-2ECF56904B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C05AC6-9FBA-434E-BB3D-C7EE786774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5089" y="2724911"/>
            <a:ext cx="8349499" cy="1548385"/>
          </a:xfrm>
        </p:spPr>
        <p:txBody>
          <a:bodyPr vert="horz" anchor="b" anchorCtr="0"/>
          <a:lstStyle>
            <a:lvl1pPr algn="l">
              <a:defRPr sz="5200"/>
            </a:lvl1pPr>
          </a:lstStyle>
          <a:p>
            <a:r>
              <a:rPr lang="en-US" dirty="0"/>
              <a:t>Click to Add  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9BAEB-A94F-439F-B9CE-0030334E19D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5168" y="4517136"/>
            <a:ext cx="5650832" cy="626364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163449F-25C3-5541-933C-A5E0E21685A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06964" y="458470"/>
            <a:ext cx="1471952" cy="625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453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2BD9199-9318-A142-8E77-87F0474B1C8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2366" y="1543950"/>
            <a:ext cx="10774018" cy="5314050"/>
          </a:xfrm>
          <a:custGeom>
            <a:avLst/>
            <a:gdLst>
              <a:gd name="connsiteX0" fmla="*/ 5387010 w 10774018"/>
              <a:gd name="connsiteY0" fmla="*/ 4255484 h 5314050"/>
              <a:gd name="connsiteX1" fmla="*/ 4313911 w 10774018"/>
              <a:gd name="connsiteY1" fmla="*/ 5314049 h 5314050"/>
              <a:gd name="connsiteX2" fmla="*/ 6460108 w 10774018"/>
              <a:gd name="connsiteY2" fmla="*/ 5314049 h 5314050"/>
              <a:gd name="connsiteX3" fmla="*/ 5387009 w 10774018"/>
              <a:gd name="connsiteY3" fmla="*/ 0 h 5314050"/>
              <a:gd name="connsiteX4" fmla="*/ 10774018 w 10774018"/>
              <a:gd name="connsiteY4" fmla="*/ 5314050 h 5314050"/>
              <a:gd name="connsiteX5" fmla="*/ 0 w 10774018"/>
              <a:gd name="connsiteY5" fmla="*/ 5314050 h 531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774018" h="5314050">
                <a:moveTo>
                  <a:pt x="5387010" y="4255484"/>
                </a:moveTo>
                <a:lnTo>
                  <a:pt x="4313911" y="5314049"/>
                </a:lnTo>
                <a:lnTo>
                  <a:pt x="6460108" y="5314049"/>
                </a:lnTo>
                <a:close/>
                <a:moveTo>
                  <a:pt x="5387009" y="0"/>
                </a:moveTo>
                <a:lnTo>
                  <a:pt x="10774018" y="5314050"/>
                </a:lnTo>
                <a:lnTo>
                  <a:pt x="0" y="53140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ECD06166-C3DA-C64B-AFD4-AAF287376D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0431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ECD06166-C3DA-C64B-AFD4-AAF287376D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2C05AC6-9FBA-434E-BB3D-C7EE786774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688031"/>
            <a:ext cx="3338763" cy="1283769"/>
          </a:xfrm>
        </p:spPr>
        <p:txBody>
          <a:bodyPr vert="horz" anchor="t"/>
          <a:lstStyle>
            <a:lvl1pPr algn="l">
              <a:defRPr sz="3000"/>
            </a:lvl1pPr>
          </a:lstStyle>
          <a:p>
            <a:r>
              <a:rPr lang="en-US" dirty="0"/>
              <a:t>Click to Add  </a:t>
            </a:r>
            <a:br>
              <a:rPr lang="en-US" dirty="0"/>
            </a:br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9BAEB-A94F-439F-B9CE-0030334E19D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3132784"/>
            <a:ext cx="2286000" cy="740664"/>
          </a:xfrm>
        </p:spPr>
        <p:txBody>
          <a:bodyPr/>
          <a:lstStyle>
            <a:lvl1pPr marL="0" indent="0" algn="l">
              <a:spcBef>
                <a:spcPts val="600"/>
              </a:spcBef>
              <a:buNone/>
              <a:defRPr sz="1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02909DA-758A-914F-A557-2164BE89DAA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06964" y="458470"/>
            <a:ext cx="1471952" cy="625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626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6710D8F-0C63-AC41-AED8-7250F0DC1BE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9050946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6710D8F-0C63-AC41-AED8-7250F0DC1B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B793E11-CA7F-4409-AF5F-4334AE726D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D28C7D-8653-A64D-9D01-E67E0D43199F}"/>
              </a:ext>
            </a:extLst>
          </p:cNvPr>
          <p:cNvSpPr txBox="1"/>
          <p:nvPr/>
        </p:nvSpPr>
        <p:spPr>
          <a:xfrm>
            <a:off x="11358961" y="6434080"/>
            <a:ext cx="379141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fld id="{2E41F6C8-4AC0-3E4A-83FC-D61DA5B25C9B}" type="slidenum">
              <a:rPr lang="en-US" sz="900" smtClean="0">
                <a:solidFill>
                  <a:schemeClr val="tx2"/>
                </a:solidFill>
              </a:rPr>
              <a:pPr algn="r"/>
              <a:t>‹#›</a:t>
            </a:fld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B20D2C-E898-CAB0-CAAD-3272F4AA1F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1694048"/>
            <a:ext cx="11333018" cy="43130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C3AFB0A-A824-D47C-C4E2-D0167EDB7CB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461052" y="6271591"/>
            <a:ext cx="9321248" cy="300988"/>
          </a:xfrm>
        </p:spPr>
        <p:txBody>
          <a:bodyPr anchor="b" anchorCtr="0"/>
          <a:lstStyle>
            <a:lvl1pPr marL="0" indent="0" algn="l">
              <a:buNone/>
              <a:defRPr sz="9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footnote/source</a:t>
            </a:r>
          </a:p>
        </p:txBody>
      </p:sp>
    </p:spTree>
    <p:extLst>
      <p:ext uri="{BB962C8B-B14F-4D97-AF65-F5344CB8AC3E}">
        <p14:creationId xmlns:p14="http://schemas.microsoft.com/office/powerpoint/2010/main" val="4170905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5B0DF66-7FB8-254D-86AC-C0A1063CF65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34541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5B0DF66-7FB8-254D-86AC-C0A1063CF6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7237868D-9B84-AE4F-B833-8E8C7F5852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4363D0F-DAED-6926-4916-8BF8757888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1" y="1694048"/>
            <a:ext cx="5529262" cy="4313052"/>
          </a:xfrm>
        </p:spPr>
        <p:txBody>
          <a:bodyPr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D630D64-5149-4839-3F58-03109B96AB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15063" y="1694048"/>
            <a:ext cx="5529262" cy="4313052"/>
          </a:xfrm>
        </p:spPr>
        <p:txBody>
          <a:bodyPr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C39CD9B-B476-24FA-DC22-B086D381AFF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461052" y="6271591"/>
            <a:ext cx="9321248" cy="300988"/>
          </a:xfrm>
        </p:spPr>
        <p:txBody>
          <a:bodyPr anchor="b" anchorCtr="0"/>
          <a:lstStyle>
            <a:lvl1pPr marL="0" indent="0" algn="l">
              <a:buNone/>
              <a:defRPr sz="9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footnote/source</a:t>
            </a:r>
          </a:p>
        </p:txBody>
      </p:sp>
    </p:spTree>
    <p:extLst>
      <p:ext uri="{BB962C8B-B14F-4D97-AF65-F5344CB8AC3E}">
        <p14:creationId xmlns:p14="http://schemas.microsoft.com/office/powerpoint/2010/main" val="3249284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5B0DF66-7FB8-254D-86AC-C0A1063CF65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069094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5B0DF66-7FB8-254D-86AC-C0A1063CF6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581CAC1E-A9D0-C348-9CA5-ACB7F2A85E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84048"/>
            <a:ext cx="11274552" cy="82296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45AB35AA-8D35-7641-A957-D4B0335C4E6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200" y="1691640"/>
            <a:ext cx="3609976" cy="4315460"/>
          </a:xfrm>
        </p:spPr>
        <p:txBody>
          <a:bodyPr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BAB0896-32F4-184C-AB6B-8BD1DC29EDF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5273" y="1691640"/>
            <a:ext cx="3609976" cy="4315460"/>
          </a:xfrm>
        </p:spPr>
        <p:txBody>
          <a:bodyPr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737AFD7F-3700-A74E-A770-258AE729175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33346" y="1691640"/>
            <a:ext cx="3598406" cy="4315460"/>
          </a:xfrm>
        </p:spPr>
        <p:txBody>
          <a:bodyPr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6A4C22F-841D-46B3-50E8-31766F4B1F1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461052" y="6271591"/>
            <a:ext cx="9321248" cy="300988"/>
          </a:xfrm>
        </p:spPr>
        <p:txBody>
          <a:bodyPr anchor="b" anchorCtr="0"/>
          <a:lstStyle>
            <a:lvl1pPr marL="0" indent="0" algn="l">
              <a:buNone/>
              <a:defRPr sz="9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footnote/source</a:t>
            </a:r>
          </a:p>
        </p:txBody>
      </p:sp>
    </p:spTree>
    <p:extLst>
      <p:ext uri="{BB962C8B-B14F-4D97-AF65-F5344CB8AC3E}">
        <p14:creationId xmlns:p14="http://schemas.microsoft.com/office/powerpoint/2010/main" val="2786313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5B0DF66-7FB8-254D-86AC-C0A1063CF65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017317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5B0DF66-7FB8-254D-86AC-C0A1063CF6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E4186CE-9B9E-5841-BFD2-4B0A423A8D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84048"/>
            <a:ext cx="11274552" cy="82296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20785959-5330-1348-AA72-B8F3DECC25C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200" y="1691640"/>
            <a:ext cx="2641210" cy="4315460"/>
          </a:xfrm>
        </p:spPr>
        <p:txBody>
          <a:bodyPr rIns="182880"/>
          <a:lstStyle>
            <a:lvl1pPr>
              <a:spcBef>
                <a:spcPts val="1600"/>
              </a:spcBef>
              <a:defRPr sz="1600"/>
            </a:lvl1pPr>
            <a:lvl2pPr>
              <a:spcBef>
                <a:spcPts val="1600"/>
              </a:spcBef>
              <a:defRPr sz="1600"/>
            </a:lvl2pPr>
            <a:lvl3pPr>
              <a:spcBef>
                <a:spcPts val="1600"/>
              </a:spcBef>
              <a:defRPr sz="1600"/>
            </a:lvl3pPr>
            <a:lvl4pPr>
              <a:spcBef>
                <a:spcPts val="1600"/>
              </a:spcBef>
              <a:defRPr sz="1600"/>
            </a:lvl4pPr>
            <a:lvl5pPr>
              <a:spcBef>
                <a:spcPts val="16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7188244C-41BD-864A-9886-D0B110665EC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45253" y="1691640"/>
            <a:ext cx="2641210" cy="4315460"/>
          </a:xfrm>
        </p:spPr>
        <p:txBody>
          <a:bodyPr rIns="182880"/>
          <a:lstStyle>
            <a:lvl1pPr>
              <a:spcBef>
                <a:spcPts val="1600"/>
              </a:spcBef>
              <a:defRPr sz="1600"/>
            </a:lvl1pPr>
            <a:lvl2pPr>
              <a:spcBef>
                <a:spcPts val="1600"/>
              </a:spcBef>
              <a:defRPr sz="1600"/>
            </a:lvl2pPr>
            <a:lvl3pPr>
              <a:spcBef>
                <a:spcPts val="1600"/>
              </a:spcBef>
              <a:defRPr sz="1600"/>
            </a:lvl3pPr>
            <a:lvl4pPr>
              <a:spcBef>
                <a:spcPts val="1600"/>
              </a:spcBef>
              <a:defRPr sz="1600"/>
            </a:lvl4pPr>
            <a:lvl5pPr>
              <a:spcBef>
                <a:spcPts val="16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CCC4E59-C5A8-1945-B302-493C36B76C8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23390" y="1691640"/>
            <a:ext cx="2641210" cy="4315460"/>
          </a:xfrm>
        </p:spPr>
        <p:txBody>
          <a:bodyPr rIns="182880"/>
          <a:lstStyle>
            <a:lvl1pPr>
              <a:spcBef>
                <a:spcPts val="1600"/>
              </a:spcBef>
              <a:defRPr sz="1600"/>
            </a:lvl1pPr>
            <a:lvl2pPr>
              <a:spcBef>
                <a:spcPts val="1600"/>
              </a:spcBef>
              <a:defRPr sz="1600"/>
            </a:lvl2pPr>
            <a:lvl3pPr>
              <a:spcBef>
                <a:spcPts val="1600"/>
              </a:spcBef>
              <a:defRPr sz="1600"/>
            </a:lvl3pPr>
            <a:lvl4pPr>
              <a:spcBef>
                <a:spcPts val="1600"/>
              </a:spcBef>
              <a:defRPr sz="1600"/>
            </a:lvl4pPr>
            <a:lvl5pPr>
              <a:spcBef>
                <a:spcPts val="16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2E9B3DAB-77D8-CB47-BBFD-E571548F8FA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093200" y="1691640"/>
            <a:ext cx="2641600" cy="4315460"/>
          </a:xfrm>
        </p:spPr>
        <p:txBody>
          <a:bodyPr rIns="182880"/>
          <a:lstStyle>
            <a:lvl1pPr>
              <a:spcBef>
                <a:spcPts val="1600"/>
              </a:spcBef>
              <a:defRPr sz="1600"/>
            </a:lvl1pPr>
            <a:lvl2pPr>
              <a:spcBef>
                <a:spcPts val="1600"/>
              </a:spcBef>
              <a:defRPr sz="1600"/>
            </a:lvl2pPr>
            <a:lvl3pPr>
              <a:spcBef>
                <a:spcPts val="1600"/>
              </a:spcBef>
              <a:defRPr sz="1600"/>
            </a:lvl3pPr>
            <a:lvl4pPr>
              <a:spcBef>
                <a:spcPts val="1600"/>
              </a:spcBef>
              <a:defRPr sz="1600"/>
            </a:lvl4pPr>
            <a:lvl5pPr>
              <a:spcBef>
                <a:spcPts val="16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BA07BA4E-6089-18D6-C4EE-923C02477BE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461052" y="6271591"/>
            <a:ext cx="9321248" cy="300988"/>
          </a:xfrm>
        </p:spPr>
        <p:txBody>
          <a:bodyPr anchor="b" anchorCtr="0"/>
          <a:lstStyle>
            <a:lvl1pPr marL="0" indent="0" algn="l">
              <a:buNone/>
              <a:defRPr sz="9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footnote/source</a:t>
            </a:r>
          </a:p>
        </p:txBody>
      </p:sp>
    </p:spTree>
    <p:extLst>
      <p:ext uri="{BB962C8B-B14F-4D97-AF65-F5344CB8AC3E}">
        <p14:creationId xmlns:p14="http://schemas.microsoft.com/office/powerpoint/2010/main" val="773552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E75330-0906-7041-819F-960237FD5F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3063216-CF3E-1C2A-867F-D29537C2A53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461052" y="6271591"/>
            <a:ext cx="9321248" cy="300988"/>
          </a:xfrm>
        </p:spPr>
        <p:txBody>
          <a:bodyPr anchor="b" anchorCtr="0"/>
          <a:lstStyle>
            <a:lvl1pPr marL="0" indent="0" algn="l">
              <a:buNone/>
              <a:defRPr sz="9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footnote/source</a:t>
            </a:r>
          </a:p>
        </p:txBody>
      </p:sp>
    </p:spTree>
    <p:extLst>
      <p:ext uri="{BB962C8B-B14F-4D97-AF65-F5344CB8AC3E}">
        <p14:creationId xmlns:p14="http://schemas.microsoft.com/office/powerpoint/2010/main" val="6587495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Up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E75330-0906-7041-819F-960237FD5F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849FDE5-105E-BE4B-A853-CB71E61713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2496" y="2223070"/>
            <a:ext cx="1548055" cy="983745"/>
          </a:xfrm>
        </p:spPr>
        <p:txBody>
          <a:bodyPr/>
          <a:lstStyle>
            <a:lvl1pPr>
              <a:defRPr sz="6800" b="0" i="0">
                <a:solidFill>
                  <a:schemeClr val="accent6"/>
                </a:solidFill>
                <a:latin typeface="Elevance Sans Medium" pitchFamily="2" charset="0"/>
              </a:defRPr>
            </a:lvl1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F206106F-2A33-A745-A741-D61DB0867B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21979" y="2223070"/>
            <a:ext cx="1548055" cy="983745"/>
          </a:xfrm>
        </p:spPr>
        <p:txBody>
          <a:bodyPr/>
          <a:lstStyle>
            <a:lvl1pPr>
              <a:defRPr sz="6800" b="0" i="0">
                <a:solidFill>
                  <a:schemeClr val="accent6"/>
                </a:solidFill>
                <a:latin typeface="Elevance Sans Medium" pitchFamily="2" charset="0"/>
              </a:defRPr>
            </a:lvl1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A8E7582B-02F1-674F-A5A3-E9BC144DBB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2496" y="4302882"/>
            <a:ext cx="1548055" cy="983745"/>
          </a:xfrm>
        </p:spPr>
        <p:txBody>
          <a:bodyPr/>
          <a:lstStyle>
            <a:lvl1pPr>
              <a:defRPr sz="6800" b="0" i="0">
                <a:solidFill>
                  <a:schemeClr val="accent6"/>
                </a:solidFill>
                <a:latin typeface="Elevance Sans Medium" pitchFamily="2" charset="0"/>
              </a:defRPr>
            </a:lvl1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5BDF288F-53B9-154C-9319-69499F536D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21979" y="4302882"/>
            <a:ext cx="1548055" cy="983745"/>
          </a:xfrm>
        </p:spPr>
        <p:txBody>
          <a:bodyPr/>
          <a:lstStyle>
            <a:lvl1pPr>
              <a:defRPr sz="6800" b="0" i="0">
                <a:solidFill>
                  <a:schemeClr val="accent6"/>
                </a:solidFill>
                <a:latin typeface="Elevance Sans Medium" pitchFamily="2" charset="0"/>
              </a:defRPr>
            </a:lvl1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AF18322-8B69-3541-84FE-64063D8B61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31850" y="2307195"/>
            <a:ext cx="3273131" cy="833490"/>
          </a:xfrm>
        </p:spPr>
        <p:txBody>
          <a:bodyPr/>
          <a:lstStyle>
            <a:lvl1pPr>
              <a:spcBef>
                <a:spcPts val="0"/>
              </a:spcBef>
              <a:defRPr sz="1400"/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57A54F8C-EE30-B641-981C-F412969961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70043" y="2307195"/>
            <a:ext cx="3273131" cy="833490"/>
          </a:xfrm>
        </p:spPr>
        <p:txBody>
          <a:bodyPr/>
          <a:lstStyle>
            <a:lvl1pPr>
              <a:spcBef>
                <a:spcPts val="0"/>
              </a:spcBef>
              <a:defRPr sz="1400"/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E20B307F-7584-6E44-A9BF-B92167B86D1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31850" y="4413901"/>
            <a:ext cx="3273131" cy="833490"/>
          </a:xfrm>
        </p:spPr>
        <p:txBody>
          <a:bodyPr/>
          <a:lstStyle>
            <a:lvl1pPr>
              <a:spcBef>
                <a:spcPts val="0"/>
              </a:spcBef>
              <a:defRPr sz="1400"/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243BEEFB-1A86-4945-8F20-66E3C9ADFB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0043" y="4413901"/>
            <a:ext cx="3273131" cy="833490"/>
          </a:xfrm>
        </p:spPr>
        <p:txBody>
          <a:bodyPr/>
          <a:lstStyle>
            <a:lvl1pPr>
              <a:spcBef>
                <a:spcPts val="0"/>
              </a:spcBef>
              <a:defRPr sz="1400"/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9A01586-C323-3C10-2869-84273E1E51F4}"/>
              </a:ext>
            </a:extLst>
          </p:cNvPr>
          <p:cNvCxnSpPr>
            <a:cxnSpLocks/>
          </p:cNvCxnSpPr>
          <p:nvPr userDrawn="1"/>
        </p:nvCxnSpPr>
        <p:spPr>
          <a:xfrm>
            <a:off x="6126203" y="1677410"/>
            <a:ext cx="0" cy="18711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64725B1-E8C0-569D-4348-B8D2BD93E706}"/>
              </a:ext>
            </a:extLst>
          </p:cNvPr>
          <p:cNvCxnSpPr>
            <a:cxnSpLocks/>
          </p:cNvCxnSpPr>
          <p:nvPr userDrawn="1"/>
        </p:nvCxnSpPr>
        <p:spPr>
          <a:xfrm>
            <a:off x="6126203" y="4014884"/>
            <a:ext cx="0" cy="18711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86A2C62-5D88-C3DE-4315-E65A4B935E80}"/>
              </a:ext>
            </a:extLst>
          </p:cNvPr>
          <p:cNvCxnSpPr/>
          <p:nvPr userDrawn="1"/>
        </p:nvCxnSpPr>
        <p:spPr>
          <a:xfrm flipH="1">
            <a:off x="483870" y="3781741"/>
            <a:ext cx="54591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CC2A1FA-D053-73D2-E592-CF302142BFC1}"/>
              </a:ext>
            </a:extLst>
          </p:cNvPr>
          <p:cNvCxnSpPr/>
          <p:nvPr userDrawn="1"/>
        </p:nvCxnSpPr>
        <p:spPr>
          <a:xfrm flipH="1">
            <a:off x="6309387" y="3781741"/>
            <a:ext cx="54591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12C9917-1C35-94AB-3619-81996C2C4B4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461052" y="6271591"/>
            <a:ext cx="9321248" cy="300988"/>
          </a:xfrm>
        </p:spPr>
        <p:txBody>
          <a:bodyPr anchor="b" anchorCtr="0"/>
          <a:lstStyle>
            <a:lvl1pPr marL="0" indent="0" algn="l">
              <a:buNone/>
              <a:defRPr sz="9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footnote/source</a:t>
            </a:r>
          </a:p>
        </p:txBody>
      </p:sp>
    </p:spTree>
    <p:extLst>
      <p:ext uri="{BB962C8B-B14F-4D97-AF65-F5344CB8AC3E}">
        <p14:creationId xmlns:p14="http://schemas.microsoft.com/office/powerpoint/2010/main" val="1132408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U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675797-F0AF-7D47-B826-B1C69AB2E37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1737622"/>
            <a:ext cx="5605272" cy="2092698"/>
          </a:xfrm>
          <a:solidFill>
            <a:schemeClr val="bg2"/>
          </a:solidFill>
        </p:spPr>
        <p:txBody>
          <a:bodyPr/>
          <a:lstStyle>
            <a:lvl1pPr>
              <a:defRPr sz="100" b="0" i="0">
                <a:solidFill>
                  <a:schemeClr val="bg2">
                    <a:alpha val="0"/>
                  </a:schemeClr>
                </a:solidFill>
                <a:latin typeface="Elevance Sans" pitchFamily="2" charset="77"/>
                <a:cs typeface="Elevance Sans" pitchFamily="2" charset="0"/>
              </a:defRPr>
            </a:lvl1pPr>
            <a:lvl2pPr>
              <a:defRPr>
                <a:solidFill>
                  <a:schemeClr val="bg1">
                    <a:alpha val="0"/>
                  </a:schemeClr>
                </a:solidFill>
              </a:defRPr>
            </a:lvl2pPr>
            <a:lvl3pPr>
              <a:defRPr>
                <a:solidFill>
                  <a:schemeClr val="bg1">
                    <a:alpha val="0"/>
                  </a:schemeClr>
                </a:solidFill>
              </a:defRPr>
            </a:lvl3pPr>
            <a:lvl4pPr>
              <a:defRPr>
                <a:solidFill>
                  <a:schemeClr val="bg1">
                    <a:alpha val="0"/>
                  </a:schemeClr>
                </a:solidFill>
              </a:defRPr>
            </a:lvl4pPr>
            <a:lvl5pPr>
              <a:defRPr>
                <a:solidFill>
                  <a:schemeClr val="bg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7F6EDBC3-168B-CF46-BFC4-E8C95CFB34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26480" y="1737622"/>
            <a:ext cx="5605272" cy="2092698"/>
          </a:xfrm>
          <a:solidFill>
            <a:schemeClr val="bg2"/>
          </a:solidFill>
        </p:spPr>
        <p:txBody>
          <a:bodyPr/>
          <a:lstStyle>
            <a:lvl1pPr>
              <a:defRPr sz="100" b="0" i="0">
                <a:solidFill>
                  <a:schemeClr val="bg2">
                    <a:alpha val="0"/>
                  </a:schemeClr>
                </a:solidFill>
                <a:latin typeface="Elevance Sans" pitchFamily="2" charset="77"/>
                <a:cs typeface="Elevance Sans" pitchFamily="2" charset="0"/>
              </a:defRPr>
            </a:lvl1pPr>
            <a:lvl2pPr>
              <a:defRPr>
                <a:solidFill>
                  <a:schemeClr val="bg1">
                    <a:alpha val="0"/>
                  </a:schemeClr>
                </a:solidFill>
              </a:defRPr>
            </a:lvl2pPr>
            <a:lvl3pPr>
              <a:defRPr>
                <a:solidFill>
                  <a:schemeClr val="bg1">
                    <a:alpha val="0"/>
                  </a:schemeClr>
                </a:solidFill>
              </a:defRPr>
            </a:lvl3pPr>
            <a:lvl4pPr>
              <a:defRPr>
                <a:solidFill>
                  <a:schemeClr val="bg1">
                    <a:alpha val="0"/>
                  </a:schemeClr>
                </a:solidFill>
              </a:defRPr>
            </a:lvl4pPr>
            <a:lvl5pPr>
              <a:defRPr>
                <a:solidFill>
                  <a:schemeClr val="bg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0CE2A664-C16E-5147-9B30-8AD5A22398E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200" y="3905766"/>
            <a:ext cx="5605272" cy="2092698"/>
          </a:xfrm>
          <a:solidFill>
            <a:schemeClr val="bg2"/>
          </a:solidFill>
        </p:spPr>
        <p:txBody>
          <a:bodyPr/>
          <a:lstStyle>
            <a:lvl1pPr>
              <a:defRPr sz="100" b="0" i="0">
                <a:solidFill>
                  <a:schemeClr val="bg2">
                    <a:alpha val="0"/>
                  </a:schemeClr>
                </a:solidFill>
                <a:latin typeface="Elevance Sans" pitchFamily="2" charset="77"/>
                <a:cs typeface="Elevance Sans" pitchFamily="2" charset="0"/>
              </a:defRPr>
            </a:lvl1pPr>
            <a:lvl2pPr>
              <a:defRPr>
                <a:solidFill>
                  <a:schemeClr val="bg1">
                    <a:alpha val="0"/>
                  </a:schemeClr>
                </a:solidFill>
              </a:defRPr>
            </a:lvl2pPr>
            <a:lvl3pPr>
              <a:defRPr>
                <a:solidFill>
                  <a:schemeClr val="bg1">
                    <a:alpha val="0"/>
                  </a:schemeClr>
                </a:solidFill>
              </a:defRPr>
            </a:lvl3pPr>
            <a:lvl4pPr>
              <a:defRPr>
                <a:solidFill>
                  <a:schemeClr val="bg1">
                    <a:alpha val="0"/>
                  </a:schemeClr>
                </a:solidFill>
              </a:defRPr>
            </a:lvl4pPr>
            <a:lvl5pPr>
              <a:defRPr>
                <a:solidFill>
                  <a:schemeClr val="bg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61CE08F7-4DC1-5549-B0ED-CCB370F612C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6480" y="3905766"/>
            <a:ext cx="5605272" cy="2092698"/>
          </a:xfrm>
          <a:solidFill>
            <a:schemeClr val="bg2"/>
          </a:solidFill>
        </p:spPr>
        <p:txBody>
          <a:bodyPr/>
          <a:lstStyle>
            <a:lvl1pPr>
              <a:defRPr sz="100" b="0" i="0">
                <a:solidFill>
                  <a:schemeClr val="bg2">
                    <a:alpha val="0"/>
                  </a:schemeClr>
                </a:solidFill>
                <a:latin typeface="Elevance Sans" pitchFamily="2" charset="77"/>
                <a:cs typeface="Elevance Sans" pitchFamily="2" charset="0"/>
              </a:defRPr>
            </a:lvl1pPr>
            <a:lvl2pPr>
              <a:defRPr>
                <a:solidFill>
                  <a:schemeClr val="bg1">
                    <a:alpha val="0"/>
                  </a:schemeClr>
                </a:solidFill>
              </a:defRPr>
            </a:lvl2pPr>
            <a:lvl3pPr>
              <a:defRPr>
                <a:solidFill>
                  <a:schemeClr val="bg1">
                    <a:alpha val="0"/>
                  </a:schemeClr>
                </a:solidFill>
              </a:defRPr>
            </a:lvl3pPr>
            <a:lvl4pPr>
              <a:defRPr>
                <a:solidFill>
                  <a:schemeClr val="bg1">
                    <a:alpha val="0"/>
                  </a:schemeClr>
                </a:solidFill>
              </a:defRPr>
            </a:lvl4pPr>
            <a:lvl5pPr>
              <a:defRPr>
                <a:solidFill>
                  <a:schemeClr val="bg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57A54F8C-EE30-B641-981C-F412969961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90868" y="2311643"/>
            <a:ext cx="4183320" cy="1049059"/>
          </a:xfrm>
        </p:spPr>
        <p:txBody>
          <a:bodyPr/>
          <a:lstStyle>
            <a:lvl1pPr>
              <a:spcBef>
                <a:spcPts val="0"/>
              </a:spcBef>
              <a:defRPr sz="1600"/>
            </a:lvl1pPr>
            <a:lvl2pPr>
              <a:spcBef>
                <a:spcPts val="0"/>
              </a:spcBef>
              <a:defRPr sz="16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AF18322-8B69-3541-84FE-64063D8B61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97498" y="2311643"/>
            <a:ext cx="4183320" cy="1049059"/>
          </a:xfrm>
        </p:spPr>
        <p:txBody>
          <a:bodyPr/>
          <a:lstStyle>
            <a:lvl1pPr>
              <a:spcBef>
                <a:spcPts val="0"/>
              </a:spcBef>
              <a:defRPr sz="1600"/>
            </a:lvl1pPr>
            <a:lvl2pPr>
              <a:spcBef>
                <a:spcPts val="0"/>
              </a:spcBef>
              <a:defRPr sz="16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E20B307F-7584-6E44-A9BF-B92167B86D1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7498" y="4471056"/>
            <a:ext cx="4183320" cy="1049059"/>
          </a:xfrm>
        </p:spPr>
        <p:txBody>
          <a:bodyPr/>
          <a:lstStyle>
            <a:lvl1pPr>
              <a:spcBef>
                <a:spcPts val="0"/>
              </a:spcBef>
              <a:defRPr sz="1600"/>
            </a:lvl1pPr>
            <a:lvl2pPr>
              <a:spcBef>
                <a:spcPts val="0"/>
              </a:spcBef>
              <a:defRPr sz="16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243BEEFB-1A86-4945-8F20-66E3C9ADFB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90868" y="4471056"/>
            <a:ext cx="4183320" cy="1049059"/>
          </a:xfrm>
        </p:spPr>
        <p:txBody>
          <a:bodyPr/>
          <a:lstStyle>
            <a:lvl1pPr>
              <a:spcBef>
                <a:spcPts val="0"/>
              </a:spcBef>
              <a:defRPr sz="1600"/>
            </a:lvl1pPr>
            <a:lvl2pPr>
              <a:spcBef>
                <a:spcPts val="0"/>
              </a:spcBef>
              <a:defRPr sz="16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E75330-0906-7041-819F-960237FD5F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5F87DCA-C307-0DBB-3821-60128F71D46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461052" y="6271591"/>
            <a:ext cx="9321248" cy="300988"/>
          </a:xfrm>
        </p:spPr>
        <p:txBody>
          <a:bodyPr anchor="b" anchorCtr="0"/>
          <a:lstStyle>
            <a:lvl1pPr marL="0" indent="0" algn="l">
              <a:buNone/>
              <a:defRPr sz="9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footnote/source</a:t>
            </a:r>
          </a:p>
        </p:txBody>
      </p:sp>
    </p:spTree>
    <p:extLst>
      <p:ext uri="{BB962C8B-B14F-4D97-AF65-F5344CB8AC3E}">
        <p14:creationId xmlns:p14="http://schemas.microsoft.com/office/powerpoint/2010/main" val="34726715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Up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875F6157-AD74-F941-B422-39879433209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84391" y="1737621"/>
            <a:ext cx="2327987" cy="4269479"/>
          </a:xfrm>
          <a:solidFill>
            <a:srgbClr val="F5F5F5"/>
          </a:solidFill>
        </p:spPr>
        <p:txBody>
          <a:bodyPr/>
          <a:lstStyle>
            <a:lvl1pPr>
              <a:defRPr sz="100" b="0" i="0">
                <a:solidFill>
                  <a:schemeClr val="bg2">
                    <a:alpha val="0"/>
                  </a:schemeClr>
                </a:solidFill>
                <a:latin typeface="Elevance Sans" pitchFamily="2" charset="77"/>
                <a:cs typeface="Elevance Sans" pitchFamily="2" charset="0"/>
              </a:defRPr>
            </a:lvl1pPr>
            <a:lvl2pPr>
              <a:defRPr>
                <a:solidFill>
                  <a:schemeClr val="bg1">
                    <a:alpha val="0"/>
                  </a:schemeClr>
                </a:solidFill>
              </a:defRPr>
            </a:lvl2pPr>
            <a:lvl3pPr>
              <a:defRPr>
                <a:solidFill>
                  <a:schemeClr val="bg1">
                    <a:alpha val="0"/>
                  </a:schemeClr>
                </a:solidFill>
              </a:defRPr>
            </a:lvl3pPr>
            <a:lvl4pPr>
              <a:defRPr>
                <a:solidFill>
                  <a:schemeClr val="bg1">
                    <a:alpha val="0"/>
                  </a:schemeClr>
                </a:solidFill>
              </a:defRPr>
            </a:lvl4pPr>
            <a:lvl5pPr>
              <a:defRPr>
                <a:solidFill>
                  <a:schemeClr val="bg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0B9D8E76-D2A2-5648-B2DB-A62CD2D6A61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044077" y="1737621"/>
            <a:ext cx="2327987" cy="4269479"/>
          </a:xfrm>
          <a:solidFill>
            <a:srgbClr val="F5F5F5"/>
          </a:solidFill>
        </p:spPr>
        <p:txBody>
          <a:bodyPr/>
          <a:lstStyle>
            <a:lvl1pPr>
              <a:defRPr sz="100" b="0" i="0">
                <a:solidFill>
                  <a:schemeClr val="bg2">
                    <a:alpha val="0"/>
                  </a:schemeClr>
                </a:solidFill>
                <a:latin typeface="Elevance Sans" pitchFamily="2" charset="77"/>
                <a:cs typeface="Elevance Sans" pitchFamily="2" charset="0"/>
              </a:defRPr>
            </a:lvl1pPr>
            <a:lvl2pPr>
              <a:defRPr>
                <a:solidFill>
                  <a:schemeClr val="bg1">
                    <a:alpha val="0"/>
                  </a:schemeClr>
                </a:solidFill>
              </a:defRPr>
            </a:lvl2pPr>
            <a:lvl3pPr>
              <a:defRPr>
                <a:solidFill>
                  <a:schemeClr val="bg1">
                    <a:alpha val="0"/>
                  </a:schemeClr>
                </a:solidFill>
              </a:defRPr>
            </a:lvl3pPr>
            <a:lvl4pPr>
              <a:defRPr>
                <a:solidFill>
                  <a:schemeClr val="bg1">
                    <a:alpha val="0"/>
                  </a:schemeClr>
                </a:solidFill>
              </a:defRPr>
            </a:lvl4pPr>
            <a:lvl5pPr>
              <a:defRPr>
                <a:solidFill>
                  <a:schemeClr val="bg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20492DC6-9657-A84D-AA7B-58D54CBB7A2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03763" y="1737621"/>
            <a:ext cx="2327987" cy="4269479"/>
          </a:xfrm>
          <a:solidFill>
            <a:srgbClr val="F5F5F5"/>
          </a:solidFill>
        </p:spPr>
        <p:txBody>
          <a:bodyPr/>
          <a:lstStyle>
            <a:lvl1pPr>
              <a:defRPr sz="100" b="0" i="0">
                <a:solidFill>
                  <a:schemeClr val="bg2">
                    <a:alpha val="0"/>
                  </a:schemeClr>
                </a:solidFill>
                <a:latin typeface="Elevance Sans" pitchFamily="2" charset="77"/>
                <a:cs typeface="Elevance Sans" pitchFamily="2" charset="0"/>
              </a:defRPr>
            </a:lvl1pPr>
            <a:lvl2pPr>
              <a:defRPr>
                <a:solidFill>
                  <a:schemeClr val="bg1">
                    <a:alpha val="0"/>
                  </a:schemeClr>
                </a:solidFill>
              </a:defRPr>
            </a:lvl2pPr>
            <a:lvl3pPr>
              <a:defRPr>
                <a:solidFill>
                  <a:schemeClr val="bg1">
                    <a:alpha val="0"/>
                  </a:schemeClr>
                </a:solidFill>
              </a:defRPr>
            </a:lvl3pPr>
            <a:lvl4pPr>
              <a:defRPr>
                <a:solidFill>
                  <a:schemeClr val="bg1">
                    <a:alpha val="0"/>
                  </a:schemeClr>
                </a:solidFill>
              </a:defRPr>
            </a:lvl4pPr>
            <a:lvl5pPr>
              <a:defRPr>
                <a:solidFill>
                  <a:schemeClr val="bg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7C67F79F-A16B-8F48-A460-2D06F52DCC6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275725" y="2629502"/>
            <a:ext cx="1802369" cy="2976168"/>
          </a:xfrm>
        </p:spPr>
        <p:txBody>
          <a:bodyPr/>
          <a:lstStyle>
            <a:lvl1pPr>
              <a:defRPr sz="1400" b="0" i="0">
                <a:latin typeface="Elevance Sans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09F171-D2FC-724F-A2F1-83AC74A0C41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939795" y="2629502"/>
            <a:ext cx="1802369" cy="2976168"/>
          </a:xfrm>
        </p:spPr>
        <p:txBody>
          <a:bodyPr/>
          <a:lstStyle>
            <a:lvl1pPr>
              <a:defRPr sz="1400" b="0" i="0">
                <a:latin typeface="Elevance Sans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0886DACC-8B94-1049-99F5-38D402063D4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642278" y="2629502"/>
            <a:ext cx="1802369" cy="2976168"/>
          </a:xfrm>
        </p:spPr>
        <p:txBody>
          <a:bodyPr/>
          <a:lstStyle>
            <a:lvl1pPr>
              <a:defRPr sz="1400" b="0" i="0">
                <a:latin typeface="Elevance Sans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7FDE759B-B6F2-3D4A-9BFA-89DFE26446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1737621"/>
            <a:ext cx="4195492" cy="4269479"/>
          </a:xfrm>
          <a:solidFill>
            <a:schemeClr val="accent2"/>
          </a:solidFill>
        </p:spPr>
        <p:txBody>
          <a:bodyPr/>
          <a:lstStyle>
            <a:lvl1pPr>
              <a:defRPr sz="100" b="0" i="0">
                <a:solidFill>
                  <a:schemeClr val="bg2">
                    <a:alpha val="0"/>
                  </a:schemeClr>
                </a:solidFill>
                <a:latin typeface="Elevance Sans" pitchFamily="2" charset="77"/>
                <a:cs typeface="Elevance Sans" pitchFamily="2" charset="0"/>
              </a:defRPr>
            </a:lvl1pPr>
            <a:lvl2pPr>
              <a:defRPr>
                <a:solidFill>
                  <a:schemeClr val="bg1">
                    <a:alpha val="0"/>
                  </a:schemeClr>
                </a:solidFill>
              </a:defRPr>
            </a:lvl2pPr>
            <a:lvl3pPr>
              <a:defRPr>
                <a:solidFill>
                  <a:schemeClr val="bg1">
                    <a:alpha val="0"/>
                  </a:schemeClr>
                </a:solidFill>
              </a:defRPr>
            </a:lvl3pPr>
            <a:lvl4pPr>
              <a:defRPr>
                <a:solidFill>
                  <a:schemeClr val="bg1">
                    <a:alpha val="0"/>
                  </a:schemeClr>
                </a:solidFill>
              </a:defRPr>
            </a:lvl4pPr>
            <a:lvl5pPr>
              <a:defRPr>
                <a:solidFill>
                  <a:schemeClr val="bg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3370B3-825E-D34B-8FDF-7533F97F3B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55601" y="1948308"/>
            <a:ext cx="1652266" cy="268434"/>
          </a:xfrm>
        </p:spPr>
        <p:txBody>
          <a:bodyPr/>
          <a:lstStyle>
            <a:lvl1pPr>
              <a:defRPr sz="15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Subtitle text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5E27056C-29C0-2045-816E-9E902F2F596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09237" y="1948308"/>
            <a:ext cx="1652266" cy="268434"/>
          </a:xfrm>
        </p:spPr>
        <p:txBody>
          <a:bodyPr/>
          <a:lstStyle>
            <a:lvl1pPr>
              <a:defRPr sz="15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Subtitle text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50958210-96E8-1E49-B317-7E8680A7B0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75725" y="1948308"/>
            <a:ext cx="1652266" cy="268434"/>
          </a:xfrm>
        </p:spPr>
        <p:txBody>
          <a:bodyPr/>
          <a:lstStyle>
            <a:lvl1pPr>
              <a:defRPr sz="15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Subtitle text</a:t>
            </a:r>
          </a:p>
        </p:txBody>
      </p:sp>
      <p:sp>
        <p:nvSpPr>
          <p:cNvPr id="42" name="Text Placeholder 5">
            <a:extLst>
              <a:ext uri="{FF2B5EF4-FFF2-40B4-BE49-F238E27FC236}">
                <a16:creationId xmlns:a16="http://schemas.microsoft.com/office/drawing/2014/main" id="{9EF4BB56-4511-4D4B-B1CE-7496C1BDBE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642278" y="1948308"/>
            <a:ext cx="1652266" cy="268434"/>
          </a:xfrm>
        </p:spPr>
        <p:txBody>
          <a:bodyPr/>
          <a:lstStyle>
            <a:lvl1pPr>
              <a:defRPr sz="15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Subtitle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E75330-0906-7041-819F-960237FD5F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AA5D0AF0-14B5-FB4C-9A3D-38570A77059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183241" y="2691503"/>
            <a:ext cx="2230936" cy="439148"/>
          </a:xfr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Elevance Sans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CEDDFC23-987F-D649-AC0A-8278DC76612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183241" y="3548490"/>
            <a:ext cx="2230936" cy="439148"/>
          </a:xfr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Elevance Sans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5F06E18E-6C35-ED44-B0A1-A45465982C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183241" y="4405478"/>
            <a:ext cx="2230936" cy="439148"/>
          </a:xfr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Elevance Sans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466C3108-2271-4849-AC8B-AE3CAA3940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601" y="2653748"/>
            <a:ext cx="1427640" cy="561942"/>
          </a:xfrm>
        </p:spPr>
        <p:txBody>
          <a:bodyPr anchor="ctr" anchorCtr="0"/>
          <a:lstStyle>
            <a:lvl1pPr>
              <a:defRPr sz="5500" b="0" i="0">
                <a:solidFill>
                  <a:schemeClr val="bg1"/>
                </a:solidFill>
                <a:latin typeface="Elevance Sans Medium" pitchFamily="2" charset="0"/>
              </a:defRPr>
            </a:lvl1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49" name="Text Placeholder 16">
            <a:extLst>
              <a:ext uri="{FF2B5EF4-FFF2-40B4-BE49-F238E27FC236}">
                <a16:creationId xmlns:a16="http://schemas.microsoft.com/office/drawing/2014/main" id="{D5A9143D-7150-AC42-B40F-D5C4B2E4E85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55601" y="3513481"/>
            <a:ext cx="1427640" cy="561942"/>
          </a:xfrm>
        </p:spPr>
        <p:txBody>
          <a:bodyPr anchor="ctr" anchorCtr="0"/>
          <a:lstStyle>
            <a:lvl1pPr>
              <a:defRPr sz="5500" b="0" i="0">
                <a:solidFill>
                  <a:schemeClr val="bg1"/>
                </a:solidFill>
                <a:latin typeface="Elevance Sans Medium" pitchFamily="2" charset="0"/>
              </a:defRPr>
            </a:lvl1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50" name="Text Placeholder 16">
            <a:extLst>
              <a:ext uri="{FF2B5EF4-FFF2-40B4-BE49-F238E27FC236}">
                <a16:creationId xmlns:a16="http://schemas.microsoft.com/office/drawing/2014/main" id="{7DA7978D-E906-C942-B91D-8115185133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55601" y="4373214"/>
            <a:ext cx="1427640" cy="561942"/>
          </a:xfrm>
        </p:spPr>
        <p:txBody>
          <a:bodyPr anchor="ctr" anchorCtr="0"/>
          <a:lstStyle>
            <a:lvl1pPr>
              <a:defRPr sz="5500" b="0" i="0">
                <a:solidFill>
                  <a:schemeClr val="bg1"/>
                </a:solidFill>
                <a:latin typeface="Elevance Sans Medium" pitchFamily="2" charset="0"/>
              </a:defRPr>
            </a:lvl1pPr>
          </a:lstStyle>
          <a:p>
            <a:pPr lvl="0"/>
            <a:r>
              <a:rPr lang="en-US" dirty="0"/>
              <a:t>XX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3105FE1C-3167-48F5-A514-AC4282BC0D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57200" y="6181344"/>
            <a:ext cx="187325" cy="35521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AB6B564-3009-A63A-A77D-22DC6635304B}"/>
              </a:ext>
            </a:extLst>
          </p:cNvPr>
          <p:cNvSpPr txBox="1"/>
          <p:nvPr userDrawn="1"/>
        </p:nvSpPr>
        <p:spPr>
          <a:xfrm>
            <a:off x="11358961" y="6434080"/>
            <a:ext cx="379141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fld id="{2E41F6C8-4AC0-3E4A-83FC-D61DA5B25C9B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BCC9890-0246-1466-4D64-76660D46700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461052" y="6271591"/>
            <a:ext cx="9321248" cy="300988"/>
          </a:xfrm>
        </p:spPr>
        <p:txBody>
          <a:bodyPr anchor="b" anchorCtr="0"/>
          <a:lstStyle>
            <a:lvl1pPr marL="0" indent="0" algn="l">
              <a:buNone/>
              <a:defRPr sz="9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footnote/source</a:t>
            </a:r>
          </a:p>
        </p:txBody>
      </p:sp>
    </p:spTree>
    <p:extLst>
      <p:ext uri="{BB962C8B-B14F-4D97-AF65-F5344CB8AC3E}">
        <p14:creationId xmlns:p14="http://schemas.microsoft.com/office/powerpoint/2010/main" val="726135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our U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875F6157-AD74-F941-B422-39879433209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84391" y="1737621"/>
            <a:ext cx="2327987" cy="4269479"/>
          </a:xfrm>
          <a:solidFill>
            <a:schemeClr val="accent6">
              <a:alpha val="15000"/>
            </a:schemeClr>
          </a:solidFill>
        </p:spPr>
        <p:txBody>
          <a:bodyPr/>
          <a:lstStyle>
            <a:lvl1pPr>
              <a:defRPr sz="100" b="0" i="0">
                <a:solidFill>
                  <a:schemeClr val="bg2">
                    <a:alpha val="0"/>
                  </a:schemeClr>
                </a:solidFill>
                <a:latin typeface="Elevance Sans" pitchFamily="2" charset="77"/>
                <a:cs typeface="Elevance Sans" pitchFamily="2" charset="0"/>
              </a:defRPr>
            </a:lvl1pPr>
            <a:lvl2pPr>
              <a:defRPr>
                <a:solidFill>
                  <a:schemeClr val="bg1">
                    <a:alpha val="0"/>
                  </a:schemeClr>
                </a:solidFill>
              </a:defRPr>
            </a:lvl2pPr>
            <a:lvl3pPr>
              <a:defRPr>
                <a:solidFill>
                  <a:schemeClr val="bg1">
                    <a:alpha val="0"/>
                  </a:schemeClr>
                </a:solidFill>
              </a:defRPr>
            </a:lvl3pPr>
            <a:lvl4pPr>
              <a:defRPr>
                <a:solidFill>
                  <a:schemeClr val="bg1">
                    <a:alpha val="0"/>
                  </a:schemeClr>
                </a:solidFill>
              </a:defRPr>
            </a:lvl4pPr>
            <a:lvl5pPr>
              <a:defRPr>
                <a:solidFill>
                  <a:schemeClr val="bg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0B9D8E76-D2A2-5648-B2DB-A62CD2D6A61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044077" y="1737621"/>
            <a:ext cx="2327987" cy="4269479"/>
          </a:xfrm>
          <a:solidFill>
            <a:schemeClr val="accent6">
              <a:alpha val="15000"/>
            </a:schemeClr>
          </a:solidFill>
        </p:spPr>
        <p:txBody>
          <a:bodyPr/>
          <a:lstStyle>
            <a:lvl1pPr>
              <a:defRPr sz="100" b="0" i="0">
                <a:solidFill>
                  <a:schemeClr val="bg2">
                    <a:alpha val="0"/>
                  </a:schemeClr>
                </a:solidFill>
                <a:latin typeface="Elevance Sans" pitchFamily="2" charset="77"/>
                <a:cs typeface="Elevance Sans" pitchFamily="2" charset="0"/>
              </a:defRPr>
            </a:lvl1pPr>
            <a:lvl2pPr>
              <a:defRPr>
                <a:solidFill>
                  <a:schemeClr val="bg1">
                    <a:alpha val="0"/>
                  </a:schemeClr>
                </a:solidFill>
              </a:defRPr>
            </a:lvl2pPr>
            <a:lvl3pPr>
              <a:defRPr>
                <a:solidFill>
                  <a:schemeClr val="bg1">
                    <a:alpha val="0"/>
                  </a:schemeClr>
                </a:solidFill>
              </a:defRPr>
            </a:lvl3pPr>
            <a:lvl4pPr>
              <a:defRPr>
                <a:solidFill>
                  <a:schemeClr val="bg1">
                    <a:alpha val="0"/>
                  </a:schemeClr>
                </a:solidFill>
              </a:defRPr>
            </a:lvl4pPr>
            <a:lvl5pPr>
              <a:defRPr>
                <a:solidFill>
                  <a:schemeClr val="bg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20492DC6-9657-A84D-AA7B-58D54CBB7A2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03763" y="1737621"/>
            <a:ext cx="2327987" cy="4269479"/>
          </a:xfrm>
          <a:solidFill>
            <a:schemeClr val="accent6">
              <a:alpha val="15000"/>
            </a:schemeClr>
          </a:solidFill>
        </p:spPr>
        <p:txBody>
          <a:bodyPr/>
          <a:lstStyle>
            <a:lvl1pPr>
              <a:defRPr sz="100" b="0" i="0">
                <a:solidFill>
                  <a:schemeClr val="bg2">
                    <a:alpha val="0"/>
                  </a:schemeClr>
                </a:solidFill>
                <a:latin typeface="Elevance Sans" pitchFamily="2" charset="77"/>
                <a:cs typeface="Elevance Sans" pitchFamily="2" charset="0"/>
              </a:defRPr>
            </a:lvl1pPr>
            <a:lvl2pPr>
              <a:defRPr>
                <a:solidFill>
                  <a:schemeClr val="bg1">
                    <a:alpha val="0"/>
                  </a:schemeClr>
                </a:solidFill>
              </a:defRPr>
            </a:lvl2pPr>
            <a:lvl3pPr>
              <a:defRPr>
                <a:solidFill>
                  <a:schemeClr val="bg1">
                    <a:alpha val="0"/>
                  </a:schemeClr>
                </a:solidFill>
              </a:defRPr>
            </a:lvl3pPr>
            <a:lvl4pPr>
              <a:defRPr>
                <a:solidFill>
                  <a:schemeClr val="bg1">
                    <a:alpha val="0"/>
                  </a:schemeClr>
                </a:solidFill>
              </a:defRPr>
            </a:lvl4pPr>
            <a:lvl5pPr>
              <a:defRPr>
                <a:solidFill>
                  <a:schemeClr val="bg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7C67F79F-A16B-8F48-A460-2D06F52DCC6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275725" y="2629502"/>
            <a:ext cx="1802369" cy="2976168"/>
          </a:xfrm>
        </p:spPr>
        <p:txBody>
          <a:bodyPr/>
          <a:lstStyle>
            <a:lvl1pPr>
              <a:defRPr sz="1400" b="0" i="0">
                <a:solidFill>
                  <a:schemeClr val="tx2"/>
                </a:solidFill>
                <a:latin typeface="Elevance Sans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09F171-D2FC-724F-A2F1-83AC74A0C41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939795" y="2629502"/>
            <a:ext cx="1802369" cy="2976168"/>
          </a:xfrm>
        </p:spPr>
        <p:txBody>
          <a:bodyPr/>
          <a:lstStyle>
            <a:lvl1pPr>
              <a:defRPr sz="1400" b="0" i="0">
                <a:solidFill>
                  <a:schemeClr val="tx2"/>
                </a:solidFill>
                <a:latin typeface="Elevance Sans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0886DACC-8B94-1049-99F5-38D402063D4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642278" y="2629502"/>
            <a:ext cx="1802369" cy="2976168"/>
          </a:xfrm>
        </p:spPr>
        <p:txBody>
          <a:bodyPr/>
          <a:lstStyle>
            <a:lvl1pPr>
              <a:defRPr sz="1400" b="0" i="0">
                <a:solidFill>
                  <a:schemeClr val="tx2"/>
                </a:solidFill>
                <a:latin typeface="Elevance Sans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7FDE759B-B6F2-3D4A-9BFA-89DFE26446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1737621"/>
            <a:ext cx="4195492" cy="4269479"/>
          </a:xfrm>
          <a:solidFill>
            <a:schemeClr val="accent6"/>
          </a:solidFill>
        </p:spPr>
        <p:txBody>
          <a:bodyPr/>
          <a:lstStyle>
            <a:lvl1pPr>
              <a:defRPr sz="100" b="0" i="0">
                <a:solidFill>
                  <a:schemeClr val="bg2">
                    <a:alpha val="0"/>
                  </a:schemeClr>
                </a:solidFill>
                <a:latin typeface="Elevance Sans" pitchFamily="2" charset="77"/>
                <a:cs typeface="Elevance Sans" pitchFamily="2" charset="0"/>
              </a:defRPr>
            </a:lvl1pPr>
            <a:lvl2pPr>
              <a:defRPr>
                <a:solidFill>
                  <a:schemeClr val="bg1">
                    <a:alpha val="0"/>
                  </a:schemeClr>
                </a:solidFill>
              </a:defRPr>
            </a:lvl2pPr>
            <a:lvl3pPr>
              <a:defRPr>
                <a:solidFill>
                  <a:schemeClr val="bg1">
                    <a:alpha val="0"/>
                  </a:schemeClr>
                </a:solidFill>
              </a:defRPr>
            </a:lvl3pPr>
            <a:lvl4pPr>
              <a:defRPr>
                <a:solidFill>
                  <a:schemeClr val="bg1">
                    <a:alpha val="0"/>
                  </a:schemeClr>
                </a:solidFill>
              </a:defRPr>
            </a:lvl4pPr>
            <a:lvl5pPr>
              <a:defRPr>
                <a:solidFill>
                  <a:schemeClr val="bg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3370B3-825E-D34B-8FDF-7533F97F3B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55601" y="1948308"/>
            <a:ext cx="1652266" cy="268434"/>
          </a:xfrm>
        </p:spPr>
        <p:txBody>
          <a:bodyPr/>
          <a:lstStyle>
            <a:lvl1pPr>
              <a:defRPr sz="15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 text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5E27056C-29C0-2045-816E-9E902F2F596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09237" y="1948308"/>
            <a:ext cx="1652266" cy="268434"/>
          </a:xfrm>
        </p:spPr>
        <p:txBody>
          <a:bodyPr/>
          <a:lstStyle>
            <a:lvl1pPr>
              <a:defRPr sz="15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 text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50958210-96E8-1E49-B317-7E8680A7B0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75725" y="1948308"/>
            <a:ext cx="1652266" cy="268434"/>
          </a:xfrm>
        </p:spPr>
        <p:txBody>
          <a:bodyPr/>
          <a:lstStyle>
            <a:lvl1pPr>
              <a:defRPr sz="15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 text</a:t>
            </a:r>
          </a:p>
        </p:txBody>
      </p:sp>
      <p:sp>
        <p:nvSpPr>
          <p:cNvPr id="42" name="Text Placeholder 5">
            <a:extLst>
              <a:ext uri="{FF2B5EF4-FFF2-40B4-BE49-F238E27FC236}">
                <a16:creationId xmlns:a16="http://schemas.microsoft.com/office/drawing/2014/main" id="{9EF4BB56-4511-4D4B-B1CE-7496C1BDBE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642278" y="1948308"/>
            <a:ext cx="1652266" cy="268434"/>
          </a:xfrm>
        </p:spPr>
        <p:txBody>
          <a:bodyPr/>
          <a:lstStyle>
            <a:lvl1pPr>
              <a:defRPr sz="15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E75330-0906-7041-819F-960237FD5F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AA5D0AF0-14B5-FB4C-9A3D-38570A77059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183241" y="2691503"/>
            <a:ext cx="2230936" cy="439148"/>
          </a:xfrm>
        </p:spPr>
        <p:txBody>
          <a:bodyPr/>
          <a:lstStyle>
            <a:lvl1pPr>
              <a:defRPr sz="1400" b="0" i="0">
                <a:solidFill>
                  <a:schemeClr val="accent1"/>
                </a:solidFill>
                <a:latin typeface="Elevance Sans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CEDDFC23-987F-D649-AC0A-8278DC76612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183241" y="3548490"/>
            <a:ext cx="2230936" cy="439148"/>
          </a:xfrm>
        </p:spPr>
        <p:txBody>
          <a:bodyPr/>
          <a:lstStyle>
            <a:lvl1pPr>
              <a:defRPr sz="1400" b="0" i="0">
                <a:solidFill>
                  <a:schemeClr val="accent1"/>
                </a:solidFill>
                <a:latin typeface="Elevance Sans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5F06E18E-6C35-ED44-B0A1-A45465982C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183241" y="4405478"/>
            <a:ext cx="2230936" cy="439148"/>
          </a:xfrm>
        </p:spPr>
        <p:txBody>
          <a:bodyPr/>
          <a:lstStyle>
            <a:lvl1pPr>
              <a:defRPr sz="1400" b="0" i="0">
                <a:solidFill>
                  <a:schemeClr val="accent1"/>
                </a:solidFill>
                <a:latin typeface="Elevance Sans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466C3108-2271-4849-AC8B-AE3CAA3940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601" y="2653748"/>
            <a:ext cx="1427640" cy="561942"/>
          </a:xfrm>
        </p:spPr>
        <p:txBody>
          <a:bodyPr anchor="ctr" anchorCtr="0"/>
          <a:lstStyle>
            <a:lvl1pPr>
              <a:defRPr sz="5500" b="0" i="0">
                <a:solidFill>
                  <a:schemeClr val="accent1"/>
                </a:solidFill>
                <a:latin typeface="Elevance Sans Medium" pitchFamily="2" charset="0"/>
              </a:defRPr>
            </a:lvl1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49" name="Text Placeholder 16">
            <a:extLst>
              <a:ext uri="{FF2B5EF4-FFF2-40B4-BE49-F238E27FC236}">
                <a16:creationId xmlns:a16="http://schemas.microsoft.com/office/drawing/2014/main" id="{D5A9143D-7150-AC42-B40F-D5C4B2E4E85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55601" y="3513481"/>
            <a:ext cx="1427640" cy="561942"/>
          </a:xfrm>
        </p:spPr>
        <p:txBody>
          <a:bodyPr anchor="ctr" anchorCtr="0"/>
          <a:lstStyle>
            <a:lvl1pPr>
              <a:defRPr sz="5500" b="0" i="0">
                <a:solidFill>
                  <a:schemeClr val="accent1"/>
                </a:solidFill>
                <a:latin typeface="Elevance Sans Medium" pitchFamily="2" charset="0"/>
              </a:defRPr>
            </a:lvl1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50" name="Text Placeholder 16">
            <a:extLst>
              <a:ext uri="{FF2B5EF4-FFF2-40B4-BE49-F238E27FC236}">
                <a16:creationId xmlns:a16="http://schemas.microsoft.com/office/drawing/2014/main" id="{7DA7978D-E906-C942-B91D-8115185133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55601" y="4373214"/>
            <a:ext cx="1427640" cy="561942"/>
          </a:xfrm>
        </p:spPr>
        <p:txBody>
          <a:bodyPr anchor="ctr" anchorCtr="0"/>
          <a:lstStyle>
            <a:lvl1pPr>
              <a:defRPr sz="5500" b="0" i="0">
                <a:solidFill>
                  <a:schemeClr val="accent1"/>
                </a:solidFill>
                <a:latin typeface="Elevance Sans Medium" pitchFamily="2" charset="0"/>
              </a:defRPr>
            </a:lvl1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B6B564-3009-A63A-A77D-22DC6635304B}"/>
              </a:ext>
            </a:extLst>
          </p:cNvPr>
          <p:cNvSpPr txBox="1"/>
          <p:nvPr userDrawn="1"/>
        </p:nvSpPr>
        <p:spPr>
          <a:xfrm>
            <a:off x="11358961" y="6434080"/>
            <a:ext cx="379141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fld id="{2E41F6C8-4AC0-3E4A-83FC-D61DA5B25C9B}" type="slidenum">
              <a:rPr lang="en-US" sz="900" smtClean="0">
                <a:solidFill>
                  <a:schemeClr val="tx2"/>
                </a:solidFill>
              </a:rPr>
              <a:pPr algn="r"/>
              <a:t>‹#›</a:t>
            </a:fld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CEB83C2-5B51-6CC0-84F2-9CB762C53C1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461052" y="6271591"/>
            <a:ext cx="9321248" cy="300988"/>
          </a:xfrm>
        </p:spPr>
        <p:txBody>
          <a:bodyPr anchor="b" anchorCtr="0"/>
          <a:lstStyle>
            <a:lvl1pPr marL="0" indent="0" algn="l">
              <a:buNone/>
              <a:defRPr sz="9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footnote/source</a:t>
            </a:r>
          </a:p>
        </p:txBody>
      </p:sp>
    </p:spTree>
    <p:extLst>
      <p:ext uri="{BB962C8B-B14F-4D97-AF65-F5344CB8AC3E}">
        <p14:creationId xmlns:p14="http://schemas.microsoft.com/office/powerpoint/2010/main" val="8917895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our U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875F6157-AD74-F941-B422-39879433209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84391" y="1737621"/>
            <a:ext cx="2327987" cy="4269479"/>
          </a:xfrm>
          <a:solidFill>
            <a:schemeClr val="accent5">
              <a:alpha val="15000"/>
            </a:schemeClr>
          </a:solidFill>
        </p:spPr>
        <p:txBody>
          <a:bodyPr/>
          <a:lstStyle>
            <a:lvl1pPr>
              <a:defRPr sz="100" b="0" i="0">
                <a:solidFill>
                  <a:schemeClr val="bg2">
                    <a:alpha val="0"/>
                  </a:schemeClr>
                </a:solidFill>
                <a:latin typeface="Elevance Sans" pitchFamily="2" charset="77"/>
                <a:cs typeface="Elevance Sans" pitchFamily="2" charset="0"/>
              </a:defRPr>
            </a:lvl1pPr>
            <a:lvl2pPr>
              <a:defRPr>
                <a:solidFill>
                  <a:schemeClr val="bg1">
                    <a:alpha val="0"/>
                  </a:schemeClr>
                </a:solidFill>
              </a:defRPr>
            </a:lvl2pPr>
            <a:lvl3pPr>
              <a:defRPr>
                <a:solidFill>
                  <a:schemeClr val="bg1">
                    <a:alpha val="0"/>
                  </a:schemeClr>
                </a:solidFill>
              </a:defRPr>
            </a:lvl3pPr>
            <a:lvl4pPr>
              <a:defRPr>
                <a:solidFill>
                  <a:schemeClr val="bg1">
                    <a:alpha val="0"/>
                  </a:schemeClr>
                </a:solidFill>
              </a:defRPr>
            </a:lvl4pPr>
            <a:lvl5pPr>
              <a:defRPr>
                <a:solidFill>
                  <a:schemeClr val="bg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0B9D8E76-D2A2-5648-B2DB-A62CD2D6A61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044077" y="1737621"/>
            <a:ext cx="2327987" cy="4269479"/>
          </a:xfrm>
          <a:solidFill>
            <a:schemeClr val="accent5">
              <a:alpha val="15000"/>
            </a:schemeClr>
          </a:solidFill>
        </p:spPr>
        <p:txBody>
          <a:bodyPr/>
          <a:lstStyle>
            <a:lvl1pPr>
              <a:defRPr sz="100" b="0" i="0">
                <a:solidFill>
                  <a:schemeClr val="bg2">
                    <a:alpha val="0"/>
                  </a:schemeClr>
                </a:solidFill>
                <a:latin typeface="Elevance Sans" pitchFamily="2" charset="77"/>
                <a:cs typeface="Elevance Sans" pitchFamily="2" charset="0"/>
              </a:defRPr>
            </a:lvl1pPr>
            <a:lvl2pPr>
              <a:defRPr>
                <a:solidFill>
                  <a:schemeClr val="bg1">
                    <a:alpha val="0"/>
                  </a:schemeClr>
                </a:solidFill>
              </a:defRPr>
            </a:lvl2pPr>
            <a:lvl3pPr>
              <a:defRPr>
                <a:solidFill>
                  <a:schemeClr val="bg1">
                    <a:alpha val="0"/>
                  </a:schemeClr>
                </a:solidFill>
              </a:defRPr>
            </a:lvl3pPr>
            <a:lvl4pPr>
              <a:defRPr>
                <a:solidFill>
                  <a:schemeClr val="bg1">
                    <a:alpha val="0"/>
                  </a:schemeClr>
                </a:solidFill>
              </a:defRPr>
            </a:lvl4pPr>
            <a:lvl5pPr>
              <a:defRPr>
                <a:solidFill>
                  <a:schemeClr val="bg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20492DC6-9657-A84D-AA7B-58D54CBB7A2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03763" y="1737621"/>
            <a:ext cx="2327987" cy="4269479"/>
          </a:xfrm>
          <a:solidFill>
            <a:schemeClr val="accent5">
              <a:alpha val="15000"/>
            </a:schemeClr>
          </a:solidFill>
        </p:spPr>
        <p:txBody>
          <a:bodyPr/>
          <a:lstStyle>
            <a:lvl1pPr>
              <a:defRPr sz="100" b="0" i="0">
                <a:solidFill>
                  <a:schemeClr val="bg2">
                    <a:alpha val="0"/>
                  </a:schemeClr>
                </a:solidFill>
                <a:latin typeface="Elevance Sans" pitchFamily="2" charset="77"/>
                <a:cs typeface="Elevance Sans" pitchFamily="2" charset="0"/>
              </a:defRPr>
            </a:lvl1pPr>
            <a:lvl2pPr>
              <a:defRPr>
                <a:solidFill>
                  <a:schemeClr val="bg1">
                    <a:alpha val="0"/>
                  </a:schemeClr>
                </a:solidFill>
              </a:defRPr>
            </a:lvl2pPr>
            <a:lvl3pPr>
              <a:defRPr>
                <a:solidFill>
                  <a:schemeClr val="bg1">
                    <a:alpha val="0"/>
                  </a:schemeClr>
                </a:solidFill>
              </a:defRPr>
            </a:lvl3pPr>
            <a:lvl4pPr>
              <a:defRPr>
                <a:solidFill>
                  <a:schemeClr val="bg1">
                    <a:alpha val="0"/>
                  </a:schemeClr>
                </a:solidFill>
              </a:defRPr>
            </a:lvl4pPr>
            <a:lvl5pPr>
              <a:defRPr>
                <a:solidFill>
                  <a:schemeClr val="bg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7C67F79F-A16B-8F48-A460-2D06F52DCC6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275725" y="2629502"/>
            <a:ext cx="1802369" cy="2976168"/>
          </a:xfrm>
        </p:spPr>
        <p:txBody>
          <a:bodyPr/>
          <a:lstStyle>
            <a:lvl1pPr>
              <a:defRPr sz="1400" b="0" i="0">
                <a:solidFill>
                  <a:schemeClr val="tx2"/>
                </a:solidFill>
                <a:latin typeface="Elevance Sans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09F171-D2FC-724F-A2F1-83AC74A0C41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939795" y="2629502"/>
            <a:ext cx="1802369" cy="2976168"/>
          </a:xfrm>
        </p:spPr>
        <p:txBody>
          <a:bodyPr/>
          <a:lstStyle>
            <a:lvl1pPr>
              <a:defRPr sz="1400" b="0" i="0">
                <a:solidFill>
                  <a:schemeClr val="tx2"/>
                </a:solidFill>
                <a:latin typeface="Elevance Sans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0886DACC-8B94-1049-99F5-38D402063D4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642278" y="2629502"/>
            <a:ext cx="1802369" cy="2976168"/>
          </a:xfrm>
        </p:spPr>
        <p:txBody>
          <a:bodyPr/>
          <a:lstStyle>
            <a:lvl1pPr>
              <a:defRPr sz="1400" b="0" i="0">
                <a:solidFill>
                  <a:schemeClr val="tx2"/>
                </a:solidFill>
                <a:latin typeface="Elevance Sans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7FDE759B-B6F2-3D4A-9BFA-89DFE26446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1737621"/>
            <a:ext cx="4195492" cy="4269479"/>
          </a:xfrm>
          <a:solidFill>
            <a:schemeClr val="accent5"/>
          </a:solidFill>
        </p:spPr>
        <p:txBody>
          <a:bodyPr/>
          <a:lstStyle>
            <a:lvl1pPr>
              <a:defRPr sz="100" b="0" i="0">
                <a:solidFill>
                  <a:schemeClr val="bg2">
                    <a:alpha val="0"/>
                  </a:schemeClr>
                </a:solidFill>
                <a:latin typeface="Elevance Sans" pitchFamily="2" charset="77"/>
                <a:cs typeface="Elevance Sans" pitchFamily="2" charset="0"/>
              </a:defRPr>
            </a:lvl1pPr>
            <a:lvl2pPr>
              <a:defRPr>
                <a:solidFill>
                  <a:schemeClr val="bg1">
                    <a:alpha val="0"/>
                  </a:schemeClr>
                </a:solidFill>
              </a:defRPr>
            </a:lvl2pPr>
            <a:lvl3pPr>
              <a:defRPr>
                <a:solidFill>
                  <a:schemeClr val="bg1">
                    <a:alpha val="0"/>
                  </a:schemeClr>
                </a:solidFill>
              </a:defRPr>
            </a:lvl3pPr>
            <a:lvl4pPr>
              <a:defRPr>
                <a:solidFill>
                  <a:schemeClr val="bg1">
                    <a:alpha val="0"/>
                  </a:schemeClr>
                </a:solidFill>
              </a:defRPr>
            </a:lvl4pPr>
            <a:lvl5pPr>
              <a:defRPr>
                <a:solidFill>
                  <a:schemeClr val="bg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3370B3-825E-D34B-8FDF-7533F97F3B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55601" y="1948308"/>
            <a:ext cx="1652266" cy="268434"/>
          </a:xfrm>
        </p:spPr>
        <p:txBody>
          <a:bodyPr/>
          <a:lstStyle>
            <a:lvl1pPr>
              <a:defRPr sz="15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 text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5E27056C-29C0-2045-816E-9E902F2F596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09237" y="1948308"/>
            <a:ext cx="1652266" cy="268434"/>
          </a:xfrm>
        </p:spPr>
        <p:txBody>
          <a:bodyPr/>
          <a:lstStyle>
            <a:lvl1pPr>
              <a:defRPr sz="15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 text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50958210-96E8-1E49-B317-7E8680A7B0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75725" y="1948308"/>
            <a:ext cx="1652266" cy="268434"/>
          </a:xfrm>
        </p:spPr>
        <p:txBody>
          <a:bodyPr/>
          <a:lstStyle>
            <a:lvl1pPr>
              <a:defRPr sz="15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 text</a:t>
            </a:r>
          </a:p>
        </p:txBody>
      </p:sp>
      <p:sp>
        <p:nvSpPr>
          <p:cNvPr id="42" name="Text Placeholder 5">
            <a:extLst>
              <a:ext uri="{FF2B5EF4-FFF2-40B4-BE49-F238E27FC236}">
                <a16:creationId xmlns:a16="http://schemas.microsoft.com/office/drawing/2014/main" id="{9EF4BB56-4511-4D4B-B1CE-7496C1BDBE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642278" y="1948308"/>
            <a:ext cx="1652266" cy="268434"/>
          </a:xfrm>
        </p:spPr>
        <p:txBody>
          <a:bodyPr/>
          <a:lstStyle>
            <a:lvl1pPr>
              <a:defRPr sz="15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E75330-0906-7041-819F-960237FD5F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AA5D0AF0-14B5-FB4C-9A3D-38570A77059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183241" y="2691503"/>
            <a:ext cx="2230936" cy="439148"/>
          </a:xfrm>
        </p:spPr>
        <p:txBody>
          <a:bodyPr/>
          <a:lstStyle>
            <a:lvl1pPr>
              <a:defRPr sz="1400" b="0" i="0">
                <a:solidFill>
                  <a:schemeClr val="accent1"/>
                </a:solidFill>
                <a:latin typeface="Elevance Sans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CEDDFC23-987F-D649-AC0A-8278DC76612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183241" y="3548490"/>
            <a:ext cx="2230936" cy="439148"/>
          </a:xfrm>
        </p:spPr>
        <p:txBody>
          <a:bodyPr/>
          <a:lstStyle>
            <a:lvl1pPr>
              <a:defRPr sz="1400" b="0" i="0">
                <a:solidFill>
                  <a:schemeClr val="accent1"/>
                </a:solidFill>
                <a:latin typeface="Elevance Sans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5F06E18E-6C35-ED44-B0A1-A45465982C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183241" y="4405478"/>
            <a:ext cx="2230936" cy="439148"/>
          </a:xfrm>
        </p:spPr>
        <p:txBody>
          <a:bodyPr/>
          <a:lstStyle>
            <a:lvl1pPr>
              <a:defRPr sz="1400" b="0" i="0">
                <a:solidFill>
                  <a:schemeClr val="accent1"/>
                </a:solidFill>
                <a:latin typeface="Elevance Sans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466C3108-2271-4849-AC8B-AE3CAA3940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600" y="2653748"/>
            <a:ext cx="1427641" cy="561942"/>
          </a:xfrm>
        </p:spPr>
        <p:txBody>
          <a:bodyPr anchor="ctr" anchorCtr="0"/>
          <a:lstStyle>
            <a:lvl1pPr>
              <a:defRPr sz="5500" b="0" i="0">
                <a:solidFill>
                  <a:schemeClr val="accent1"/>
                </a:solidFill>
                <a:latin typeface="Elevance Sans Medium" pitchFamily="2" charset="0"/>
              </a:defRPr>
            </a:lvl1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49" name="Text Placeholder 16">
            <a:extLst>
              <a:ext uri="{FF2B5EF4-FFF2-40B4-BE49-F238E27FC236}">
                <a16:creationId xmlns:a16="http://schemas.microsoft.com/office/drawing/2014/main" id="{D5A9143D-7150-AC42-B40F-D5C4B2E4E85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55600" y="3513481"/>
            <a:ext cx="1427641" cy="561942"/>
          </a:xfrm>
        </p:spPr>
        <p:txBody>
          <a:bodyPr anchor="ctr" anchorCtr="0"/>
          <a:lstStyle>
            <a:lvl1pPr>
              <a:defRPr sz="5500" b="0" i="0">
                <a:solidFill>
                  <a:schemeClr val="accent1"/>
                </a:solidFill>
                <a:latin typeface="Elevance Sans Medium" pitchFamily="2" charset="0"/>
              </a:defRPr>
            </a:lvl1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50" name="Text Placeholder 16">
            <a:extLst>
              <a:ext uri="{FF2B5EF4-FFF2-40B4-BE49-F238E27FC236}">
                <a16:creationId xmlns:a16="http://schemas.microsoft.com/office/drawing/2014/main" id="{7DA7978D-E906-C942-B91D-8115185133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55600" y="4373214"/>
            <a:ext cx="1427641" cy="561942"/>
          </a:xfrm>
        </p:spPr>
        <p:txBody>
          <a:bodyPr anchor="ctr" anchorCtr="0"/>
          <a:lstStyle>
            <a:lvl1pPr>
              <a:defRPr sz="5500" b="0" i="0">
                <a:solidFill>
                  <a:schemeClr val="accent1"/>
                </a:solidFill>
                <a:latin typeface="Elevance Sans Medium" pitchFamily="2" charset="0"/>
              </a:defRPr>
            </a:lvl1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B6B564-3009-A63A-A77D-22DC6635304B}"/>
              </a:ext>
            </a:extLst>
          </p:cNvPr>
          <p:cNvSpPr txBox="1"/>
          <p:nvPr userDrawn="1"/>
        </p:nvSpPr>
        <p:spPr>
          <a:xfrm>
            <a:off x="11358961" y="6434080"/>
            <a:ext cx="379141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fld id="{2E41F6C8-4AC0-3E4A-83FC-D61DA5B25C9B}" type="slidenum">
              <a:rPr lang="en-US" sz="900" smtClean="0">
                <a:solidFill>
                  <a:schemeClr val="tx2"/>
                </a:solidFill>
              </a:rPr>
              <a:pPr algn="r"/>
              <a:t>‹#›</a:t>
            </a:fld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C475EF6-76D7-D142-A733-E0C10E97E81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461052" y="6271591"/>
            <a:ext cx="9321248" cy="300988"/>
          </a:xfrm>
        </p:spPr>
        <p:txBody>
          <a:bodyPr anchor="b" anchorCtr="0"/>
          <a:lstStyle>
            <a:lvl1pPr marL="0" indent="0" algn="l">
              <a:buNone/>
              <a:defRPr sz="9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footnote/source</a:t>
            </a:r>
          </a:p>
        </p:txBody>
      </p:sp>
    </p:spTree>
    <p:extLst>
      <p:ext uri="{BB962C8B-B14F-4D97-AF65-F5344CB8AC3E}">
        <p14:creationId xmlns:p14="http://schemas.microsoft.com/office/powerpoint/2010/main" val="24881371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Nav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E75330-0906-7041-819F-960237FD5F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BCCD3FC-E970-9B4D-90AC-053046A517E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57200" y="6181344"/>
            <a:ext cx="187325" cy="3552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4AA359-29EA-5F4F-BDCD-44D77DDDBA39}"/>
              </a:ext>
            </a:extLst>
          </p:cNvPr>
          <p:cNvSpPr txBox="1"/>
          <p:nvPr/>
        </p:nvSpPr>
        <p:spPr>
          <a:xfrm>
            <a:off x="11358961" y="6434080"/>
            <a:ext cx="379141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fld id="{2E41F6C8-4AC0-3E4A-83FC-D61DA5B25C9B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89D9D53-A1B6-B53A-C16C-9CD6F922D75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461052" y="6271591"/>
            <a:ext cx="9321248" cy="300988"/>
          </a:xfrm>
        </p:spPr>
        <p:txBody>
          <a:bodyPr anchor="b" anchorCtr="0"/>
          <a:lstStyle>
            <a:lvl1pPr marL="0" indent="0" algn="l">
              <a:buNone/>
              <a:defRPr sz="9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footnote/source</a:t>
            </a:r>
          </a:p>
        </p:txBody>
      </p:sp>
    </p:spTree>
    <p:extLst>
      <p:ext uri="{BB962C8B-B14F-4D97-AF65-F5344CB8AC3E}">
        <p14:creationId xmlns:p14="http://schemas.microsoft.com/office/powerpoint/2010/main" val="28196084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5B0DF66-7FB8-254D-86AC-C0A1063CF65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795113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5B0DF66-7FB8-254D-86AC-C0A1063CF6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D864AB1-FA21-E948-BBC5-87E7C74C69C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199" y="1691640"/>
            <a:ext cx="2651125" cy="4315460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600"/>
              </a:spcBef>
              <a:buNone/>
              <a:defRPr sz="14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able Placeholder 14">
            <a:extLst>
              <a:ext uri="{FF2B5EF4-FFF2-40B4-BE49-F238E27FC236}">
                <a16:creationId xmlns:a16="http://schemas.microsoft.com/office/drawing/2014/main" id="{A26E02A6-FCD4-2349-A224-1CAE40B3C672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3336925" y="1691641"/>
            <a:ext cx="8397875" cy="4315460"/>
          </a:xfrm>
        </p:spPr>
        <p:txBody>
          <a:bodyPr/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3086E9-DD46-BF44-9FB9-ECD66EB782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F34AC2F-EC51-D5FD-5D5D-2FDE10F5C68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461052" y="6271591"/>
            <a:ext cx="9321248" cy="300988"/>
          </a:xfrm>
        </p:spPr>
        <p:txBody>
          <a:bodyPr anchor="b" anchorCtr="0"/>
          <a:lstStyle>
            <a:lvl1pPr marL="0" indent="0" algn="l">
              <a:buNone/>
              <a:defRPr sz="9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footnote/source</a:t>
            </a:r>
          </a:p>
        </p:txBody>
      </p:sp>
    </p:spTree>
    <p:extLst>
      <p:ext uri="{BB962C8B-B14F-4D97-AF65-F5344CB8AC3E}">
        <p14:creationId xmlns:p14="http://schemas.microsoft.com/office/powerpoint/2010/main" val="41832322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F88B5C4-9683-A7B3-49B2-F4F11A5CA1A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461052" y="6271591"/>
            <a:ext cx="9321248" cy="300988"/>
          </a:xfrm>
        </p:spPr>
        <p:txBody>
          <a:bodyPr anchor="b" anchorCtr="0"/>
          <a:lstStyle>
            <a:lvl1pPr marL="0" indent="0" algn="l">
              <a:buNone/>
              <a:defRPr sz="9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footnote/source</a:t>
            </a:r>
          </a:p>
        </p:txBody>
      </p:sp>
    </p:spTree>
    <p:extLst>
      <p:ext uri="{BB962C8B-B14F-4D97-AF65-F5344CB8AC3E}">
        <p14:creationId xmlns:p14="http://schemas.microsoft.com/office/powerpoint/2010/main" val="75405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5B0DF66-7FB8-254D-86AC-C0A1063CF65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826870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5B0DF66-7FB8-254D-86AC-C0A1063CF6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D864AB1-FA21-E948-BBC5-87E7C74C69C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1691640"/>
            <a:ext cx="2651124" cy="4315460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600"/>
              </a:spcBef>
              <a:buNone/>
              <a:defRPr sz="14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D6B9CC2-0A93-824B-8784-1E187A641D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36925" y="0"/>
            <a:ext cx="8855075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84F6E5-E352-B74C-8251-2905A2D269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384048"/>
            <a:ext cx="2651125" cy="82296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53B4B6-C1D0-C046-A80C-B92B81F6585D}"/>
              </a:ext>
            </a:extLst>
          </p:cNvPr>
          <p:cNvSpPr txBox="1"/>
          <p:nvPr userDrawn="1"/>
        </p:nvSpPr>
        <p:spPr>
          <a:xfrm>
            <a:off x="11358961" y="6434080"/>
            <a:ext cx="379141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fld id="{2E41F6C8-4AC0-3E4A-83FC-D61DA5B25C9B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342DDDD-3486-26B4-2451-F65D2C0A155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461052" y="6271591"/>
            <a:ext cx="9321248" cy="300988"/>
          </a:xfrm>
        </p:spPr>
        <p:txBody>
          <a:bodyPr anchor="b" anchorCtr="0"/>
          <a:lstStyle>
            <a:lvl1pPr marL="0" indent="0" algn="l">
              <a:buNone/>
              <a:defRPr sz="9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footnote/source</a:t>
            </a:r>
          </a:p>
        </p:txBody>
      </p:sp>
    </p:spTree>
    <p:extLst>
      <p:ext uri="{BB962C8B-B14F-4D97-AF65-F5344CB8AC3E}">
        <p14:creationId xmlns:p14="http://schemas.microsoft.com/office/powerpoint/2010/main" val="29375335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Image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5B0DF66-7FB8-254D-86AC-C0A1063CF65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7679720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5B0DF66-7FB8-254D-86AC-C0A1063CF6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D864AB1-FA21-E948-BBC5-87E7C74C69C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1691640"/>
            <a:ext cx="5529262" cy="2600960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C387F9A-7C61-504D-95FA-41854B1EFD1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62552" y="2076450"/>
            <a:ext cx="8529448" cy="4781550"/>
          </a:xfrm>
          <a:custGeom>
            <a:avLst/>
            <a:gdLst>
              <a:gd name="connsiteX0" fmla="*/ 4767761 w 8529448"/>
              <a:gd name="connsiteY0" fmla="*/ 0 h 4781550"/>
              <a:gd name="connsiteX1" fmla="*/ 8529448 w 8529448"/>
              <a:gd name="connsiteY1" fmla="*/ 3772567 h 4781550"/>
              <a:gd name="connsiteX2" fmla="*/ 8529448 w 8529448"/>
              <a:gd name="connsiteY2" fmla="*/ 4781550 h 4781550"/>
              <a:gd name="connsiteX3" fmla="*/ 5501201 w 8529448"/>
              <a:gd name="connsiteY3" fmla="*/ 4781550 h 4781550"/>
              <a:gd name="connsiteX4" fmla="*/ 4766726 w 8529448"/>
              <a:gd name="connsiteY4" fmla="*/ 4044950 h 4781550"/>
              <a:gd name="connsiteX5" fmla="*/ 4032250 w 8529448"/>
              <a:gd name="connsiteY5" fmla="*/ 4781550 h 4781550"/>
              <a:gd name="connsiteX6" fmla="*/ 0 w 8529448"/>
              <a:gd name="connsiteY6" fmla="*/ 4781550 h 478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29448" h="4781550">
                <a:moveTo>
                  <a:pt x="4767761" y="0"/>
                </a:moveTo>
                <a:lnTo>
                  <a:pt x="8529448" y="3772567"/>
                </a:lnTo>
                <a:lnTo>
                  <a:pt x="8529448" y="4781550"/>
                </a:lnTo>
                <a:lnTo>
                  <a:pt x="5501201" y="4781550"/>
                </a:lnTo>
                <a:lnTo>
                  <a:pt x="4766726" y="4044950"/>
                </a:lnTo>
                <a:lnTo>
                  <a:pt x="4032250" y="4781550"/>
                </a:lnTo>
                <a:lnTo>
                  <a:pt x="0" y="47815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84F6E5-E352-B74C-8251-2905A2D269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384048"/>
            <a:ext cx="5529263" cy="82296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0943731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5B0DF66-7FB8-254D-86AC-C0A1063CF65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230717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5B0DF66-7FB8-254D-86AC-C0A1063CF6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89F3AE6-AACE-6B4E-8D44-B359D95686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1691640"/>
            <a:ext cx="5334000" cy="4315460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600"/>
              </a:spcBef>
              <a:buNone/>
              <a:defRPr sz="1600" b="0" i="0">
                <a:latin typeface="+mn-lt"/>
              </a:defRPr>
            </a:lvl1pPr>
            <a:lvl2pPr marL="230188" indent="-225425">
              <a:lnSpc>
                <a:spcPct val="120000"/>
              </a:lnSpc>
              <a:spcBef>
                <a:spcPts val="1600"/>
              </a:spcBef>
              <a:buFont typeface="Elevance Sans" pitchFamily="2" charset="0"/>
              <a:buChar char="•"/>
              <a:tabLst/>
              <a:defRPr sz="1600">
                <a:latin typeface="+mn-lt"/>
              </a:defRPr>
            </a:lvl2pPr>
            <a:lvl3pPr marL="236537" indent="0">
              <a:lnSpc>
                <a:spcPct val="100000"/>
              </a:lnSpc>
              <a:buNone/>
              <a:tabLst/>
              <a:defRPr sz="1400">
                <a:latin typeface="+mn-lt"/>
              </a:defRPr>
            </a:lvl3pPr>
            <a:lvl4pPr marL="685800" indent="-230188">
              <a:lnSpc>
                <a:spcPct val="100000"/>
              </a:lnSpc>
              <a:tabLst/>
              <a:defRPr sz="1400">
                <a:latin typeface="+mn-lt"/>
              </a:defRPr>
            </a:lvl4pPr>
            <a:lvl5pPr marL="915988" indent="-230188">
              <a:lnSpc>
                <a:spcPct val="100000"/>
              </a:lnSpc>
              <a:tabLst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D6B9CC2-0A93-824B-8784-1E187A641D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D6646E-C578-A14A-A853-62114E9D76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84048"/>
            <a:ext cx="5334000" cy="82296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86DF63-5DBC-C185-3023-269F41D66D0E}"/>
              </a:ext>
            </a:extLst>
          </p:cNvPr>
          <p:cNvSpPr txBox="1"/>
          <p:nvPr userDrawn="1"/>
        </p:nvSpPr>
        <p:spPr>
          <a:xfrm>
            <a:off x="11358961" y="6434080"/>
            <a:ext cx="379141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fld id="{2E41F6C8-4AC0-3E4A-83FC-D61DA5B25C9B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3C018C7-5E06-6B06-BB65-2CAE83A0FA0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461052" y="6271591"/>
            <a:ext cx="9321248" cy="300988"/>
          </a:xfrm>
        </p:spPr>
        <p:txBody>
          <a:bodyPr anchor="b" anchorCtr="0"/>
          <a:lstStyle>
            <a:lvl1pPr marL="0" indent="0" algn="l">
              <a:buNone/>
              <a:defRPr sz="9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footnote/source</a:t>
            </a:r>
          </a:p>
        </p:txBody>
      </p:sp>
    </p:spTree>
    <p:extLst>
      <p:ext uri="{BB962C8B-B14F-4D97-AF65-F5344CB8AC3E}">
        <p14:creationId xmlns:p14="http://schemas.microsoft.com/office/powerpoint/2010/main" val="28124085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5B0DF66-7FB8-254D-86AC-C0A1063CF65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731016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5B0DF66-7FB8-254D-86AC-C0A1063CF6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CC481F15-58C8-BB47-847B-AFEF12FCE234}"/>
              </a:ext>
            </a:extLst>
          </p:cNvPr>
          <p:cNvSpPr/>
          <p:nvPr/>
        </p:nvSpPr>
        <p:spPr>
          <a:xfrm>
            <a:off x="6095999" y="0"/>
            <a:ext cx="6096001" cy="6858000"/>
          </a:xfrm>
          <a:prstGeom prst="rect">
            <a:avLst/>
          </a:prstGeom>
          <a:solidFill>
            <a:srgbClr val="D9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B62D9A9-B92C-3149-8DE0-C101312E20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1691640"/>
            <a:ext cx="5334000" cy="4315460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600"/>
              </a:spcBef>
              <a:buNone/>
              <a:defRPr sz="1600" b="0" i="0">
                <a:latin typeface="+mn-lt"/>
              </a:defRPr>
            </a:lvl1pPr>
            <a:lvl2pPr marL="230188" indent="-225425">
              <a:lnSpc>
                <a:spcPct val="120000"/>
              </a:lnSpc>
              <a:spcBef>
                <a:spcPts val="1600"/>
              </a:spcBef>
              <a:buFont typeface="Elevance Sans" pitchFamily="2" charset="0"/>
              <a:buChar char="•"/>
              <a:tabLst/>
              <a:defRPr sz="1600">
                <a:latin typeface="+mn-lt"/>
              </a:defRPr>
            </a:lvl2pPr>
            <a:lvl3pPr marL="236537" indent="0">
              <a:lnSpc>
                <a:spcPct val="100000"/>
              </a:lnSpc>
              <a:buNone/>
              <a:tabLst/>
              <a:defRPr sz="1400">
                <a:latin typeface="+mn-lt"/>
              </a:defRPr>
            </a:lvl3pPr>
            <a:lvl4pPr marL="685800" indent="-230188">
              <a:lnSpc>
                <a:spcPct val="100000"/>
              </a:lnSpc>
              <a:tabLst/>
              <a:defRPr sz="1400">
                <a:latin typeface="+mn-lt"/>
              </a:defRPr>
            </a:lvl4pPr>
            <a:lvl5pPr marL="915988" indent="-230188">
              <a:lnSpc>
                <a:spcPct val="100000"/>
              </a:lnSpc>
              <a:tabLst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5107B16-D40D-4D49-AC9F-081161A30D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84048"/>
            <a:ext cx="5334000" cy="82296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9F5B07-CC0C-8242-81AD-1C0EB2CDA362}"/>
              </a:ext>
            </a:extLst>
          </p:cNvPr>
          <p:cNvSpPr txBox="1"/>
          <p:nvPr/>
        </p:nvSpPr>
        <p:spPr>
          <a:xfrm>
            <a:off x="11358961" y="6434080"/>
            <a:ext cx="379141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fld id="{2E41F6C8-4AC0-3E4A-83FC-D61DA5B25C9B}" type="slidenum">
              <a:rPr lang="en-US" sz="900" smtClean="0">
                <a:solidFill>
                  <a:schemeClr val="tx2"/>
                </a:solidFill>
              </a:rPr>
              <a:pPr algn="r"/>
              <a:t>‹#›</a:t>
            </a:fld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D9B0BBA-4808-7FD1-BC73-712CFD1A270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461052" y="6271591"/>
            <a:ext cx="9321248" cy="300988"/>
          </a:xfrm>
        </p:spPr>
        <p:txBody>
          <a:bodyPr anchor="b" anchorCtr="0"/>
          <a:lstStyle>
            <a:lvl1pPr marL="0" indent="0" algn="l">
              <a:buNone/>
              <a:defRPr sz="9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footnote/source</a:t>
            </a:r>
          </a:p>
        </p:txBody>
      </p:sp>
    </p:spTree>
    <p:extLst>
      <p:ext uri="{BB962C8B-B14F-4D97-AF65-F5344CB8AC3E}">
        <p14:creationId xmlns:p14="http://schemas.microsoft.com/office/powerpoint/2010/main" val="15346570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C481F15-58C8-BB47-847B-AFEF12FCE234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D9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C7E88C62-B078-D543-A31B-4986E333098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665120" y="2346325"/>
            <a:ext cx="731837" cy="731276"/>
          </a:xfrm>
        </p:spPr>
        <p:txBody>
          <a:bodyPr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5B0DF66-7FB8-254D-86AC-C0A1063CF65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731016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5B0DF66-7FB8-254D-86AC-C0A1063CF6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E5107B16-D40D-4D49-AC9F-081161A30D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84048"/>
            <a:ext cx="5334000" cy="82296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9F5B07-CC0C-8242-81AD-1C0EB2CDA362}"/>
              </a:ext>
            </a:extLst>
          </p:cNvPr>
          <p:cNvSpPr txBox="1"/>
          <p:nvPr/>
        </p:nvSpPr>
        <p:spPr>
          <a:xfrm>
            <a:off x="11358961" y="6434080"/>
            <a:ext cx="379141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fld id="{2E41F6C8-4AC0-3E4A-83FC-D61DA5B25C9B}" type="slidenum">
              <a:rPr lang="en-US" sz="900" smtClean="0">
                <a:solidFill>
                  <a:schemeClr val="tx2"/>
                </a:solidFill>
              </a:rPr>
              <a:pPr algn="r"/>
              <a:t>‹#›</a:t>
            </a:fld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628AA8C-3AA3-804C-BAC2-938EE013A9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915275" y="2354336"/>
            <a:ext cx="3818526" cy="723265"/>
          </a:xfrm>
        </p:spPr>
        <p:txBody>
          <a:bodyPr/>
          <a:lstStyle>
            <a:lvl1pPr>
              <a:lnSpc>
                <a:spcPct val="120000"/>
              </a:lnSpc>
              <a:defRPr sz="1200" b="0" i="0">
                <a:latin typeface="Elevance Sans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60BE6EBB-EB34-2242-AEBC-48C5BF2653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915275" y="3736210"/>
            <a:ext cx="3818526" cy="723265"/>
          </a:xfrm>
        </p:spPr>
        <p:txBody>
          <a:bodyPr/>
          <a:lstStyle>
            <a:lvl1pPr>
              <a:lnSpc>
                <a:spcPct val="120000"/>
              </a:lnSpc>
              <a:defRPr sz="1200" b="0" i="0">
                <a:latin typeface="Elevance Sans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62787009-1D09-0143-B730-093388290FE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15275" y="5118084"/>
            <a:ext cx="3818526" cy="723265"/>
          </a:xfrm>
        </p:spPr>
        <p:txBody>
          <a:bodyPr/>
          <a:lstStyle>
            <a:lvl1pPr>
              <a:lnSpc>
                <a:spcPct val="120000"/>
              </a:lnSpc>
              <a:defRPr sz="1200" b="0" i="0">
                <a:latin typeface="Elevance Sans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926707BB-0CF8-D742-A1DA-677AC916C15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5120" y="3736210"/>
            <a:ext cx="731837" cy="731276"/>
          </a:xfrm>
        </p:spPr>
        <p:txBody>
          <a:bodyPr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F2140207-71CD-1744-B834-6438BAD46B2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665120" y="5118084"/>
            <a:ext cx="731837" cy="731276"/>
          </a:xfrm>
        </p:spPr>
        <p:txBody>
          <a:bodyPr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E0B1BDC5-0DAA-4703-BDF1-DE058F603E8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200" y="1691640"/>
            <a:ext cx="5415280" cy="4315460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600"/>
              </a:spcBef>
              <a:buNone/>
              <a:defRPr sz="1600" b="0" i="0">
                <a:latin typeface="+mj-lt"/>
              </a:defRPr>
            </a:lvl1pPr>
            <a:lvl2pPr marL="4763" indent="0">
              <a:lnSpc>
                <a:spcPct val="120000"/>
              </a:lnSpc>
              <a:spcBef>
                <a:spcPts val="1600"/>
              </a:spcBef>
              <a:buFont typeface="Elevance Sans" pitchFamily="2" charset="0"/>
              <a:buNone/>
              <a:tabLst/>
              <a:defRPr sz="1600">
                <a:latin typeface="+mn-lt"/>
              </a:defRPr>
            </a:lvl2pPr>
            <a:lvl3pPr marL="236537" indent="0">
              <a:lnSpc>
                <a:spcPct val="100000"/>
              </a:lnSpc>
              <a:buNone/>
              <a:tabLst/>
              <a:defRPr sz="1400">
                <a:latin typeface="+mn-lt"/>
              </a:defRPr>
            </a:lvl3pPr>
            <a:lvl4pPr marL="685800" indent="-230188">
              <a:lnSpc>
                <a:spcPct val="100000"/>
              </a:lnSpc>
              <a:tabLst/>
              <a:defRPr sz="1400">
                <a:latin typeface="+mn-lt"/>
              </a:defRPr>
            </a:lvl4pPr>
            <a:lvl5pPr marL="915988" indent="-230188">
              <a:lnSpc>
                <a:spcPct val="100000"/>
              </a:lnSpc>
              <a:tabLst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1E70C0D-27E7-D4F3-7E26-40FF5DBE2AA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461052" y="6271591"/>
            <a:ext cx="9321248" cy="300988"/>
          </a:xfrm>
        </p:spPr>
        <p:txBody>
          <a:bodyPr anchor="b" anchorCtr="0"/>
          <a:lstStyle>
            <a:lvl1pPr marL="0" indent="0" algn="l">
              <a:buNone/>
              <a:defRPr sz="9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footnote/source</a:t>
            </a:r>
          </a:p>
        </p:txBody>
      </p:sp>
    </p:spTree>
    <p:extLst>
      <p:ext uri="{BB962C8B-B14F-4D97-AF65-F5344CB8AC3E}">
        <p14:creationId xmlns:p14="http://schemas.microsoft.com/office/powerpoint/2010/main" val="41381312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or Statement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11418EC-3C88-4D46-862D-8E997A834E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>
            <a:noAutofit/>
          </a:bodyPr>
          <a:lstStyle>
            <a:lvl1pPr>
              <a:defRPr lang="en-US" sz="1200"/>
            </a:lvl1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0E2AA750-F07B-144C-B416-DBC2747129E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315764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0E2AA750-F07B-144C-B416-DBC274712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48361CF-360D-4700-9A5B-1320F8B47D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31800"/>
            <a:ext cx="8307388" cy="2997200"/>
          </a:xfrm>
        </p:spPr>
        <p:txBody>
          <a:bodyPr vert="horz"/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Hero Statement </a:t>
            </a:r>
            <a:br>
              <a:rPr lang="en-US" dirty="0"/>
            </a:br>
            <a:r>
              <a:rPr lang="en-US" dirty="0"/>
              <a:t>or Divider Title Here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04B8F74-C724-9D47-A108-ADDF062EF84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57200" y="6181344"/>
            <a:ext cx="187325" cy="3552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4FEF507-A62F-5045-943E-3F3CBD4D2700}"/>
              </a:ext>
            </a:extLst>
          </p:cNvPr>
          <p:cNvSpPr txBox="1"/>
          <p:nvPr/>
        </p:nvSpPr>
        <p:spPr>
          <a:xfrm>
            <a:off x="11358961" y="6434080"/>
            <a:ext cx="379141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fld id="{2E41F6C8-4AC0-3E4A-83FC-D61DA5B25C9B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2214FCA-FD73-7320-A1B4-E40A36E6F0C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461052" y="6271591"/>
            <a:ext cx="9321248" cy="300988"/>
          </a:xfrm>
        </p:spPr>
        <p:txBody>
          <a:bodyPr anchor="b" anchorCtr="0"/>
          <a:lstStyle>
            <a:lvl1pPr marL="0" indent="0" algn="l">
              <a:buNone/>
              <a:defRPr sz="9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footnote/source</a:t>
            </a:r>
          </a:p>
        </p:txBody>
      </p:sp>
    </p:spTree>
    <p:extLst>
      <p:ext uri="{BB962C8B-B14F-4D97-AF65-F5344CB8AC3E}">
        <p14:creationId xmlns:p14="http://schemas.microsoft.com/office/powerpoint/2010/main" val="26736097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or Statement Pale Blue Supergraphic">
    <p:bg>
      <p:bgPr>
        <a:solidFill>
          <a:srgbClr val="E1E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0F90E29-BAF4-9E4C-A3E3-C6C0929A3380}"/>
              </a:ext>
            </a:extLst>
          </p:cNvPr>
          <p:cNvGrpSpPr/>
          <p:nvPr/>
        </p:nvGrpSpPr>
        <p:grpSpPr>
          <a:xfrm>
            <a:off x="3618230" y="2076450"/>
            <a:ext cx="9624165" cy="4826000"/>
            <a:chOff x="3618230" y="2076450"/>
            <a:chExt cx="9624165" cy="4826000"/>
          </a:xfrm>
        </p:grpSpPr>
        <p:sp>
          <p:nvSpPr>
            <p:cNvPr id="9" name="Triangle 8">
              <a:extLst>
                <a:ext uri="{FF2B5EF4-FFF2-40B4-BE49-F238E27FC236}">
                  <a16:creationId xmlns:a16="http://schemas.microsoft.com/office/drawing/2014/main" id="{E6174F10-9B3F-0A4A-902C-2351415C59F5}"/>
                </a:ext>
              </a:extLst>
            </p:cNvPr>
            <p:cNvSpPr/>
            <p:nvPr/>
          </p:nvSpPr>
          <p:spPr>
            <a:xfrm>
              <a:off x="3618230" y="2076450"/>
              <a:ext cx="9624165" cy="4826000"/>
            </a:xfrm>
            <a:prstGeom prst="triangle">
              <a:avLst/>
            </a:prstGeom>
            <a:noFill/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riangle 10">
              <a:extLst>
                <a:ext uri="{FF2B5EF4-FFF2-40B4-BE49-F238E27FC236}">
                  <a16:creationId xmlns:a16="http://schemas.microsoft.com/office/drawing/2014/main" id="{B34F316F-1CFF-874E-8020-1209F761045C}"/>
                </a:ext>
              </a:extLst>
            </p:cNvPr>
            <p:cNvSpPr/>
            <p:nvPr/>
          </p:nvSpPr>
          <p:spPr>
            <a:xfrm>
              <a:off x="4348481" y="2816506"/>
              <a:ext cx="8148320" cy="4085943"/>
            </a:xfrm>
            <a:prstGeom prst="triangle">
              <a:avLst/>
            </a:prstGeom>
            <a:noFill/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riangle 11">
              <a:extLst>
                <a:ext uri="{FF2B5EF4-FFF2-40B4-BE49-F238E27FC236}">
                  <a16:creationId xmlns:a16="http://schemas.microsoft.com/office/drawing/2014/main" id="{A668D6B0-3122-5E4C-97D8-1667F0FB4B16}"/>
                </a:ext>
              </a:extLst>
            </p:cNvPr>
            <p:cNvSpPr/>
            <p:nvPr/>
          </p:nvSpPr>
          <p:spPr>
            <a:xfrm>
              <a:off x="5085081" y="3549650"/>
              <a:ext cx="6686260" cy="3352799"/>
            </a:xfrm>
            <a:prstGeom prst="triangle">
              <a:avLst/>
            </a:prstGeom>
            <a:noFill/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riangle 12">
              <a:extLst>
                <a:ext uri="{FF2B5EF4-FFF2-40B4-BE49-F238E27FC236}">
                  <a16:creationId xmlns:a16="http://schemas.microsoft.com/office/drawing/2014/main" id="{E7689295-4F18-4649-B5EC-0B0557353781}"/>
                </a:ext>
              </a:extLst>
            </p:cNvPr>
            <p:cNvSpPr/>
            <p:nvPr/>
          </p:nvSpPr>
          <p:spPr>
            <a:xfrm>
              <a:off x="6920231" y="5391150"/>
              <a:ext cx="3013881" cy="1511299"/>
            </a:xfrm>
            <a:prstGeom prst="triangle">
              <a:avLst/>
            </a:prstGeom>
            <a:noFill/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riangle 13">
              <a:extLst>
                <a:ext uri="{FF2B5EF4-FFF2-40B4-BE49-F238E27FC236}">
                  <a16:creationId xmlns:a16="http://schemas.microsoft.com/office/drawing/2014/main" id="{DF06AE74-A98D-0245-8831-F664B2FA53FB}"/>
                </a:ext>
              </a:extLst>
            </p:cNvPr>
            <p:cNvSpPr/>
            <p:nvPr/>
          </p:nvSpPr>
          <p:spPr>
            <a:xfrm>
              <a:off x="7650481" y="6121400"/>
              <a:ext cx="1557593" cy="781049"/>
            </a:xfrm>
            <a:prstGeom prst="triangle">
              <a:avLst/>
            </a:prstGeom>
            <a:noFill/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0E2AA750-F07B-144C-B416-DBC2747129E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712936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0E2AA750-F07B-144C-B416-DBC274712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48361CF-360D-4700-9A5B-1320F8B47D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31800"/>
            <a:ext cx="8307388" cy="2146300"/>
          </a:xfrm>
        </p:spPr>
        <p:txBody>
          <a:bodyPr vert="horz"/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Hero Statement </a:t>
            </a:r>
            <a:br>
              <a:rPr lang="en-US" dirty="0"/>
            </a:br>
            <a:r>
              <a:rPr lang="en-US" dirty="0"/>
              <a:t>or Divider Title Here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FC167E7C-63DB-B44B-9460-1CC621732B0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6181344"/>
            <a:ext cx="187325" cy="35521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171EC9A-3FCB-D640-AF36-C3E697D172BC}"/>
              </a:ext>
            </a:extLst>
          </p:cNvPr>
          <p:cNvSpPr txBox="1"/>
          <p:nvPr/>
        </p:nvSpPr>
        <p:spPr>
          <a:xfrm>
            <a:off x="11358961" y="6434080"/>
            <a:ext cx="379141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fld id="{2E41F6C8-4AC0-3E4A-83FC-D61DA5B25C9B}" type="slidenum">
              <a:rPr lang="en-US" sz="900" smtClean="0">
                <a:solidFill>
                  <a:schemeClr val="tx2"/>
                </a:solidFill>
              </a:rPr>
              <a:pPr algn="r"/>
              <a:t>‹#›</a:t>
            </a:fld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51507010-A872-E24F-7610-512734FCC95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461052" y="6271591"/>
            <a:ext cx="9321248" cy="300988"/>
          </a:xfrm>
        </p:spPr>
        <p:txBody>
          <a:bodyPr anchor="b" anchorCtr="0"/>
          <a:lstStyle>
            <a:lvl1pPr marL="0" indent="0" algn="l">
              <a:buNone/>
              <a:defRPr sz="9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footnote/source</a:t>
            </a:r>
          </a:p>
        </p:txBody>
      </p:sp>
    </p:spTree>
    <p:extLst>
      <p:ext uri="{BB962C8B-B14F-4D97-AF65-F5344CB8AC3E}">
        <p14:creationId xmlns:p14="http://schemas.microsoft.com/office/powerpoint/2010/main" val="18800291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or Statement Pale Blue">
    <p:bg>
      <p:bgPr>
        <a:solidFill>
          <a:srgbClr val="E1E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0E2AA750-F07B-144C-B416-DBC2747129E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712936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0E2AA750-F07B-144C-B416-DBC274712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48361CF-360D-4700-9A5B-1320F8B47D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31800"/>
            <a:ext cx="8307388" cy="2146300"/>
          </a:xfrm>
        </p:spPr>
        <p:txBody>
          <a:bodyPr vert="horz"/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Hero Statement </a:t>
            </a:r>
            <a:br>
              <a:rPr lang="en-US" dirty="0"/>
            </a:br>
            <a:r>
              <a:rPr lang="en-US" dirty="0"/>
              <a:t>or Divider Title Here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FC167E7C-63DB-B44B-9460-1CC621732B0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6181344"/>
            <a:ext cx="187325" cy="35521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171EC9A-3FCB-D640-AF36-C3E697D172BC}"/>
              </a:ext>
            </a:extLst>
          </p:cNvPr>
          <p:cNvSpPr txBox="1"/>
          <p:nvPr/>
        </p:nvSpPr>
        <p:spPr>
          <a:xfrm>
            <a:off x="11358961" y="6434080"/>
            <a:ext cx="379141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fld id="{2E41F6C8-4AC0-3E4A-83FC-D61DA5B25C9B}" type="slidenum">
              <a:rPr lang="en-US" sz="900" smtClean="0">
                <a:solidFill>
                  <a:schemeClr val="tx2"/>
                </a:solidFill>
              </a:rPr>
              <a:pPr algn="r"/>
              <a:t>‹#›</a:t>
            </a:fld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32F565F-8CA1-5D5C-B2E2-5F9B07AB17B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461052" y="6271591"/>
            <a:ext cx="9321248" cy="300988"/>
          </a:xfrm>
        </p:spPr>
        <p:txBody>
          <a:bodyPr anchor="b" anchorCtr="0"/>
          <a:lstStyle>
            <a:lvl1pPr marL="0" indent="0" algn="l">
              <a:buNone/>
              <a:defRPr sz="9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footnote/source</a:t>
            </a:r>
          </a:p>
        </p:txBody>
      </p:sp>
    </p:spTree>
    <p:extLst>
      <p:ext uri="{BB962C8B-B14F-4D97-AF65-F5344CB8AC3E}">
        <p14:creationId xmlns:p14="http://schemas.microsoft.com/office/powerpoint/2010/main" val="25769062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or Statement Navy Supergraphic">
    <p:bg>
      <p:bgPr>
        <a:solidFill>
          <a:srgbClr val="1A36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0E2AA750-F07B-144C-B416-DBC2747129E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58415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0E2AA750-F07B-144C-B416-DBC274712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10F90E29-BAF4-9E4C-A3E3-C6C0929A3380}"/>
              </a:ext>
            </a:extLst>
          </p:cNvPr>
          <p:cNvGrpSpPr/>
          <p:nvPr/>
        </p:nvGrpSpPr>
        <p:grpSpPr>
          <a:xfrm>
            <a:off x="3618230" y="2076450"/>
            <a:ext cx="9624165" cy="4826000"/>
            <a:chOff x="3618230" y="2076450"/>
            <a:chExt cx="9624165" cy="4826000"/>
          </a:xfrm>
        </p:grpSpPr>
        <p:sp>
          <p:nvSpPr>
            <p:cNvPr id="9" name="Triangle 8">
              <a:extLst>
                <a:ext uri="{FF2B5EF4-FFF2-40B4-BE49-F238E27FC236}">
                  <a16:creationId xmlns:a16="http://schemas.microsoft.com/office/drawing/2014/main" id="{E6174F10-9B3F-0A4A-902C-2351415C59F5}"/>
                </a:ext>
              </a:extLst>
            </p:cNvPr>
            <p:cNvSpPr/>
            <p:nvPr/>
          </p:nvSpPr>
          <p:spPr>
            <a:xfrm>
              <a:off x="3618230" y="2076450"/>
              <a:ext cx="9624165" cy="4826000"/>
            </a:xfrm>
            <a:prstGeom prst="triangle">
              <a:avLst/>
            </a:prstGeom>
            <a:noFill/>
            <a:ln w="63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riangle 10">
              <a:extLst>
                <a:ext uri="{FF2B5EF4-FFF2-40B4-BE49-F238E27FC236}">
                  <a16:creationId xmlns:a16="http://schemas.microsoft.com/office/drawing/2014/main" id="{B34F316F-1CFF-874E-8020-1209F761045C}"/>
                </a:ext>
              </a:extLst>
            </p:cNvPr>
            <p:cNvSpPr/>
            <p:nvPr/>
          </p:nvSpPr>
          <p:spPr>
            <a:xfrm>
              <a:off x="4348481" y="2816506"/>
              <a:ext cx="8148320" cy="4085943"/>
            </a:xfrm>
            <a:prstGeom prst="triangle">
              <a:avLst/>
            </a:prstGeom>
            <a:noFill/>
            <a:ln w="63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riangle 11">
              <a:extLst>
                <a:ext uri="{FF2B5EF4-FFF2-40B4-BE49-F238E27FC236}">
                  <a16:creationId xmlns:a16="http://schemas.microsoft.com/office/drawing/2014/main" id="{A668D6B0-3122-5E4C-97D8-1667F0FB4B16}"/>
                </a:ext>
              </a:extLst>
            </p:cNvPr>
            <p:cNvSpPr/>
            <p:nvPr/>
          </p:nvSpPr>
          <p:spPr>
            <a:xfrm>
              <a:off x="5085081" y="3549650"/>
              <a:ext cx="6686260" cy="3352799"/>
            </a:xfrm>
            <a:prstGeom prst="triangle">
              <a:avLst/>
            </a:prstGeom>
            <a:noFill/>
            <a:ln w="63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riangle 12">
              <a:extLst>
                <a:ext uri="{FF2B5EF4-FFF2-40B4-BE49-F238E27FC236}">
                  <a16:creationId xmlns:a16="http://schemas.microsoft.com/office/drawing/2014/main" id="{E7689295-4F18-4649-B5EC-0B0557353781}"/>
                </a:ext>
              </a:extLst>
            </p:cNvPr>
            <p:cNvSpPr/>
            <p:nvPr/>
          </p:nvSpPr>
          <p:spPr>
            <a:xfrm>
              <a:off x="6920231" y="5391150"/>
              <a:ext cx="3013881" cy="1511299"/>
            </a:xfrm>
            <a:prstGeom prst="triangle">
              <a:avLst/>
            </a:prstGeom>
            <a:noFill/>
            <a:ln w="63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riangle 13">
              <a:extLst>
                <a:ext uri="{FF2B5EF4-FFF2-40B4-BE49-F238E27FC236}">
                  <a16:creationId xmlns:a16="http://schemas.microsoft.com/office/drawing/2014/main" id="{DF06AE74-A98D-0245-8831-F664B2FA53FB}"/>
                </a:ext>
              </a:extLst>
            </p:cNvPr>
            <p:cNvSpPr/>
            <p:nvPr/>
          </p:nvSpPr>
          <p:spPr>
            <a:xfrm>
              <a:off x="7650481" y="6121400"/>
              <a:ext cx="1557593" cy="781049"/>
            </a:xfrm>
            <a:prstGeom prst="triangle">
              <a:avLst/>
            </a:prstGeom>
            <a:noFill/>
            <a:ln w="63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48361CF-360D-4700-9A5B-1320F8B47D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31800"/>
            <a:ext cx="8307388" cy="2146300"/>
          </a:xfrm>
        </p:spPr>
        <p:txBody>
          <a:bodyPr vert="horz"/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Hero Statement </a:t>
            </a:r>
            <a:br>
              <a:rPr lang="en-US" dirty="0"/>
            </a:br>
            <a:r>
              <a:rPr lang="en-US" dirty="0"/>
              <a:t>or Divider Title Here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04B8F74-C724-9D47-A108-ADDF062EF84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57200" y="6181344"/>
            <a:ext cx="187325" cy="35521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90AE740-6CAB-F549-92C4-3E31CD5CDCAC}"/>
              </a:ext>
            </a:extLst>
          </p:cNvPr>
          <p:cNvSpPr txBox="1"/>
          <p:nvPr/>
        </p:nvSpPr>
        <p:spPr>
          <a:xfrm>
            <a:off x="11358961" y="6434080"/>
            <a:ext cx="379141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fld id="{2E41F6C8-4AC0-3E4A-83FC-D61DA5B25C9B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DB4A6DF4-A7E1-35BB-A19A-D95BF1F948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461052" y="6271591"/>
            <a:ext cx="9321248" cy="300988"/>
          </a:xfrm>
        </p:spPr>
        <p:txBody>
          <a:bodyPr anchor="b" anchorCtr="0"/>
          <a:lstStyle>
            <a:lvl1pPr marL="0" indent="0" algn="l">
              <a:buNone/>
              <a:defRPr sz="9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footnote/source</a:t>
            </a:r>
          </a:p>
        </p:txBody>
      </p:sp>
    </p:spTree>
    <p:extLst>
      <p:ext uri="{BB962C8B-B14F-4D97-AF65-F5344CB8AC3E}">
        <p14:creationId xmlns:p14="http://schemas.microsoft.com/office/powerpoint/2010/main" val="25333311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or Statement Navy">
    <p:bg>
      <p:bgPr>
        <a:solidFill>
          <a:srgbClr val="1A36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0E2AA750-F07B-144C-B416-DBC2747129E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58415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0E2AA750-F07B-144C-B416-DBC274712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48361CF-360D-4700-9A5B-1320F8B47D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31800"/>
            <a:ext cx="8307388" cy="2146300"/>
          </a:xfrm>
        </p:spPr>
        <p:txBody>
          <a:bodyPr vert="horz"/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Hero Statement </a:t>
            </a:r>
            <a:br>
              <a:rPr lang="en-US" dirty="0"/>
            </a:br>
            <a:r>
              <a:rPr lang="en-US" dirty="0"/>
              <a:t>or Divider Title Here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04B8F74-C724-9D47-A108-ADDF062EF84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57200" y="6181344"/>
            <a:ext cx="187325" cy="35521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90AE740-6CAB-F549-92C4-3E31CD5CDCAC}"/>
              </a:ext>
            </a:extLst>
          </p:cNvPr>
          <p:cNvSpPr txBox="1"/>
          <p:nvPr/>
        </p:nvSpPr>
        <p:spPr>
          <a:xfrm>
            <a:off x="11358961" y="6434080"/>
            <a:ext cx="379141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fld id="{2E41F6C8-4AC0-3E4A-83FC-D61DA5B25C9B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DA7D2EA-4B33-4012-7FA0-AE89B13F854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461052" y="6271591"/>
            <a:ext cx="9321248" cy="300988"/>
          </a:xfrm>
        </p:spPr>
        <p:txBody>
          <a:bodyPr anchor="b" anchorCtr="0"/>
          <a:lstStyle>
            <a:lvl1pPr marL="0" indent="0" algn="l">
              <a:buNone/>
              <a:defRPr sz="9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footnote/source</a:t>
            </a:r>
          </a:p>
        </p:txBody>
      </p:sp>
    </p:spTree>
    <p:extLst>
      <p:ext uri="{BB962C8B-B14F-4D97-AF65-F5344CB8AC3E}">
        <p14:creationId xmlns:p14="http://schemas.microsoft.com/office/powerpoint/2010/main" val="6204128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CDB34A6-9C97-D944-BC35-27B2143CB8E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185182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CDB34A6-9C97-D944-BC35-27B2143CB8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401D61D-0752-DE49-BDB6-75A071DE2E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2069432"/>
            <a:ext cx="8307388" cy="279132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BB7AEB5F-5A12-4849-8321-7BDC78220BA5}"/>
              </a:ext>
            </a:extLst>
          </p:cNvPr>
          <p:cNvSpPr/>
          <p:nvPr/>
        </p:nvSpPr>
        <p:spPr>
          <a:xfrm>
            <a:off x="457200" y="1229951"/>
            <a:ext cx="713929" cy="542703"/>
          </a:xfrm>
          <a:custGeom>
            <a:avLst/>
            <a:gdLst>
              <a:gd name="connsiteX0" fmla="*/ 0 w 713929"/>
              <a:gd name="connsiteY0" fmla="*/ 405722 h 542703"/>
              <a:gd name="connsiteX1" fmla="*/ 44841 w 713929"/>
              <a:gd name="connsiteY1" fmla="*/ 276573 h 542703"/>
              <a:gd name="connsiteX2" fmla="*/ 205472 w 713929"/>
              <a:gd name="connsiteY2" fmla="*/ 0 h 542703"/>
              <a:gd name="connsiteX3" fmla="*/ 321414 w 713929"/>
              <a:gd name="connsiteY3" fmla="*/ 0 h 542703"/>
              <a:gd name="connsiteX4" fmla="*/ 187044 w 713929"/>
              <a:gd name="connsiteY4" fmla="*/ 281948 h 542703"/>
              <a:gd name="connsiteX5" fmla="*/ 279183 w 713929"/>
              <a:gd name="connsiteY5" fmla="*/ 405722 h 542703"/>
              <a:gd name="connsiteX6" fmla="*/ 139592 w 713929"/>
              <a:gd name="connsiteY6" fmla="*/ 542703 h 542703"/>
              <a:gd name="connsiteX7" fmla="*/ 0 w 713929"/>
              <a:gd name="connsiteY7" fmla="*/ 405722 h 542703"/>
              <a:gd name="connsiteX8" fmla="*/ 392515 w 713929"/>
              <a:gd name="connsiteY8" fmla="*/ 405722 h 542703"/>
              <a:gd name="connsiteX9" fmla="*/ 434592 w 713929"/>
              <a:gd name="connsiteY9" fmla="*/ 276573 h 542703"/>
              <a:gd name="connsiteX10" fmla="*/ 595376 w 713929"/>
              <a:gd name="connsiteY10" fmla="*/ 0 h 542703"/>
              <a:gd name="connsiteX11" fmla="*/ 713930 w 713929"/>
              <a:gd name="connsiteY11" fmla="*/ 0 h 542703"/>
              <a:gd name="connsiteX12" fmla="*/ 579559 w 713929"/>
              <a:gd name="connsiteY12" fmla="*/ 281948 h 542703"/>
              <a:gd name="connsiteX13" fmla="*/ 669088 w 713929"/>
              <a:gd name="connsiteY13" fmla="*/ 405722 h 542703"/>
              <a:gd name="connsiteX14" fmla="*/ 532107 w 713929"/>
              <a:gd name="connsiteY14" fmla="*/ 542703 h 542703"/>
              <a:gd name="connsiteX15" fmla="*/ 392515 w 713929"/>
              <a:gd name="connsiteY15" fmla="*/ 405722 h 542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3929" h="542703">
                <a:moveTo>
                  <a:pt x="0" y="405722"/>
                </a:moveTo>
                <a:cubicBezTo>
                  <a:pt x="0" y="368866"/>
                  <a:pt x="13207" y="324025"/>
                  <a:pt x="44841" y="276573"/>
                </a:cubicBezTo>
                <a:lnTo>
                  <a:pt x="205472" y="0"/>
                </a:lnTo>
                <a:lnTo>
                  <a:pt x="321414" y="0"/>
                </a:lnTo>
                <a:lnTo>
                  <a:pt x="187044" y="281948"/>
                </a:lnTo>
                <a:cubicBezTo>
                  <a:pt x="239717" y="302986"/>
                  <a:pt x="279183" y="347828"/>
                  <a:pt x="279183" y="405722"/>
                </a:cubicBezTo>
                <a:cubicBezTo>
                  <a:pt x="279183" y="482044"/>
                  <a:pt x="218525" y="542703"/>
                  <a:pt x="139592" y="542703"/>
                </a:cubicBezTo>
                <a:cubicBezTo>
                  <a:pt x="60659" y="542703"/>
                  <a:pt x="0" y="482044"/>
                  <a:pt x="0" y="405722"/>
                </a:cubicBezTo>
                <a:close/>
                <a:moveTo>
                  <a:pt x="392515" y="405722"/>
                </a:moveTo>
                <a:cubicBezTo>
                  <a:pt x="392515" y="368866"/>
                  <a:pt x="405722" y="324025"/>
                  <a:pt x="434592" y="276573"/>
                </a:cubicBezTo>
                <a:lnTo>
                  <a:pt x="595376" y="0"/>
                </a:lnTo>
                <a:lnTo>
                  <a:pt x="713930" y="0"/>
                </a:lnTo>
                <a:lnTo>
                  <a:pt x="579559" y="281948"/>
                </a:lnTo>
                <a:cubicBezTo>
                  <a:pt x="632232" y="302986"/>
                  <a:pt x="669088" y="347828"/>
                  <a:pt x="669088" y="405722"/>
                </a:cubicBezTo>
                <a:cubicBezTo>
                  <a:pt x="669088" y="482044"/>
                  <a:pt x="611194" y="542703"/>
                  <a:pt x="532107" y="542703"/>
                </a:cubicBezTo>
                <a:cubicBezTo>
                  <a:pt x="453020" y="542703"/>
                  <a:pt x="392515" y="482044"/>
                  <a:pt x="392515" y="405722"/>
                </a:cubicBezTo>
                <a:close/>
              </a:path>
            </a:pathLst>
          </a:custGeom>
          <a:solidFill>
            <a:schemeClr val="accent5"/>
          </a:solidFill>
          <a:ln w="1532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C4F3A0A-3972-E124-9634-3085908FDFC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461052" y="6271591"/>
            <a:ext cx="9321248" cy="300988"/>
          </a:xfrm>
        </p:spPr>
        <p:txBody>
          <a:bodyPr anchor="b" anchorCtr="0"/>
          <a:lstStyle>
            <a:lvl1pPr marL="0" indent="0" algn="l">
              <a:buNone/>
              <a:defRPr sz="9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footnote/source</a:t>
            </a:r>
          </a:p>
        </p:txBody>
      </p:sp>
    </p:spTree>
    <p:extLst>
      <p:ext uri="{BB962C8B-B14F-4D97-AF65-F5344CB8AC3E}">
        <p14:creationId xmlns:p14="http://schemas.microsoft.com/office/powerpoint/2010/main" val="38073965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Navy">
    <p:bg>
      <p:bgPr>
        <a:solidFill>
          <a:srgbClr val="1A36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CDB34A6-9C97-D944-BC35-27B2143CB8E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386776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CDB34A6-9C97-D944-BC35-27B2143CB8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401D61D-0752-DE49-BDB6-75A071DE2E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2069432"/>
            <a:ext cx="8307388" cy="279132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EE62C7-B07C-3340-AA0C-134CBE664315}"/>
              </a:ext>
            </a:extLst>
          </p:cNvPr>
          <p:cNvSpPr txBox="1"/>
          <p:nvPr/>
        </p:nvSpPr>
        <p:spPr>
          <a:xfrm>
            <a:off x="11358961" y="6434080"/>
            <a:ext cx="379141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fld id="{2E41F6C8-4AC0-3E4A-83FC-D61DA5B25C9B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3F28961-58AA-9848-B823-096EC03E3DE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57200" y="6181344"/>
            <a:ext cx="187325" cy="355215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5D20399E-76CF-2149-B65E-025FF7F7B6B3}"/>
              </a:ext>
            </a:extLst>
          </p:cNvPr>
          <p:cNvSpPr/>
          <p:nvPr userDrawn="1"/>
        </p:nvSpPr>
        <p:spPr>
          <a:xfrm>
            <a:off x="457200" y="1229951"/>
            <a:ext cx="713929" cy="542703"/>
          </a:xfrm>
          <a:custGeom>
            <a:avLst/>
            <a:gdLst>
              <a:gd name="connsiteX0" fmla="*/ 0 w 713929"/>
              <a:gd name="connsiteY0" fmla="*/ 405722 h 542703"/>
              <a:gd name="connsiteX1" fmla="*/ 44841 w 713929"/>
              <a:gd name="connsiteY1" fmla="*/ 276573 h 542703"/>
              <a:gd name="connsiteX2" fmla="*/ 205472 w 713929"/>
              <a:gd name="connsiteY2" fmla="*/ 0 h 542703"/>
              <a:gd name="connsiteX3" fmla="*/ 321414 w 713929"/>
              <a:gd name="connsiteY3" fmla="*/ 0 h 542703"/>
              <a:gd name="connsiteX4" fmla="*/ 187044 w 713929"/>
              <a:gd name="connsiteY4" fmla="*/ 281948 h 542703"/>
              <a:gd name="connsiteX5" fmla="*/ 279183 w 713929"/>
              <a:gd name="connsiteY5" fmla="*/ 405722 h 542703"/>
              <a:gd name="connsiteX6" fmla="*/ 139592 w 713929"/>
              <a:gd name="connsiteY6" fmla="*/ 542703 h 542703"/>
              <a:gd name="connsiteX7" fmla="*/ 0 w 713929"/>
              <a:gd name="connsiteY7" fmla="*/ 405722 h 542703"/>
              <a:gd name="connsiteX8" fmla="*/ 392515 w 713929"/>
              <a:gd name="connsiteY8" fmla="*/ 405722 h 542703"/>
              <a:gd name="connsiteX9" fmla="*/ 434592 w 713929"/>
              <a:gd name="connsiteY9" fmla="*/ 276573 h 542703"/>
              <a:gd name="connsiteX10" fmla="*/ 595376 w 713929"/>
              <a:gd name="connsiteY10" fmla="*/ 0 h 542703"/>
              <a:gd name="connsiteX11" fmla="*/ 713930 w 713929"/>
              <a:gd name="connsiteY11" fmla="*/ 0 h 542703"/>
              <a:gd name="connsiteX12" fmla="*/ 579559 w 713929"/>
              <a:gd name="connsiteY12" fmla="*/ 281948 h 542703"/>
              <a:gd name="connsiteX13" fmla="*/ 669088 w 713929"/>
              <a:gd name="connsiteY13" fmla="*/ 405722 h 542703"/>
              <a:gd name="connsiteX14" fmla="*/ 532107 w 713929"/>
              <a:gd name="connsiteY14" fmla="*/ 542703 h 542703"/>
              <a:gd name="connsiteX15" fmla="*/ 392515 w 713929"/>
              <a:gd name="connsiteY15" fmla="*/ 405722 h 542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3929" h="542703">
                <a:moveTo>
                  <a:pt x="0" y="405722"/>
                </a:moveTo>
                <a:cubicBezTo>
                  <a:pt x="0" y="368866"/>
                  <a:pt x="13207" y="324025"/>
                  <a:pt x="44841" y="276573"/>
                </a:cubicBezTo>
                <a:lnTo>
                  <a:pt x="205472" y="0"/>
                </a:lnTo>
                <a:lnTo>
                  <a:pt x="321414" y="0"/>
                </a:lnTo>
                <a:lnTo>
                  <a:pt x="187044" y="281948"/>
                </a:lnTo>
                <a:cubicBezTo>
                  <a:pt x="239717" y="302986"/>
                  <a:pt x="279183" y="347828"/>
                  <a:pt x="279183" y="405722"/>
                </a:cubicBezTo>
                <a:cubicBezTo>
                  <a:pt x="279183" y="482044"/>
                  <a:pt x="218525" y="542703"/>
                  <a:pt x="139592" y="542703"/>
                </a:cubicBezTo>
                <a:cubicBezTo>
                  <a:pt x="60659" y="542703"/>
                  <a:pt x="0" y="482044"/>
                  <a:pt x="0" y="405722"/>
                </a:cubicBezTo>
                <a:close/>
                <a:moveTo>
                  <a:pt x="392515" y="405722"/>
                </a:moveTo>
                <a:cubicBezTo>
                  <a:pt x="392515" y="368866"/>
                  <a:pt x="405722" y="324025"/>
                  <a:pt x="434592" y="276573"/>
                </a:cubicBezTo>
                <a:lnTo>
                  <a:pt x="595376" y="0"/>
                </a:lnTo>
                <a:lnTo>
                  <a:pt x="713930" y="0"/>
                </a:lnTo>
                <a:lnTo>
                  <a:pt x="579559" y="281948"/>
                </a:lnTo>
                <a:cubicBezTo>
                  <a:pt x="632232" y="302986"/>
                  <a:pt x="669088" y="347828"/>
                  <a:pt x="669088" y="405722"/>
                </a:cubicBezTo>
                <a:cubicBezTo>
                  <a:pt x="669088" y="482044"/>
                  <a:pt x="611194" y="542703"/>
                  <a:pt x="532107" y="542703"/>
                </a:cubicBezTo>
                <a:cubicBezTo>
                  <a:pt x="453020" y="542703"/>
                  <a:pt x="392515" y="482044"/>
                  <a:pt x="392515" y="405722"/>
                </a:cubicBezTo>
                <a:close/>
              </a:path>
            </a:pathLst>
          </a:custGeom>
          <a:solidFill>
            <a:schemeClr val="accent6"/>
          </a:solidFill>
          <a:ln w="1532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363E910-A888-2920-86DF-3BC67D6D020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461052" y="6271591"/>
            <a:ext cx="9321248" cy="300988"/>
          </a:xfrm>
        </p:spPr>
        <p:txBody>
          <a:bodyPr anchor="b" anchorCtr="0"/>
          <a:lstStyle>
            <a:lvl1pPr marL="0" indent="0" algn="l">
              <a:buNone/>
              <a:defRPr sz="9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footnote/source</a:t>
            </a:r>
          </a:p>
        </p:txBody>
      </p:sp>
    </p:spTree>
    <p:extLst>
      <p:ext uri="{BB962C8B-B14F-4D97-AF65-F5344CB8AC3E}">
        <p14:creationId xmlns:p14="http://schemas.microsoft.com/office/powerpoint/2010/main" val="19692918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r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6BD2943-DB3A-6F45-8E73-6B1C54FB6CB8}"/>
              </a:ext>
            </a:extLst>
          </p:cNvPr>
          <p:cNvSpPr/>
          <p:nvPr/>
        </p:nvSpPr>
        <p:spPr>
          <a:xfrm>
            <a:off x="0" y="0"/>
            <a:ext cx="12192000" cy="1207008"/>
          </a:xfrm>
          <a:prstGeom prst="rect">
            <a:avLst/>
          </a:prstGeom>
          <a:solidFill>
            <a:srgbClr val="E1E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6710D8F-0C63-AC41-AED8-7250F0DC1BE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9729135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6710D8F-0C63-AC41-AED8-7250F0DC1B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B793E11-CA7F-4409-AF5F-4334AE726D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D28C7D-8653-A64D-9D01-E67E0D43199F}"/>
              </a:ext>
            </a:extLst>
          </p:cNvPr>
          <p:cNvSpPr txBox="1"/>
          <p:nvPr/>
        </p:nvSpPr>
        <p:spPr>
          <a:xfrm>
            <a:off x="11358961" y="6434080"/>
            <a:ext cx="379141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fld id="{2E41F6C8-4AC0-3E4A-83FC-D61DA5B25C9B}" type="slidenum">
              <a:rPr lang="en-US" sz="900" smtClean="0">
                <a:solidFill>
                  <a:schemeClr val="tx2"/>
                </a:solidFill>
              </a:rPr>
              <a:pPr algn="r"/>
              <a:t>‹#›</a:t>
            </a:fld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82784AF-F5F3-381D-B95C-A2048F44D5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1694048"/>
            <a:ext cx="11319164" cy="43130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271FB41-9750-2743-9E4D-D2B63581A5B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461052" y="6271591"/>
            <a:ext cx="9321248" cy="300988"/>
          </a:xfrm>
        </p:spPr>
        <p:txBody>
          <a:bodyPr anchor="b" anchorCtr="0"/>
          <a:lstStyle>
            <a:lvl1pPr marL="0" indent="0" algn="l">
              <a:buNone/>
              <a:defRPr sz="9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footnote/source</a:t>
            </a:r>
          </a:p>
        </p:txBody>
      </p:sp>
    </p:spTree>
    <p:extLst>
      <p:ext uri="{BB962C8B-B14F-4D97-AF65-F5344CB8AC3E}">
        <p14:creationId xmlns:p14="http://schemas.microsoft.com/office/powerpoint/2010/main" val="1392873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r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E4D345-2197-6D4C-8F0D-3BC6B2AB1F25}"/>
              </a:ext>
            </a:extLst>
          </p:cNvPr>
          <p:cNvSpPr/>
          <p:nvPr/>
        </p:nvSpPr>
        <p:spPr>
          <a:xfrm>
            <a:off x="0" y="0"/>
            <a:ext cx="12192000" cy="1207008"/>
          </a:xfrm>
          <a:prstGeom prst="rect">
            <a:avLst/>
          </a:prstGeom>
          <a:solidFill>
            <a:srgbClr val="E1E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5B0DF66-7FB8-254D-86AC-C0A1063CF65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635323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5B0DF66-7FB8-254D-86AC-C0A1063CF6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7237868D-9B84-AE4F-B833-8E8C7F5852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414C1B55-FB49-1B45-80DF-F67865047AC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199" y="1691640"/>
            <a:ext cx="5529263" cy="4315460"/>
          </a:xfrm>
        </p:spPr>
        <p:txBody>
          <a:bodyPr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CE53746-D2D1-A542-9C3B-72127945888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15063" y="1691640"/>
            <a:ext cx="5529263" cy="4315460"/>
          </a:xfrm>
        </p:spPr>
        <p:txBody>
          <a:bodyPr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03EDB54-378F-99B8-CC18-679656E0984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461052" y="6271591"/>
            <a:ext cx="9321248" cy="300988"/>
          </a:xfrm>
        </p:spPr>
        <p:txBody>
          <a:bodyPr anchor="b" anchorCtr="0"/>
          <a:lstStyle>
            <a:lvl1pPr marL="0" indent="0" algn="l">
              <a:buNone/>
              <a:defRPr sz="9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footnote/source</a:t>
            </a:r>
          </a:p>
        </p:txBody>
      </p:sp>
    </p:spTree>
    <p:extLst>
      <p:ext uri="{BB962C8B-B14F-4D97-AF65-F5344CB8AC3E}">
        <p14:creationId xmlns:p14="http://schemas.microsoft.com/office/powerpoint/2010/main" val="22918859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r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1B14E8-876B-374C-8CD3-A164EDD6BA34}"/>
              </a:ext>
            </a:extLst>
          </p:cNvPr>
          <p:cNvSpPr/>
          <p:nvPr/>
        </p:nvSpPr>
        <p:spPr>
          <a:xfrm>
            <a:off x="0" y="0"/>
            <a:ext cx="12192000" cy="1207008"/>
          </a:xfrm>
          <a:prstGeom prst="rect">
            <a:avLst/>
          </a:prstGeom>
          <a:solidFill>
            <a:srgbClr val="E1E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5B0DF66-7FB8-254D-86AC-C0A1063CF65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924888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5B0DF66-7FB8-254D-86AC-C0A1063CF6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581CAC1E-A9D0-C348-9CA5-ACB7F2A85E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C1C43114-B0E1-2846-9078-B6D57EAF706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200" y="1691640"/>
            <a:ext cx="3609976" cy="4315460"/>
          </a:xfrm>
        </p:spPr>
        <p:txBody>
          <a:bodyPr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021BE228-66AE-6843-8E02-F38AB26540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5273" y="1691640"/>
            <a:ext cx="3609976" cy="4315460"/>
          </a:xfrm>
        </p:spPr>
        <p:txBody>
          <a:bodyPr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9AB33A90-9E8D-1947-98FD-768EFEB80DE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33346" y="1691640"/>
            <a:ext cx="3598406" cy="4315460"/>
          </a:xfrm>
        </p:spPr>
        <p:txBody>
          <a:bodyPr r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11DC2D6-F105-DB5C-2503-09FEBF15033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461052" y="6271591"/>
            <a:ext cx="9321248" cy="300988"/>
          </a:xfrm>
        </p:spPr>
        <p:txBody>
          <a:bodyPr anchor="b" anchorCtr="0"/>
          <a:lstStyle>
            <a:lvl1pPr marL="0" indent="0" algn="l">
              <a:buNone/>
              <a:defRPr sz="9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footnote/source</a:t>
            </a:r>
          </a:p>
        </p:txBody>
      </p:sp>
    </p:spTree>
    <p:extLst>
      <p:ext uri="{BB962C8B-B14F-4D97-AF65-F5344CB8AC3E}">
        <p14:creationId xmlns:p14="http://schemas.microsoft.com/office/powerpoint/2010/main" val="15815598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r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5CB2052-3245-174F-AC3A-24DE254967CC}"/>
              </a:ext>
            </a:extLst>
          </p:cNvPr>
          <p:cNvSpPr/>
          <p:nvPr/>
        </p:nvSpPr>
        <p:spPr>
          <a:xfrm>
            <a:off x="0" y="0"/>
            <a:ext cx="12192000" cy="1207008"/>
          </a:xfrm>
          <a:prstGeom prst="rect">
            <a:avLst/>
          </a:prstGeom>
          <a:solidFill>
            <a:srgbClr val="E1E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5B0DF66-7FB8-254D-86AC-C0A1063CF65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802702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5B0DF66-7FB8-254D-86AC-C0A1063CF6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E4186CE-9B9E-5841-BFD2-4B0A423A8D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11CE56C1-B93C-D94A-8192-1CB3B0A8C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1691640"/>
            <a:ext cx="2641210" cy="4315460"/>
          </a:xfrm>
        </p:spPr>
        <p:txBody>
          <a:bodyPr rIns="182880"/>
          <a:lstStyle>
            <a:lvl1pPr>
              <a:spcBef>
                <a:spcPts val="1600"/>
              </a:spcBef>
              <a:defRPr sz="1600"/>
            </a:lvl1pPr>
            <a:lvl2pPr>
              <a:spcBef>
                <a:spcPts val="1600"/>
              </a:spcBef>
              <a:defRPr sz="1600"/>
            </a:lvl2pPr>
            <a:lvl3pPr>
              <a:spcBef>
                <a:spcPts val="1600"/>
              </a:spcBef>
              <a:defRPr sz="1600"/>
            </a:lvl3pPr>
            <a:lvl4pPr>
              <a:spcBef>
                <a:spcPts val="1600"/>
              </a:spcBef>
              <a:defRPr sz="1600"/>
            </a:lvl4pPr>
            <a:lvl5pPr>
              <a:spcBef>
                <a:spcPts val="1600"/>
              </a:spcBef>
              <a:defRPr sz="1600"/>
            </a:lvl5pPr>
          </a:lstStyle>
          <a:p>
            <a:pPr lvl="0"/>
            <a:r>
              <a:rPr lang="en-US" dirty="0"/>
              <a:t>Click to edit Master text 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F7638F24-71DD-4146-A915-B0D515A4099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45253" y="1691640"/>
            <a:ext cx="2641210" cy="4315460"/>
          </a:xfrm>
        </p:spPr>
        <p:txBody>
          <a:bodyPr rIns="182880"/>
          <a:lstStyle>
            <a:lvl1pPr>
              <a:spcBef>
                <a:spcPts val="1600"/>
              </a:spcBef>
              <a:defRPr sz="1600"/>
            </a:lvl1pPr>
            <a:lvl2pPr>
              <a:spcBef>
                <a:spcPts val="1600"/>
              </a:spcBef>
              <a:defRPr sz="1600"/>
            </a:lvl2pPr>
            <a:lvl3pPr>
              <a:spcBef>
                <a:spcPts val="1600"/>
              </a:spcBef>
              <a:defRPr sz="1600"/>
            </a:lvl3pPr>
            <a:lvl4pPr>
              <a:spcBef>
                <a:spcPts val="1600"/>
              </a:spcBef>
              <a:defRPr sz="1600"/>
            </a:lvl4pPr>
            <a:lvl5pPr>
              <a:spcBef>
                <a:spcPts val="1600"/>
              </a:spcBef>
              <a:defRPr sz="1600"/>
            </a:lvl5pPr>
          </a:lstStyle>
          <a:p>
            <a:pPr lvl="0"/>
            <a:r>
              <a:rPr lang="en-US" dirty="0"/>
              <a:t>Click to edit Master text 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5A48B911-B828-7D44-8E9E-7D9E85352FF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23390" y="1691640"/>
            <a:ext cx="2641210" cy="4315460"/>
          </a:xfrm>
        </p:spPr>
        <p:txBody>
          <a:bodyPr rIns="182880"/>
          <a:lstStyle>
            <a:lvl1pPr>
              <a:spcBef>
                <a:spcPts val="1600"/>
              </a:spcBef>
              <a:defRPr sz="1600"/>
            </a:lvl1pPr>
            <a:lvl2pPr>
              <a:spcBef>
                <a:spcPts val="1600"/>
              </a:spcBef>
              <a:defRPr sz="1600"/>
            </a:lvl2pPr>
            <a:lvl3pPr>
              <a:spcBef>
                <a:spcPts val="1600"/>
              </a:spcBef>
              <a:defRPr sz="1600"/>
            </a:lvl3pPr>
            <a:lvl4pPr>
              <a:spcBef>
                <a:spcPts val="1600"/>
              </a:spcBef>
              <a:defRPr sz="1600"/>
            </a:lvl4pPr>
            <a:lvl5pPr>
              <a:spcBef>
                <a:spcPts val="1600"/>
              </a:spcBef>
              <a:defRPr sz="1600"/>
            </a:lvl5pPr>
          </a:lstStyle>
          <a:p>
            <a:pPr lvl="0"/>
            <a:r>
              <a:rPr lang="en-US" dirty="0"/>
              <a:t>Click to edit Master text 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967E14D1-92A5-B141-A9A2-66BA6C30693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93200" y="1691640"/>
            <a:ext cx="2641600" cy="4315460"/>
          </a:xfrm>
        </p:spPr>
        <p:txBody>
          <a:bodyPr rIns="182880"/>
          <a:lstStyle>
            <a:lvl1pPr>
              <a:spcBef>
                <a:spcPts val="1600"/>
              </a:spcBef>
              <a:defRPr sz="1600"/>
            </a:lvl1pPr>
            <a:lvl2pPr>
              <a:spcBef>
                <a:spcPts val="1600"/>
              </a:spcBef>
              <a:defRPr sz="1600"/>
            </a:lvl2pPr>
            <a:lvl3pPr>
              <a:spcBef>
                <a:spcPts val="1600"/>
              </a:spcBef>
              <a:defRPr sz="1600"/>
            </a:lvl3pPr>
            <a:lvl4pPr>
              <a:spcBef>
                <a:spcPts val="1600"/>
              </a:spcBef>
              <a:defRPr sz="1600"/>
            </a:lvl4pPr>
            <a:lvl5pPr>
              <a:spcBef>
                <a:spcPts val="1600"/>
              </a:spcBef>
              <a:defRPr sz="1600"/>
            </a:lvl5pPr>
          </a:lstStyle>
          <a:p>
            <a:pPr lvl="0"/>
            <a:r>
              <a:rPr lang="en-US" dirty="0"/>
              <a:t>Click to edit Master text 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D46588A-5F6A-5D41-4F61-6D36CF5933E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461052" y="6271591"/>
            <a:ext cx="9321248" cy="300988"/>
          </a:xfrm>
        </p:spPr>
        <p:txBody>
          <a:bodyPr anchor="b" anchorCtr="0"/>
          <a:lstStyle>
            <a:lvl1pPr marL="0" indent="0" algn="l">
              <a:buNone/>
              <a:defRPr sz="9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footnote/source</a:t>
            </a:r>
          </a:p>
        </p:txBody>
      </p:sp>
    </p:spTree>
    <p:extLst>
      <p:ext uri="{BB962C8B-B14F-4D97-AF65-F5344CB8AC3E}">
        <p14:creationId xmlns:p14="http://schemas.microsoft.com/office/powerpoint/2010/main" val="32327213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4291589-CD70-D544-A42B-7CBFCA4D12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95310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4291589-CD70-D544-A42B-7CBFCA4D12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phic 9">
            <a:extLst>
              <a:ext uri="{FF2B5EF4-FFF2-40B4-BE49-F238E27FC236}">
                <a16:creationId xmlns:a16="http://schemas.microsoft.com/office/drawing/2014/main" id="{EBA4124E-1371-3C43-9337-09E74D7B982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02698" y="2964215"/>
            <a:ext cx="2186604" cy="92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011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oleObject" Target="../embeddings/oleObject1.bin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3.sv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40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4FE45441-7E5B-8F4F-AEE9-C817B4D674E4}"/>
              </a:ext>
            </a:extLst>
          </p:cNvPr>
          <p:cNvGraphicFramePr>
            <a:graphicFrameLocks noChangeAspect="1"/>
          </p:cNvGraphicFramePr>
          <p:nvPr>
            <p:custDataLst>
              <p:tags r:id="rId38"/>
            </p:custDataLst>
            <p:extLst>
              <p:ext uri="{D42A27DB-BD31-4B8C-83A1-F6EECF244321}">
                <p14:modId xmlns:p14="http://schemas.microsoft.com/office/powerpoint/2010/main" val="131700279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9" imgW="7772400" imgH="10058400" progId="TCLayout.ActiveDocument.1">
                  <p:embed/>
                </p:oleObj>
              </mc:Choice>
              <mc:Fallback>
                <p:oleObj name="think-cell Slide" r:id="rId39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4FE45441-7E5B-8F4F-AEE9-C817B4D674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88F042-2AFB-42B5-BB01-4498F4506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4552" cy="8229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90925-69FD-4467-9C11-D2AEE94BA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94048"/>
            <a:ext cx="11274552" cy="43130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FD06CCED-311C-344A-925C-C78678A3AC04}"/>
              </a:ext>
            </a:extLst>
          </p:cNvPr>
          <p:cNvPicPr>
            <a:picLocks noChangeAspect="1"/>
          </p:cNvPicPr>
          <p:nvPr/>
        </p:nvPicPr>
        <p:blipFill>
          <a:blip r:embed="rId4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457200" y="6182906"/>
            <a:ext cx="187325" cy="35521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D412B9A-E70E-6449-8DEF-3E56B12E4331}"/>
              </a:ext>
            </a:extLst>
          </p:cNvPr>
          <p:cNvSpPr txBox="1"/>
          <p:nvPr/>
        </p:nvSpPr>
        <p:spPr>
          <a:xfrm>
            <a:off x="11358961" y="6434080"/>
            <a:ext cx="379141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fld id="{2E41F6C8-4AC0-3E4A-83FC-D61DA5B25C9B}" type="slidenum">
              <a:rPr lang="en-US" sz="900" smtClean="0">
                <a:solidFill>
                  <a:schemeClr val="tx2"/>
                </a:solidFill>
              </a:rPr>
              <a:pPr algn="r"/>
              <a:t>‹#›</a:t>
            </a:fld>
            <a:endParaRPr lang="en-US" sz="9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4288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70" r:id="rId9"/>
    <p:sldLayoutId id="2147483671" r:id="rId10"/>
    <p:sldLayoutId id="2147483673" r:id="rId11"/>
    <p:sldLayoutId id="2147483698" r:id="rId12"/>
    <p:sldLayoutId id="2147483699" r:id="rId13"/>
    <p:sldLayoutId id="2147483700" r:id="rId14"/>
    <p:sldLayoutId id="2147483703" r:id="rId15"/>
    <p:sldLayoutId id="2147483704" r:id="rId16"/>
    <p:sldLayoutId id="2147483674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701" r:id="rId24"/>
    <p:sldLayoutId id="2147483683" r:id="rId25"/>
    <p:sldLayoutId id="2147483684" r:id="rId26"/>
    <p:sldLayoutId id="2147483696" r:id="rId27"/>
    <p:sldLayoutId id="2147483685" r:id="rId28"/>
    <p:sldLayoutId id="2147483695" r:id="rId29"/>
    <p:sldLayoutId id="2147483687" r:id="rId30"/>
    <p:sldLayoutId id="2147483686" r:id="rId31"/>
    <p:sldLayoutId id="2147483689" r:id="rId32"/>
    <p:sldLayoutId id="2147483690" r:id="rId33"/>
    <p:sldLayoutId id="2147483691" r:id="rId34"/>
    <p:sldLayoutId id="2147483692" r:id="rId35"/>
    <p:sldLayoutId id="2147483694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2000"/>
        </a:spcBef>
        <a:buFont typeface="Elevance Sans" pitchFamily="2" charset="0"/>
        <a:buNone/>
        <a:tabLst/>
        <a:defRPr sz="2000" kern="1200">
          <a:solidFill>
            <a:schemeClr val="tx2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2000"/>
        </a:spcBef>
        <a:buFont typeface="Elevance Sans" pitchFamily="2" charset="0"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100000"/>
        </a:lnSpc>
        <a:spcBef>
          <a:spcPts val="2000"/>
        </a:spcBef>
        <a:buFont typeface="Elevance Sans" pitchFamily="2" charset="0"/>
        <a:buChar char="•"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457200" indent="-228600" algn="l" defTabSz="914400" rtl="0" eaLnBrk="1" latinLnBrk="0" hangingPunct="1">
        <a:lnSpc>
          <a:spcPct val="100000"/>
        </a:lnSpc>
        <a:spcBef>
          <a:spcPts val="2000"/>
        </a:spcBef>
        <a:buFont typeface="Elevance Sans" pitchFamily="2" charset="0"/>
        <a:buChar char="–"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685800" indent="-228600" algn="l" defTabSz="914400" rtl="0" eaLnBrk="1" latinLnBrk="0" hangingPunct="1">
        <a:lnSpc>
          <a:spcPct val="100000"/>
        </a:lnSpc>
        <a:spcBef>
          <a:spcPts val="2000"/>
        </a:spcBef>
        <a:buFont typeface="Elevance Sans" pitchFamily="2" charset="0"/>
        <a:buChar char="•"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Elevance Sans" pitchFamily="2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Elevance Sans" pitchFamily="2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Elevance Sans" pitchFamily="2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Elevance Sans" pitchFamily="2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>
          <p15:clr>
            <a:srgbClr val="F26B43"/>
          </p15:clr>
        </p15:guide>
        <p15:guide id="11" orient="horz" pos="552">
          <p15:clr>
            <a:srgbClr val="F26B43"/>
          </p15:clr>
        </p15:guide>
        <p15:guide id="12" pos="7680">
          <p15:clr>
            <a:srgbClr val="F26B43"/>
          </p15:clr>
        </p15:guide>
        <p15:guide id="13" orient="horz" pos="1088">
          <p15:clr>
            <a:srgbClr val="F26B43"/>
          </p15:clr>
        </p15:guide>
        <p15:guide id="14" orient="horz" pos="1624">
          <p15:clr>
            <a:srgbClr val="F26B43"/>
          </p15:clr>
        </p15:guide>
        <p15:guide id="15" orient="horz" pos="2168">
          <p15:clr>
            <a:srgbClr val="F26B43"/>
          </p15:clr>
        </p15:guide>
        <p15:guide id="16" orient="horz" pos="2704">
          <p15:clr>
            <a:srgbClr val="F26B43"/>
          </p15:clr>
        </p15:guide>
        <p15:guide id="17" orient="horz" pos="3240">
          <p15:clr>
            <a:srgbClr val="F26B43"/>
          </p15:clr>
        </p15:guide>
        <p15:guide id="18" orient="horz" pos="3784">
          <p15:clr>
            <a:srgbClr val="F26B43"/>
          </p15:clr>
        </p15:guide>
        <p15:guide id="19" orient="horz" pos="4120">
          <p15:clr>
            <a:srgbClr val="F26B43"/>
          </p15:clr>
        </p15:guide>
        <p15:guide id="20" orient="horz" pos="272">
          <p15:clr>
            <a:srgbClr val="F26B43"/>
          </p15:clr>
        </p15:guide>
        <p15:guide id="21" pos="288">
          <p15:clr>
            <a:srgbClr val="F26B43"/>
          </p15:clr>
        </p15:guide>
        <p15:guide id="22" pos="7392">
          <p15:clr>
            <a:srgbClr val="F26B43"/>
          </p15:clr>
        </p15:guide>
        <p15:guide id="23">
          <p15:clr>
            <a:srgbClr val="F26B43"/>
          </p15:clr>
        </p15:guide>
        <p15:guide id="24" orient="horz" pos="4320">
          <p15:clr>
            <a:srgbClr val="F26B43"/>
          </p15:clr>
        </p15:guide>
        <p15:guide id="25" pos="894">
          <p15:clr>
            <a:srgbClr val="F26B43"/>
          </p15:clr>
        </p15:guide>
        <p15:guide id="26" pos="750">
          <p15:clr>
            <a:srgbClr val="F26B43"/>
          </p15:clr>
        </p15:guide>
        <p15:guide id="27" pos="1498">
          <p15:clr>
            <a:srgbClr val="F26B43"/>
          </p15:clr>
        </p15:guide>
        <p15:guide id="28" pos="1354">
          <p15:clr>
            <a:srgbClr val="F26B43"/>
          </p15:clr>
        </p15:guide>
        <p15:guide id="29" pos="2102">
          <p15:clr>
            <a:srgbClr val="F26B43"/>
          </p15:clr>
        </p15:guide>
        <p15:guide id="30" pos="1958">
          <p15:clr>
            <a:srgbClr val="F26B43"/>
          </p15:clr>
        </p15:guide>
        <p15:guide id="31" pos="2706">
          <p15:clr>
            <a:srgbClr val="F26B43"/>
          </p15:clr>
        </p15:guide>
        <p15:guide id="32" pos="2562">
          <p15:clr>
            <a:srgbClr val="F26B43"/>
          </p15:clr>
        </p15:guide>
        <p15:guide id="33" pos="3311">
          <p15:clr>
            <a:srgbClr val="F26B43"/>
          </p15:clr>
        </p15:guide>
        <p15:guide id="34" pos="3167">
          <p15:clr>
            <a:srgbClr val="F26B43"/>
          </p15:clr>
        </p15:guide>
        <p15:guide id="35" pos="3915">
          <p15:clr>
            <a:srgbClr val="F26B43"/>
          </p15:clr>
        </p15:guide>
        <p15:guide id="36" pos="3771">
          <p15:clr>
            <a:srgbClr val="F26B43"/>
          </p15:clr>
        </p15:guide>
        <p15:guide id="37" pos="4519">
          <p15:clr>
            <a:srgbClr val="F26B43"/>
          </p15:clr>
        </p15:guide>
        <p15:guide id="38" pos="4375">
          <p15:clr>
            <a:srgbClr val="F26B43"/>
          </p15:clr>
        </p15:guide>
        <p15:guide id="39" pos="5123">
          <p15:clr>
            <a:srgbClr val="F26B43"/>
          </p15:clr>
        </p15:guide>
        <p15:guide id="40" pos="4979">
          <p15:clr>
            <a:srgbClr val="F26B43"/>
          </p15:clr>
        </p15:guide>
        <p15:guide id="41" pos="5728">
          <p15:clr>
            <a:srgbClr val="F26B43"/>
          </p15:clr>
        </p15:guide>
        <p15:guide id="42" pos="5584">
          <p15:clr>
            <a:srgbClr val="F26B43"/>
          </p15:clr>
        </p15:guide>
        <p15:guide id="43" pos="6332">
          <p15:clr>
            <a:srgbClr val="F26B43"/>
          </p15:clr>
        </p15:guide>
        <p15:guide id="44" pos="6188">
          <p15:clr>
            <a:srgbClr val="F26B43"/>
          </p15:clr>
        </p15:guide>
        <p15:guide id="45" pos="6936">
          <p15:clr>
            <a:srgbClr val="F26B43"/>
          </p15:clr>
        </p15:guide>
        <p15:guide id="46" pos="679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file:///\\va01pstodfs003.corp.agp.ads\apps\Facets\Prod\TZG\Files\GBFAC01P\INBOUND\KWD\CLAIMS\INPUT" TargetMode="External"/><Relationship Id="rId1" Type="http://schemas.openxmlformats.org/officeDocument/2006/relationships/slideLayout" Target="../slideLayouts/slideLayout3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8786C31-A7DE-6E4D-8ADD-083E51484B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Keywords</a:t>
            </a:r>
          </a:p>
        </p:txBody>
      </p:sp>
    </p:spTree>
    <p:extLst>
      <p:ext uri="{BB962C8B-B14F-4D97-AF65-F5344CB8AC3E}">
        <p14:creationId xmlns:p14="http://schemas.microsoft.com/office/powerpoint/2010/main" val="2687705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32EC4-AC34-6A06-B397-CDE120FA4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B3FCF-5EDF-7EB0-60B1-031C16B144F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199" y="1715086"/>
            <a:ext cx="5529263" cy="4479583"/>
          </a:xfrm>
        </p:spPr>
        <p:txBody>
          <a:bodyPr vert="horz" lIns="0" tIns="0" rIns="182880" bIns="0" rtlCol="0" anchor="t">
            <a:noAutofit/>
          </a:bodyPr>
          <a:lstStyle/>
          <a:p>
            <a:r>
              <a:rPr lang="en-US" dirty="0"/>
              <a:t>A flat file containing claims data that is loaded into Facets</a:t>
            </a:r>
          </a:p>
          <a:p>
            <a:r>
              <a:rPr lang="en-US" dirty="0"/>
              <a:t>An ETL process that takes claims data from EDINET Staging tables and puts them into Facets proprietary format (TriZetto format)</a:t>
            </a:r>
          </a:p>
          <a:p>
            <a:r>
              <a:rPr lang="en-US" dirty="0"/>
              <a:t>Keyword files do not include rejected claims from the 837 files.</a:t>
            </a:r>
          </a:p>
          <a:p>
            <a:r>
              <a:rPr lang="en-US" dirty="0"/>
              <a:t>Keywords are generated from EDINETCLAIM_PROCESS database on EDINET1P and loaded to FACETS through the XC00 Batch job and CLMU loads.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B1A554-6E98-3263-259C-3CFFB691265C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 vert="horz" lIns="0" tIns="0" rIns="182880" bIns="0" rtlCol="0" anchor="t">
            <a:noAutofit/>
          </a:bodyPr>
          <a:lstStyle/>
          <a:p>
            <a:r>
              <a:rPr lang="en-US" dirty="0"/>
              <a:t>To check for the number of keywords generated for New Day claims, click on the "Keyword Status" page in the T837/CIRT (PEGA) Dashboard.</a:t>
            </a:r>
          </a:p>
          <a:p>
            <a:r>
              <a:rPr lang="en-US" dirty="0"/>
              <a:t>To monitor the keywords that have generated and the keyword currently generating, go to this file path:</a:t>
            </a:r>
          </a:p>
          <a:p>
            <a:r>
              <a:rPr lang="en-US" dirty="0"/>
              <a:t> </a:t>
            </a:r>
            <a:r>
              <a:rPr lang="en-US" dirty="0">
                <a:latin typeface="Elevance Sans"/>
                <a:hlinkClick r:id="rId2"/>
              </a:rPr>
              <a:t>\\va01pstodfs003.corp.agp.ads\apps\Facets\Prod\TZG\Files\GBFAC01P\INBOUND\KWD\CLAIMS\INPUT</a:t>
            </a:r>
            <a:endParaRPr lang="en-US" dirty="0">
              <a:latin typeface="Elevance Sans"/>
            </a:endParaRP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44A4F3-D22F-1BC7-AE18-3609700C42E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380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EC686-4140-6DA0-6625-CB27ACC60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1BA5E-B707-335C-0242-1AEC64521E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When 837 files are loaded to EDINET, they are assigned a Run ID:</a:t>
            </a:r>
          </a:p>
          <a:p>
            <a:endParaRPr lang="en-US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5A2399E-D7B8-1C3E-CC4F-68D3DCFEF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353" y="2142865"/>
            <a:ext cx="10163908" cy="23143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512F83-689C-1385-5597-7B3E45EE494A}"/>
              </a:ext>
            </a:extLst>
          </p:cNvPr>
          <p:cNvSpPr txBox="1"/>
          <p:nvPr/>
        </p:nvSpPr>
        <p:spPr>
          <a:xfrm>
            <a:off x="456730" y="4514791"/>
            <a:ext cx="10891019" cy="15388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+mj-lt"/>
              </a:rPr>
              <a:t>When a Run ID completes, it triggers the next part of CLA303D (or CLA303E if running) to drop the </a:t>
            </a:r>
            <a:r>
              <a:rPr lang="en-US" sz="2000" dirty="0" err="1">
                <a:solidFill>
                  <a:schemeClr val="tx2"/>
                </a:solidFill>
                <a:latin typeface="+mj-lt"/>
              </a:rPr>
              <a:t>ClaimsProcess.done</a:t>
            </a:r>
            <a:r>
              <a:rPr lang="en-US" sz="2000" dirty="0">
                <a:solidFill>
                  <a:schemeClr val="tx2"/>
                </a:solidFill>
                <a:latin typeface="+mj-lt"/>
              </a:rPr>
              <a:t> flag file.</a:t>
            </a:r>
          </a:p>
          <a:p>
            <a:r>
              <a:rPr lang="en-US" sz="2000" dirty="0">
                <a:solidFill>
                  <a:schemeClr val="tx2"/>
                </a:solidFill>
                <a:latin typeface="+mj-lt"/>
              </a:rPr>
              <a:t>When this happens, that flag file tells the system that claims processing for this run is COMPLETE. Proceed with generating a keyword for that specific Run ID (CLA305C, A, B) and start a new load to PEGA (CLA303D).</a:t>
            </a:r>
          </a:p>
        </p:txBody>
      </p:sp>
    </p:spTree>
    <p:extLst>
      <p:ext uri="{BB962C8B-B14F-4D97-AF65-F5344CB8AC3E}">
        <p14:creationId xmlns:p14="http://schemas.microsoft.com/office/powerpoint/2010/main" val="1231826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99703F8-6B01-8609-9AF6-5DD988EC8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4552" cy="822960"/>
          </a:xfrm>
        </p:spPr>
        <p:txBody>
          <a:bodyPr/>
          <a:lstStyle/>
          <a:p>
            <a:r>
              <a:rPr lang="en-US"/>
              <a:t>CLA305C &amp; CLA305A – New Day Keywords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2F98DE9-63A9-5EA8-391A-735A589F046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199" y="1691640"/>
            <a:ext cx="5529263" cy="4315460"/>
          </a:xfrm>
        </p:spPr>
        <p:txBody>
          <a:bodyPr vert="horz" lIns="0" tIns="0" rIns="182880" bIns="0" rtlCol="0" anchor="t">
            <a:noAutofit/>
          </a:bodyPr>
          <a:lstStyle/>
          <a:p>
            <a:r>
              <a:rPr lang="en-US" dirty="0"/>
              <a:t>These are the jobs that kick off Informatica processes which generate the New Day keywords.</a:t>
            </a:r>
          </a:p>
          <a:p>
            <a:pPr marL="342900" indent="-342900">
              <a:buFont typeface="Arial" pitchFamily="2" charset="0"/>
              <a:buChar char="•"/>
            </a:pPr>
            <a:r>
              <a:rPr lang="en-US" dirty="0"/>
              <a:t>CLA305C – First New Day Keyword Job</a:t>
            </a:r>
          </a:p>
          <a:p>
            <a:pPr marL="571500" lvl="2" indent="-342900">
              <a:buFont typeface="Wingdings" pitchFamily="2" charset="0"/>
              <a:buChar char="§"/>
            </a:pPr>
            <a:r>
              <a:rPr lang="en-US" dirty="0">
                <a:latin typeface="Elevance Sans Medium"/>
              </a:rPr>
              <a:t>Responsible for generating New Day claims</a:t>
            </a:r>
          </a:p>
          <a:p>
            <a:pPr marL="571500" lvl="2" indent="-342900">
              <a:buFont typeface="Wingdings" pitchFamily="2" charset="0"/>
              <a:buChar char="§"/>
            </a:pPr>
            <a:r>
              <a:rPr lang="en-US" dirty="0">
                <a:latin typeface="Elevance Sans Medium"/>
              </a:rPr>
              <a:t>Starts between 1:30 AM – 6:45 AM</a:t>
            </a:r>
          </a:p>
          <a:p>
            <a:pPr marL="571500" lvl="2" indent="-342900">
              <a:buFont typeface="Wingdings" pitchFamily="2" charset="0"/>
              <a:buChar char="§"/>
            </a:pPr>
            <a:r>
              <a:rPr lang="en-US" dirty="0">
                <a:latin typeface="Elevance Sans Medium"/>
              </a:rPr>
              <a:t>Runs in Informatica</a:t>
            </a:r>
          </a:p>
          <a:p>
            <a:pPr marL="571500" lvl="2" indent="-342900">
              <a:buFont typeface="Wingdings" pitchFamily="2" charset="0"/>
              <a:buChar char="§"/>
            </a:pPr>
            <a:r>
              <a:rPr lang="en-US" dirty="0">
                <a:latin typeface="Elevance Sans Medium"/>
              </a:rPr>
              <a:t>Depends on CLA303A = Completed Normally</a:t>
            </a:r>
          </a:p>
          <a:p>
            <a:endParaRPr lang="en-US">
              <a:latin typeface="Elevance Sans Medium"/>
            </a:endParaRP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1029D547-4C19-BE91-6485-A5E47A3AA19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15063" y="1691640"/>
            <a:ext cx="5529263" cy="4315460"/>
          </a:xfrm>
        </p:spPr>
        <p:txBody>
          <a:bodyPr vert="horz" lIns="0" tIns="0" rIns="182880" bIns="0" rtlCol="0" anchor="t">
            <a:noAutofit/>
          </a:bodyPr>
          <a:lstStyle/>
          <a:p>
            <a:pPr marL="342900" indent="-342900">
              <a:buFont typeface="Arial" pitchFamily="2" charset="0"/>
              <a:buChar char="•"/>
            </a:pPr>
            <a:r>
              <a:rPr lang="en-US" dirty="0"/>
              <a:t>CLA305A – New Day Keyword, runs throughout the day</a:t>
            </a:r>
          </a:p>
          <a:p>
            <a:pPr marL="571500" lvl="2" indent="-342900">
              <a:buFont typeface="Wingdings" pitchFamily="2" charset="0"/>
              <a:buChar char="§"/>
            </a:pPr>
            <a:r>
              <a:rPr lang="en-US" dirty="0">
                <a:latin typeface="Elevance Sans Medium"/>
              </a:rPr>
              <a:t>Responsible for generating New Day keywords</a:t>
            </a:r>
          </a:p>
          <a:p>
            <a:pPr marL="571500" lvl="2" indent="-342900">
              <a:buFont typeface="Wingdings" pitchFamily="2" charset="0"/>
              <a:buChar char="§"/>
            </a:pPr>
            <a:r>
              <a:rPr lang="en-US" dirty="0">
                <a:latin typeface="Elevance Sans Medium"/>
              </a:rPr>
              <a:t>Starts between 7:00 AM – 11:30 PM</a:t>
            </a:r>
          </a:p>
          <a:p>
            <a:pPr marL="571500" lvl="2" indent="-342900">
              <a:buFont typeface="Wingdings" pitchFamily="2" charset="0"/>
              <a:buChar char="§"/>
            </a:pPr>
            <a:r>
              <a:rPr lang="en-US" dirty="0">
                <a:latin typeface="Elevance Sans Medium"/>
              </a:rPr>
              <a:t>Runs in Informatica</a:t>
            </a:r>
          </a:p>
          <a:p>
            <a:pPr marL="571500" lvl="2" indent="-342900">
              <a:buFont typeface="Wingdings" pitchFamily="2" charset="0"/>
              <a:buChar char="§"/>
            </a:pPr>
            <a:r>
              <a:rPr lang="en-US" dirty="0">
                <a:latin typeface="Elevance Sans Medium"/>
              </a:rPr>
              <a:t>Depends on CLA305B = Completed Normally</a:t>
            </a:r>
          </a:p>
          <a:p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D7C4E7B-F53D-617F-78B6-EF621168F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61052" y="6271591"/>
            <a:ext cx="9321248" cy="30098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58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1DEC8-F060-E2DE-9029-C8949DB61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CLA305B – Recycle Keyword &amp; CLA305D – </a:t>
            </a:r>
            <a:r>
              <a:rPr lang="en-US" err="1"/>
              <a:t>Adhoc</a:t>
            </a:r>
            <a:r>
              <a:rPr lang="en-US"/>
              <a:t> Keyword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AD4F46-1BDD-2643-9249-CD1E2A73C0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 sz="1800" dirty="0"/>
              <a:t>CLA305B</a:t>
            </a:r>
          </a:p>
          <a:p>
            <a:pPr marL="342900" indent="-342900">
              <a:buFont typeface="Arial" pitchFamily="2" charset="0"/>
              <a:buChar char="•"/>
            </a:pPr>
            <a:r>
              <a:rPr lang="en-US" sz="1800" dirty="0"/>
              <a:t>This Tidal job is responsible for kicking off the Informatica process to generate the keyword for recycle claims.</a:t>
            </a:r>
          </a:p>
          <a:p>
            <a:pPr marL="342900" indent="-342900">
              <a:buFont typeface="Arial" pitchFamily="2" charset="0"/>
              <a:buChar char="•"/>
            </a:pPr>
            <a:r>
              <a:rPr lang="en-US" sz="1800" dirty="0"/>
              <a:t>Time dependency of 6:00AM – 8:30AM</a:t>
            </a:r>
          </a:p>
          <a:p>
            <a:pPr marL="342900" indent="-342900">
              <a:buFont typeface="Arial" pitchFamily="2" charset="0"/>
              <a:buChar char="•"/>
            </a:pPr>
            <a:r>
              <a:rPr lang="en-US" sz="1800" dirty="0"/>
              <a:t>Runs in Informatica</a:t>
            </a:r>
          </a:p>
          <a:p>
            <a:r>
              <a:rPr lang="en-US" sz="1800" dirty="0"/>
              <a:t>CLA305D</a:t>
            </a:r>
          </a:p>
          <a:p>
            <a:pPr marL="342900" indent="-342900">
              <a:buFont typeface="Arial" pitchFamily="2" charset="0"/>
              <a:buChar char="•"/>
            </a:pPr>
            <a:r>
              <a:rPr lang="en-US" sz="1800" dirty="0"/>
              <a:t>Sometimes, we have a need to generate a keyword from a previous day or fix a New Day keyword.</a:t>
            </a:r>
          </a:p>
          <a:p>
            <a:pPr marL="342900" indent="-342900">
              <a:buFont typeface="Arial" pitchFamily="2" charset="0"/>
              <a:buChar char="•"/>
            </a:pPr>
            <a:r>
              <a:rPr lang="en-US" sz="1800" dirty="0"/>
              <a:t>In this case, COPS SME will request this job be inserted into the current day's schedule.</a:t>
            </a:r>
          </a:p>
          <a:p>
            <a:pPr marL="342900" indent="-342900">
              <a:buFont typeface="Arial" pitchFamily="2" charset="0"/>
              <a:buChar char="•"/>
            </a:pPr>
            <a:r>
              <a:rPr lang="en-US" sz="1800" dirty="0"/>
              <a:t>Runs in Informatica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C87601-184F-9CDD-7005-8B6315E91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621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5B39C4-1103-2E0F-16B1-B4163F8F69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1800" dirty="0">
                <a:latin typeface="Elevance Sans Medium"/>
              </a:rPr>
              <a:t>Keywords will have </a:t>
            </a:r>
            <a:r>
              <a:rPr lang="en-US" sz="1800" dirty="0" err="1">
                <a:latin typeface="Elevance Sans Medium"/>
              </a:rPr>
              <a:t>RunIDs</a:t>
            </a:r>
            <a:r>
              <a:rPr lang="en-US" sz="1800" dirty="0">
                <a:latin typeface="Elevance Sans Medium"/>
              </a:rPr>
              <a:t> that match the ones on the Dashboard.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1800" dirty="0">
                <a:latin typeface="Elevance Sans Medium"/>
              </a:rPr>
              <a:t>Facets Count = Claims Count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1800" dirty="0">
                <a:latin typeface="Elevance Sans Medium"/>
              </a:rPr>
              <a:t>The file name of the Keyword file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1800" dirty="0">
                <a:latin typeface="Elevance Sans Medium"/>
              </a:rPr>
              <a:t>Status of the keyword</a:t>
            </a:r>
          </a:p>
          <a:p>
            <a:endParaRPr lang="en-US" sz="1100" dirty="0">
              <a:latin typeface="Elevance Sans Medium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FC68E8-57E9-C9C0-00F7-EBDFF1477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 Status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D13EBA-5F31-EFE7-7BAA-07195FDF2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DAA77924-D5BB-7C17-ACF2-0DEBE81F9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846" y="1576704"/>
            <a:ext cx="8897815" cy="370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976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453F7-37BD-1F51-A65E-D3236235B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8A20F-3DA1-ABC9-0A32-98B4EF7AE0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1717494"/>
            <a:ext cx="4416404" cy="4289606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lnSpc>
                <a:spcPct val="11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700" dirty="0">
                <a:latin typeface="Elevance Sans"/>
              </a:rPr>
              <a:t>The last keyword for the day is the Encounters keyword. </a:t>
            </a:r>
          </a:p>
          <a:p>
            <a:pPr marL="514350" lvl="2" indent="-285750">
              <a:lnSpc>
                <a:spcPct val="110000"/>
              </a:lnSpc>
              <a:spcBef>
                <a:spcPts val="500"/>
              </a:spcBef>
              <a:buFont typeface="Wingdings"/>
              <a:buChar char="§"/>
            </a:pPr>
            <a:r>
              <a:rPr lang="en-US" sz="1700" dirty="0">
                <a:latin typeface="Elevance Sans"/>
              </a:rPr>
              <a:t>Once CLA303E is complete, select the last few </a:t>
            </a:r>
            <a:r>
              <a:rPr lang="en-US" sz="1700" dirty="0" err="1">
                <a:latin typeface="Elevance Sans"/>
              </a:rPr>
              <a:t>RunIDs</a:t>
            </a:r>
            <a:r>
              <a:rPr lang="en-US" sz="1700" dirty="0">
                <a:latin typeface="Elevance Sans"/>
              </a:rPr>
              <a:t> on the Dashboard. </a:t>
            </a:r>
          </a:p>
          <a:p>
            <a:pPr marL="514350" lvl="2" indent="-285750">
              <a:lnSpc>
                <a:spcPct val="110000"/>
              </a:lnSpc>
              <a:spcBef>
                <a:spcPts val="500"/>
              </a:spcBef>
              <a:buFont typeface="Wingdings"/>
              <a:buChar char="§"/>
            </a:pPr>
            <a:r>
              <a:rPr lang="en-US" sz="1700" dirty="0">
                <a:latin typeface="Elevance Sans"/>
              </a:rPr>
              <a:t>When you see an ENC file, you know that is the </a:t>
            </a:r>
            <a:r>
              <a:rPr lang="en-US" sz="1700" dirty="0" err="1">
                <a:latin typeface="Elevance Sans"/>
              </a:rPr>
              <a:t>RunID</a:t>
            </a:r>
            <a:r>
              <a:rPr lang="en-US" sz="1700" dirty="0">
                <a:latin typeface="Elevance Sans"/>
              </a:rPr>
              <a:t> for the last keyword that will generate</a:t>
            </a:r>
          </a:p>
          <a:p>
            <a:pPr marL="285750" indent="-285750">
              <a:lnSpc>
                <a:spcPct val="110000"/>
              </a:lnSpc>
              <a:spcBef>
                <a:spcPts val="1000"/>
              </a:spcBef>
              <a:buFont typeface="Arial"/>
              <a:buChar char="•"/>
            </a:pPr>
            <a:endParaRPr lang="en-US" sz="1700" dirty="0">
              <a:latin typeface="Elevance Sans"/>
            </a:endParaRPr>
          </a:p>
          <a:p>
            <a:pPr marL="285750" indent="-285750">
              <a:lnSpc>
                <a:spcPct val="11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700" dirty="0" err="1">
                <a:latin typeface="Elevance Sans"/>
              </a:rPr>
              <a:t>RunID</a:t>
            </a:r>
            <a:r>
              <a:rPr lang="en-US" sz="1700" dirty="0">
                <a:latin typeface="Elevance Sans"/>
              </a:rPr>
              <a:t> 0 is the </a:t>
            </a:r>
            <a:r>
              <a:rPr lang="en-US" sz="1700" dirty="0" err="1">
                <a:latin typeface="Elevance Sans"/>
              </a:rPr>
              <a:t>RunID</a:t>
            </a:r>
            <a:r>
              <a:rPr lang="en-US" sz="1700" dirty="0">
                <a:latin typeface="Elevance Sans"/>
              </a:rPr>
              <a:t> generated for the recycle claims</a:t>
            </a:r>
          </a:p>
          <a:p>
            <a:pPr marL="514350" lvl="2" indent="-285750">
              <a:lnSpc>
                <a:spcPct val="110000"/>
              </a:lnSpc>
              <a:spcBef>
                <a:spcPts val="500"/>
              </a:spcBef>
              <a:buFont typeface="Wingdings"/>
              <a:buChar char="§"/>
            </a:pPr>
            <a:r>
              <a:rPr lang="en-US" sz="1700" dirty="0">
                <a:latin typeface="Elevance Sans"/>
              </a:rPr>
              <a:t>This is generated by CLA305B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F9FB65-0334-90FD-E2D5-6992662C3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CC58D360-BAE7-8D73-C18C-7AD56A10A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290" y="1719995"/>
            <a:ext cx="7451480" cy="2632563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1BA4C00A-CDE4-D2FF-D4E9-065D29ED8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588" y="4342668"/>
            <a:ext cx="7444886" cy="77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05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50867-468B-A53B-E3ED-17F23CFF7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Informatica Workflow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8612-1989-BDEF-29D7-9B8E69BD8B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7538" y="1553371"/>
            <a:ext cx="3335751" cy="2015329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While you can check the status of the keyword on the Keyword Status page, it's also important to monitor how the keyword workflow is progressing.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5FB8CA-CEA5-E702-EDF6-98B1B1299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9FF09317-92AB-CBF4-5757-EF67A2CDD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2059" y="1766155"/>
            <a:ext cx="7572375" cy="15906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78DF73-3E40-8060-7A97-37D1DB40A884}"/>
              </a:ext>
            </a:extLst>
          </p:cNvPr>
          <p:cNvSpPr txBox="1"/>
          <p:nvPr/>
        </p:nvSpPr>
        <p:spPr>
          <a:xfrm>
            <a:off x="524254" y="3716683"/>
            <a:ext cx="11098355" cy="20518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2000"/>
              </a:spcBef>
            </a:pPr>
            <a:r>
              <a:rPr lang="en-US" sz="2000" dirty="0">
                <a:solidFill>
                  <a:schemeClr val="tx2"/>
                </a:solidFill>
                <a:latin typeface="Elevance Sans Medium"/>
              </a:rPr>
              <a:t>REPO_GBD_PROD_CLAIMS &gt; IS_GBD_CLAIMS &gt; CS_KWD &gt; </a:t>
            </a:r>
            <a:r>
              <a:rPr lang="en-US" sz="2000" dirty="0" err="1">
                <a:solidFill>
                  <a:schemeClr val="tx2"/>
                </a:solidFill>
                <a:latin typeface="Elevance Sans Medium"/>
              </a:rPr>
              <a:t>wf_EDINETClaim_XC_parallel</a:t>
            </a:r>
            <a:endParaRPr lang="en-US" sz="2000" dirty="0">
              <a:solidFill>
                <a:schemeClr val="tx2"/>
              </a:solidFill>
              <a:latin typeface="Elevance Sans Medium"/>
            </a:endParaRPr>
          </a:p>
          <a:p>
            <a:pPr>
              <a:spcBef>
                <a:spcPts val="2000"/>
              </a:spcBef>
            </a:pPr>
            <a:r>
              <a:rPr lang="en-US" sz="2000" dirty="0">
                <a:solidFill>
                  <a:schemeClr val="tx2"/>
                </a:solidFill>
                <a:latin typeface="Elevance Sans Medium"/>
              </a:rPr>
              <a:t>This workflow should never run longer than 60 minutes (regardless of how big the keyword is, meaning how many claims are included in the keyword).</a:t>
            </a:r>
          </a:p>
          <a:p>
            <a:pPr>
              <a:spcBef>
                <a:spcPts val="2000"/>
              </a:spcBef>
            </a:pPr>
            <a:r>
              <a:rPr lang="en-US" sz="2000" dirty="0">
                <a:solidFill>
                  <a:schemeClr val="tx2"/>
                </a:solidFill>
                <a:latin typeface="Elevance Sans Medium"/>
              </a:rPr>
              <a:t>If long running sessions are identified, be sure to check Precise. For more information, reach out to more seasoned members on Atlas Ops.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687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56308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Elevance Health">
  <a:themeElements>
    <a:clrScheme name="Elevance">
      <a:dk1>
        <a:srgbClr val="1A3673"/>
      </a:dk1>
      <a:lt1>
        <a:srgbClr val="FFFFFF"/>
      </a:lt1>
      <a:dk2>
        <a:srgbClr val="202020"/>
      </a:dk2>
      <a:lt2>
        <a:srgbClr val="E1EDFF"/>
      </a:lt2>
      <a:accent1>
        <a:srgbClr val="1A3673"/>
      </a:accent1>
      <a:accent2>
        <a:srgbClr val="2861BB"/>
      </a:accent2>
      <a:accent3>
        <a:srgbClr val="E1EDFF"/>
      </a:accent3>
      <a:accent4>
        <a:srgbClr val="44B8F3"/>
      </a:accent4>
      <a:accent5>
        <a:srgbClr val="E3715F"/>
      </a:accent5>
      <a:accent6>
        <a:srgbClr val="00BBBA"/>
      </a:accent6>
      <a:hlink>
        <a:srgbClr val="0F61FE"/>
      </a:hlink>
      <a:folHlink>
        <a:srgbClr val="7030A0"/>
      </a:folHlink>
    </a:clrScheme>
    <a:fontScheme name="Elevance">
      <a:majorFont>
        <a:latin typeface="Elevance Sans Medium"/>
        <a:ea typeface=""/>
        <a:cs typeface=""/>
      </a:majorFont>
      <a:minorFont>
        <a:latin typeface="Elevan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custClrLst>
    <a:custClr name="Navy">
      <a:srgbClr val="1A3673"/>
    </a:custClr>
    <a:custClr name="Medium Navy">
      <a:srgbClr val="2861BB"/>
    </a:custClr>
    <a:custClr name="Light Navy">
      <a:srgbClr val="6A97DF"/>
    </a:custClr>
    <a:custClr name="Pale Navy">
      <a:srgbClr val="E1EDFF"/>
    </a:custClr>
    <a:custClr name="White">
      <a:srgbClr val="FFFFFF"/>
    </a:custClr>
    <a:custClr name="Cyan">
      <a:srgbClr val="44B8F3"/>
    </a:custClr>
    <a:custClr name="Medium Cyan">
      <a:srgbClr val="8FD4F8"/>
    </a:custClr>
    <a:custClr name="Light Cyan">
      <a:srgbClr val="C7EAFB"/>
    </a:custClr>
    <a:custClr name="Pale Cyan">
      <a:srgbClr val="E3F4FD"/>
    </a:custClr>
    <a:custClr name="White">
      <a:srgbClr val="FFFFFF"/>
    </a:custClr>
    <a:custClr name="Turquoise">
      <a:srgbClr val="00BBBA"/>
    </a:custClr>
    <a:custClr name="Medium Turquoise">
      <a:srgbClr val="66D6D6"/>
    </a:custClr>
    <a:custClr name="Light Turquoise">
      <a:srgbClr val="B2EBEA"/>
    </a:custClr>
    <a:custClr name="Pale Turquoise">
      <a:srgbClr val="D9F5F5"/>
    </a:custClr>
    <a:custClr name="White">
      <a:srgbClr val="FFFFFF"/>
    </a:custClr>
    <a:custClr name="Terra Cotta">
      <a:srgbClr val="E3725F"/>
    </a:custClr>
    <a:custClr name="Medium Terra Cotta">
      <a:srgbClr val="EEAA9F"/>
    </a:custClr>
    <a:custClr name="Light Terra Cotta">
      <a:srgbClr val="F7D5CF"/>
    </a:custClr>
    <a:custClr name="Pale Terra Cotta">
      <a:srgbClr val="FBEAE7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Presentation2" id="{139272F1-19D9-3C42-A6BD-61FACC75DA9B}" vid="{E340756A-ECE5-404C-A065-135F797062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Elevance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Elevance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209AA1A61D7B408C081C69C51E2085" ma:contentTypeVersion="3" ma:contentTypeDescription="Create a new document." ma:contentTypeScope="" ma:versionID="bc4c9b19d9411df4d1a389b1cfc745d5">
  <xsd:schema xmlns:xsd="http://www.w3.org/2001/XMLSchema" xmlns:xs="http://www.w3.org/2001/XMLSchema" xmlns:p="http://schemas.microsoft.com/office/2006/metadata/properties" xmlns:ns2="cbf536b3-8232-4782-9373-d2bddd2adf02" targetNamespace="http://schemas.microsoft.com/office/2006/metadata/properties" ma:root="true" ma:fieldsID="f4733d3a710627b16621a679d5a7d0a2" ns2:_="">
    <xsd:import namespace="cbf536b3-8232-4782-9373-d2bddd2adf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f536b3-8232-4782-9373-d2bddd2adf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54D1222-D3B8-48CB-AF09-2D83D647C0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bf536b3-8232-4782-9373-d2bddd2adf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F9AD162-684E-4BE5-AF8F-CB73B28CA16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C49C6B2-B7F4-49AA-BE9D-B3D89FE35E0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3416</Words>
  <Application>Microsoft Office PowerPoint</Application>
  <PresentationFormat>Widescreen</PresentationFormat>
  <Paragraphs>437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Elevance Health</vt:lpstr>
      <vt:lpstr>Keywords</vt:lpstr>
      <vt:lpstr>KEYWORDS</vt:lpstr>
      <vt:lpstr>Keywords</vt:lpstr>
      <vt:lpstr>CLA305C &amp; CLA305A – New Day Keywords</vt:lpstr>
      <vt:lpstr>CLA305B – Recycle Keyword &amp; CLA305D – Adhoc Keyword</vt:lpstr>
      <vt:lpstr>Keyword Status</vt:lpstr>
      <vt:lpstr>Keywords</vt:lpstr>
      <vt:lpstr>Informatica Workflow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Presentation  Template</dc:title>
  <dc:creator/>
  <cp:lastModifiedBy/>
  <cp:revision>152</cp:revision>
  <dcterms:created xsi:type="dcterms:W3CDTF">2024-01-04T18:44:11Z</dcterms:created>
  <dcterms:modified xsi:type="dcterms:W3CDTF">2024-01-05T13:53:10Z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0x01010007209AA1A61D7B408C081C69C51E2085</vt:lpwstr>
  </property>
</Properties>
</file>