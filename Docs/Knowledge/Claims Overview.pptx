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59" r:id="rId5"/>
    <p:sldId id="264" r:id="rId6"/>
    <p:sldId id="261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94C5DA-3A18-48DF-8B2F-77974CBCCA36}">
          <p14:sldIdLst>
            <p14:sldId id="256"/>
            <p14:sldId id="272"/>
            <p14:sldId id="273"/>
            <p14:sldId id="259"/>
            <p14:sldId id="264"/>
            <p14:sldId id="261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8CDC"/>
    <a:srgbClr val="CA5E5E"/>
    <a:srgbClr val="CDCDCD"/>
    <a:srgbClr val="A5A5A5"/>
    <a:srgbClr val="4B2DFF"/>
    <a:srgbClr val="491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91EDB0-7842-49E9-9E3C-B8A1E1D18882}" type="doc">
      <dgm:prSet loTypeId="urn:microsoft.com/office/officeart/2011/layout/Circle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40708A5-9347-47F5-894D-96BEBF762D38}">
      <dgm:prSet phldrT="[Text]"/>
      <dgm:spPr/>
      <dgm:t>
        <a:bodyPr/>
        <a:lstStyle/>
        <a:p>
          <a:r>
            <a:rPr lang="en-US" dirty="0"/>
            <a:t>Clearinghouses and 3</a:t>
          </a:r>
          <a:r>
            <a:rPr lang="en-US" baseline="30000" dirty="0"/>
            <a:t>rd</a:t>
          </a:r>
          <a:r>
            <a:rPr lang="en-US" dirty="0"/>
            <a:t> party Vendors/Partners send 837 files containing claims to SFTP</a:t>
          </a:r>
        </a:p>
      </dgm:t>
    </dgm:pt>
    <dgm:pt modelId="{63833209-22E6-432C-AFA7-72DC2D209111}" type="parTrans" cxnId="{9EBA2521-DAB0-44DC-B1C5-5D34B62A8DB3}">
      <dgm:prSet/>
      <dgm:spPr/>
      <dgm:t>
        <a:bodyPr/>
        <a:lstStyle/>
        <a:p>
          <a:endParaRPr lang="en-US"/>
        </a:p>
      </dgm:t>
    </dgm:pt>
    <dgm:pt modelId="{4CE38CB7-10C0-412E-B164-859EA6F067C6}" type="sibTrans" cxnId="{9EBA2521-DAB0-44DC-B1C5-5D34B62A8DB3}">
      <dgm:prSet/>
      <dgm:spPr/>
      <dgm:t>
        <a:bodyPr/>
        <a:lstStyle/>
        <a:p>
          <a:endParaRPr lang="en-US"/>
        </a:p>
      </dgm:t>
    </dgm:pt>
    <dgm:pt modelId="{5F96F7DF-9F3E-4AA5-9C84-78F9B16DDFCD}">
      <dgm:prSet phldrT="[Text]"/>
      <dgm:spPr/>
      <dgm:t>
        <a:bodyPr/>
        <a:lstStyle/>
        <a:p>
          <a:r>
            <a:rPr lang="en-US" dirty="0"/>
            <a:t>Axway picks those files up and delivers them to their respective Production Location</a:t>
          </a:r>
        </a:p>
      </dgm:t>
    </dgm:pt>
    <dgm:pt modelId="{79229993-9AF8-4B2F-97A1-E3C021EED651}" type="parTrans" cxnId="{36EB6278-82BF-47E9-9322-F6E5EEB8A4D7}">
      <dgm:prSet/>
      <dgm:spPr/>
      <dgm:t>
        <a:bodyPr/>
        <a:lstStyle/>
        <a:p>
          <a:endParaRPr lang="en-US"/>
        </a:p>
      </dgm:t>
    </dgm:pt>
    <dgm:pt modelId="{4E41005A-DE2C-4C88-A3FE-E6C9E9362020}" type="sibTrans" cxnId="{36EB6278-82BF-47E9-9322-F6E5EEB8A4D7}">
      <dgm:prSet/>
      <dgm:spPr/>
      <dgm:t>
        <a:bodyPr/>
        <a:lstStyle/>
        <a:p>
          <a:endParaRPr lang="en-US"/>
        </a:p>
      </dgm:t>
    </dgm:pt>
    <dgm:pt modelId="{C43AFFC6-1384-485E-A334-0EBCADE14FB4}">
      <dgm:prSet phldrT="[Text]"/>
      <dgm:spPr/>
      <dgm:t>
        <a:bodyPr/>
        <a:lstStyle/>
        <a:p>
          <a:r>
            <a:rPr lang="en-US" dirty="0"/>
            <a:t>837 files go through OTVM</a:t>
          </a:r>
        </a:p>
      </dgm:t>
    </dgm:pt>
    <dgm:pt modelId="{169EECB9-2A70-4AD5-894B-D3AC81AE5642}" type="parTrans" cxnId="{D749FC14-C7C1-4C2B-A2CB-DC0711148E22}">
      <dgm:prSet/>
      <dgm:spPr/>
      <dgm:t>
        <a:bodyPr/>
        <a:lstStyle/>
        <a:p>
          <a:endParaRPr lang="en-US"/>
        </a:p>
      </dgm:t>
    </dgm:pt>
    <dgm:pt modelId="{F215525F-7233-4203-8074-6A32FFAE52E5}" type="sibTrans" cxnId="{D749FC14-C7C1-4C2B-A2CB-DC0711148E22}">
      <dgm:prSet/>
      <dgm:spPr/>
      <dgm:t>
        <a:bodyPr/>
        <a:lstStyle/>
        <a:p>
          <a:endParaRPr lang="en-US"/>
        </a:p>
      </dgm:t>
    </dgm:pt>
    <dgm:pt modelId="{B0893174-F580-4EF7-BA01-3E72908D5055}">
      <dgm:prSet phldrT="[Text]"/>
      <dgm:spPr/>
      <dgm:t>
        <a:bodyPr/>
        <a:lstStyle/>
        <a:p>
          <a:r>
            <a:rPr lang="en-US" dirty="0"/>
            <a:t>Accepted files are staged for PEGA Process</a:t>
          </a:r>
        </a:p>
      </dgm:t>
    </dgm:pt>
    <dgm:pt modelId="{9B650AA1-A14F-4D98-933C-601F6968197A}" type="parTrans" cxnId="{26D069DE-76EA-4B40-A46A-6946DF2EC36D}">
      <dgm:prSet/>
      <dgm:spPr/>
      <dgm:t>
        <a:bodyPr/>
        <a:lstStyle/>
        <a:p>
          <a:endParaRPr lang="en-US"/>
        </a:p>
      </dgm:t>
    </dgm:pt>
    <dgm:pt modelId="{AA81594E-FCBC-474C-BAF3-7FA561EA63ED}" type="sibTrans" cxnId="{26D069DE-76EA-4B40-A46A-6946DF2EC36D}">
      <dgm:prSet/>
      <dgm:spPr/>
      <dgm:t>
        <a:bodyPr/>
        <a:lstStyle/>
        <a:p>
          <a:endParaRPr lang="en-US"/>
        </a:p>
      </dgm:t>
    </dgm:pt>
    <dgm:pt modelId="{FE422CDB-AE6A-40F7-B393-181972EF2EA6}" type="pres">
      <dgm:prSet presAssocID="{4291EDB0-7842-49E9-9E3C-B8A1E1D1888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05020264-8B81-4026-8576-07A540D5F88D}" type="pres">
      <dgm:prSet presAssocID="{B0893174-F580-4EF7-BA01-3E72908D5055}" presName="Accent4" presStyleCnt="0"/>
      <dgm:spPr/>
    </dgm:pt>
    <dgm:pt modelId="{8C3C581B-3BD0-4670-A0F9-C70FEEAC3F56}" type="pres">
      <dgm:prSet presAssocID="{B0893174-F580-4EF7-BA01-3E72908D5055}" presName="Accent" presStyleLbl="node1" presStyleIdx="0" presStyleCnt="4"/>
      <dgm:spPr/>
    </dgm:pt>
    <dgm:pt modelId="{B322C62B-32CE-48EB-8A66-DD742B60E775}" type="pres">
      <dgm:prSet presAssocID="{B0893174-F580-4EF7-BA01-3E72908D5055}" presName="ParentBackground4" presStyleCnt="0"/>
      <dgm:spPr/>
    </dgm:pt>
    <dgm:pt modelId="{598CAD57-CB37-4E9D-A2E3-5D2A20DF7921}" type="pres">
      <dgm:prSet presAssocID="{B0893174-F580-4EF7-BA01-3E72908D5055}" presName="ParentBackground" presStyleLbl="fgAcc1" presStyleIdx="0" presStyleCnt="4"/>
      <dgm:spPr/>
    </dgm:pt>
    <dgm:pt modelId="{9F16F7D8-DD59-41B2-9C2C-68AD3162C03F}" type="pres">
      <dgm:prSet presAssocID="{B0893174-F580-4EF7-BA01-3E72908D5055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21A84BF-443B-4A13-B270-472BF3EBC9D4}" type="pres">
      <dgm:prSet presAssocID="{C43AFFC6-1384-485E-A334-0EBCADE14FB4}" presName="Accent3" presStyleCnt="0"/>
      <dgm:spPr/>
    </dgm:pt>
    <dgm:pt modelId="{333084F3-E9C2-4F73-B6B2-3F130320A43A}" type="pres">
      <dgm:prSet presAssocID="{C43AFFC6-1384-485E-A334-0EBCADE14FB4}" presName="Accent" presStyleLbl="node1" presStyleIdx="1" presStyleCnt="4"/>
      <dgm:spPr/>
    </dgm:pt>
    <dgm:pt modelId="{A745A619-E82B-4C86-8828-7DCB6DB0DAA9}" type="pres">
      <dgm:prSet presAssocID="{C43AFFC6-1384-485E-A334-0EBCADE14FB4}" presName="ParentBackground3" presStyleCnt="0"/>
      <dgm:spPr/>
    </dgm:pt>
    <dgm:pt modelId="{5C8C7024-6ECA-4FA4-834E-FDDCECCE860B}" type="pres">
      <dgm:prSet presAssocID="{C43AFFC6-1384-485E-A334-0EBCADE14FB4}" presName="ParentBackground" presStyleLbl="fgAcc1" presStyleIdx="1" presStyleCnt="4"/>
      <dgm:spPr/>
    </dgm:pt>
    <dgm:pt modelId="{9D8E5D83-B67B-400F-AB2F-FD51B672F013}" type="pres">
      <dgm:prSet presAssocID="{C43AFFC6-1384-485E-A334-0EBCADE14FB4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7548A57-37E1-43C7-A26A-349BF03BB3E9}" type="pres">
      <dgm:prSet presAssocID="{5F96F7DF-9F3E-4AA5-9C84-78F9B16DDFCD}" presName="Accent2" presStyleCnt="0"/>
      <dgm:spPr/>
    </dgm:pt>
    <dgm:pt modelId="{25ADAD24-8986-4DDB-BA0E-6D6E6FA1F23B}" type="pres">
      <dgm:prSet presAssocID="{5F96F7DF-9F3E-4AA5-9C84-78F9B16DDFCD}" presName="Accent" presStyleLbl="node1" presStyleIdx="2" presStyleCnt="4"/>
      <dgm:spPr/>
    </dgm:pt>
    <dgm:pt modelId="{BD3985EC-7919-4B7F-A4A2-E0B976C61784}" type="pres">
      <dgm:prSet presAssocID="{5F96F7DF-9F3E-4AA5-9C84-78F9B16DDFCD}" presName="ParentBackground2" presStyleCnt="0"/>
      <dgm:spPr/>
    </dgm:pt>
    <dgm:pt modelId="{DA68026A-4234-4F5D-AA4F-A8EE6BA53179}" type="pres">
      <dgm:prSet presAssocID="{5F96F7DF-9F3E-4AA5-9C84-78F9B16DDFCD}" presName="ParentBackground" presStyleLbl="fgAcc1" presStyleIdx="2" presStyleCnt="4"/>
      <dgm:spPr/>
    </dgm:pt>
    <dgm:pt modelId="{BD40E454-164A-4679-A3CE-46D0B73232BB}" type="pres">
      <dgm:prSet presAssocID="{5F96F7DF-9F3E-4AA5-9C84-78F9B16DDFCD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67EDC9A-D58F-4209-B0E6-B8DFB7DA4DB1}" type="pres">
      <dgm:prSet presAssocID="{540708A5-9347-47F5-894D-96BEBF762D38}" presName="Accent1" presStyleCnt="0"/>
      <dgm:spPr/>
    </dgm:pt>
    <dgm:pt modelId="{1D010676-5B74-43FE-B738-C3B1ABF8A89D}" type="pres">
      <dgm:prSet presAssocID="{540708A5-9347-47F5-894D-96BEBF762D38}" presName="Accent" presStyleLbl="node1" presStyleIdx="3" presStyleCnt="4"/>
      <dgm:spPr/>
    </dgm:pt>
    <dgm:pt modelId="{9C3E9CD2-DEF4-40D9-89DC-8B31143CC64F}" type="pres">
      <dgm:prSet presAssocID="{540708A5-9347-47F5-894D-96BEBF762D38}" presName="ParentBackground1" presStyleCnt="0"/>
      <dgm:spPr/>
    </dgm:pt>
    <dgm:pt modelId="{980AEB74-3C91-406D-8155-B556DBCF8BFA}" type="pres">
      <dgm:prSet presAssocID="{540708A5-9347-47F5-894D-96BEBF762D38}" presName="ParentBackground" presStyleLbl="fgAcc1" presStyleIdx="3" presStyleCnt="4"/>
      <dgm:spPr/>
    </dgm:pt>
    <dgm:pt modelId="{43E5C84E-4E24-4E30-86D1-A0DE218FEFBA}" type="pres">
      <dgm:prSet presAssocID="{540708A5-9347-47F5-894D-96BEBF762D38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D749FC14-C7C1-4C2B-A2CB-DC0711148E22}" srcId="{4291EDB0-7842-49E9-9E3C-B8A1E1D18882}" destId="{C43AFFC6-1384-485E-A334-0EBCADE14FB4}" srcOrd="2" destOrd="0" parTransId="{169EECB9-2A70-4AD5-894B-D3AC81AE5642}" sibTransId="{F215525F-7233-4203-8074-6A32FFAE52E5}"/>
    <dgm:cxn modelId="{9EBA2521-DAB0-44DC-B1C5-5D34B62A8DB3}" srcId="{4291EDB0-7842-49E9-9E3C-B8A1E1D18882}" destId="{540708A5-9347-47F5-894D-96BEBF762D38}" srcOrd="0" destOrd="0" parTransId="{63833209-22E6-432C-AFA7-72DC2D209111}" sibTransId="{4CE38CB7-10C0-412E-B164-859EA6F067C6}"/>
    <dgm:cxn modelId="{119D5F29-37CC-41FD-962F-F43EFDDF9692}" type="presOf" srcId="{4291EDB0-7842-49E9-9E3C-B8A1E1D18882}" destId="{FE422CDB-AE6A-40F7-B393-181972EF2EA6}" srcOrd="0" destOrd="0" presId="urn:microsoft.com/office/officeart/2011/layout/CircleProcess"/>
    <dgm:cxn modelId="{1CCAB13D-E65B-437B-8023-3B2A1EC63037}" type="presOf" srcId="{540708A5-9347-47F5-894D-96BEBF762D38}" destId="{43E5C84E-4E24-4E30-86D1-A0DE218FEFBA}" srcOrd="1" destOrd="0" presId="urn:microsoft.com/office/officeart/2011/layout/CircleProcess"/>
    <dgm:cxn modelId="{81A1454F-2524-49B2-9E1F-D376E6438CED}" type="presOf" srcId="{C43AFFC6-1384-485E-A334-0EBCADE14FB4}" destId="{9D8E5D83-B67B-400F-AB2F-FD51B672F013}" srcOrd="1" destOrd="0" presId="urn:microsoft.com/office/officeart/2011/layout/CircleProcess"/>
    <dgm:cxn modelId="{7A2EF14F-3BE4-46E2-8BEE-E1A1711C61A3}" type="presOf" srcId="{540708A5-9347-47F5-894D-96BEBF762D38}" destId="{980AEB74-3C91-406D-8155-B556DBCF8BFA}" srcOrd="0" destOrd="0" presId="urn:microsoft.com/office/officeart/2011/layout/CircleProcess"/>
    <dgm:cxn modelId="{A608B271-B048-46A2-9176-FF6D2E2715E0}" type="presOf" srcId="{5F96F7DF-9F3E-4AA5-9C84-78F9B16DDFCD}" destId="{DA68026A-4234-4F5D-AA4F-A8EE6BA53179}" srcOrd="0" destOrd="0" presId="urn:microsoft.com/office/officeart/2011/layout/CircleProcess"/>
    <dgm:cxn modelId="{77CD4752-803E-446C-9DAD-9BCA9D1A0F7D}" type="presOf" srcId="{B0893174-F580-4EF7-BA01-3E72908D5055}" destId="{9F16F7D8-DD59-41B2-9C2C-68AD3162C03F}" srcOrd="1" destOrd="0" presId="urn:microsoft.com/office/officeart/2011/layout/CircleProcess"/>
    <dgm:cxn modelId="{C612B753-3057-42B9-BACA-B90B3A848438}" type="presOf" srcId="{C43AFFC6-1384-485E-A334-0EBCADE14FB4}" destId="{5C8C7024-6ECA-4FA4-834E-FDDCECCE860B}" srcOrd="0" destOrd="0" presId="urn:microsoft.com/office/officeart/2011/layout/CircleProcess"/>
    <dgm:cxn modelId="{68ACC073-6CA5-4B7F-B7B4-7ADD5A32934A}" type="presOf" srcId="{5F96F7DF-9F3E-4AA5-9C84-78F9B16DDFCD}" destId="{BD40E454-164A-4679-A3CE-46D0B73232BB}" srcOrd="1" destOrd="0" presId="urn:microsoft.com/office/officeart/2011/layout/CircleProcess"/>
    <dgm:cxn modelId="{36EB6278-82BF-47E9-9322-F6E5EEB8A4D7}" srcId="{4291EDB0-7842-49E9-9E3C-B8A1E1D18882}" destId="{5F96F7DF-9F3E-4AA5-9C84-78F9B16DDFCD}" srcOrd="1" destOrd="0" parTransId="{79229993-9AF8-4B2F-97A1-E3C021EED651}" sibTransId="{4E41005A-DE2C-4C88-A3FE-E6C9E9362020}"/>
    <dgm:cxn modelId="{8DF3CCB9-95C1-4FC8-A8E4-4F313BD1BE67}" type="presOf" srcId="{B0893174-F580-4EF7-BA01-3E72908D5055}" destId="{598CAD57-CB37-4E9D-A2E3-5D2A20DF7921}" srcOrd="0" destOrd="0" presId="urn:microsoft.com/office/officeart/2011/layout/CircleProcess"/>
    <dgm:cxn modelId="{26D069DE-76EA-4B40-A46A-6946DF2EC36D}" srcId="{4291EDB0-7842-49E9-9E3C-B8A1E1D18882}" destId="{B0893174-F580-4EF7-BA01-3E72908D5055}" srcOrd="3" destOrd="0" parTransId="{9B650AA1-A14F-4D98-933C-601F6968197A}" sibTransId="{AA81594E-FCBC-474C-BAF3-7FA561EA63ED}"/>
    <dgm:cxn modelId="{9D0E1D59-0E82-4B5C-9738-C923E0BC9386}" type="presParOf" srcId="{FE422CDB-AE6A-40F7-B393-181972EF2EA6}" destId="{05020264-8B81-4026-8576-07A540D5F88D}" srcOrd="0" destOrd="0" presId="urn:microsoft.com/office/officeart/2011/layout/CircleProcess"/>
    <dgm:cxn modelId="{55E5E9C9-B479-4079-BDAF-0AFEA734A9FF}" type="presParOf" srcId="{05020264-8B81-4026-8576-07A540D5F88D}" destId="{8C3C581B-3BD0-4670-A0F9-C70FEEAC3F56}" srcOrd="0" destOrd="0" presId="urn:microsoft.com/office/officeart/2011/layout/CircleProcess"/>
    <dgm:cxn modelId="{CD8FEEB0-FB14-4CE9-BAFB-4AAEE24ACCD0}" type="presParOf" srcId="{FE422CDB-AE6A-40F7-B393-181972EF2EA6}" destId="{B322C62B-32CE-48EB-8A66-DD742B60E775}" srcOrd="1" destOrd="0" presId="urn:microsoft.com/office/officeart/2011/layout/CircleProcess"/>
    <dgm:cxn modelId="{D7D8038A-8144-498C-8774-525F19FE8EFE}" type="presParOf" srcId="{B322C62B-32CE-48EB-8A66-DD742B60E775}" destId="{598CAD57-CB37-4E9D-A2E3-5D2A20DF7921}" srcOrd="0" destOrd="0" presId="urn:microsoft.com/office/officeart/2011/layout/CircleProcess"/>
    <dgm:cxn modelId="{B7F4088B-4EAC-4FF8-9B80-1A7320296A0A}" type="presParOf" srcId="{FE422CDB-AE6A-40F7-B393-181972EF2EA6}" destId="{9F16F7D8-DD59-41B2-9C2C-68AD3162C03F}" srcOrd="2" destOrd="0" presId="urn:microsoft.com/office/officeart/2011/layout/CircleProcess"/>
    <dgm:cxn modelId="{4F46F255-EE2A-47A8-BE24-E3222BAA312A}" type="presParOf" srcId="{FE422CDB-AE6A-40F7-B393-181972EF2EA6}" destId="{621A84BF-443B-4A13-B270-472BF3EBC9D4}" srcOrd="3" destOrd="0" presId="urn:microsoft.com/office/officeart/2011/layout/CircleProcess"/>
    <dgm:cxn modelId="{45AD3460-0421-4250-A223-1EC469F753D3}" type="presParOf" srcId="{621A84BF-443B-4A13-B270-472BF3EBC9D4}" destId="{333084F3-E9C2-4F73-B6B2-3F130320A43A}" srcOrd="0" destOrd="0" presId="urn:microsoft.com/office/officeart/2011/layout/CircleProcess"/>
    <dgm:cxn modelId="{34D16AB9-0B04-4AE9-B3E7-460655EBC473}" type="presParOf" srcId="{FE422CDB-AE6A-40F7-B393-181972EF2EA6}" destId="{A745A619-E82B-4C86-8828-7DCB6DB0DAA9}" srcOrd="4" destOrd="0" presId="urn:microsoft.com/office/officeart/2011/layout/CircleProcess"/>
    <dgm:cxn modelId="{F2DE19A4-17B2-4C5D-B9BB-554460F9EDF9}" type="presParOf" srcId="{A745A619-E82B-4C86-8828-7DCB6DB0DAA9}" destId="{5C8C7024-6ECA-4FA4-834E-FDDCECCE860B}" srcOrd="0" destOrd="0" presId="urn:microsoft.com/office/officeart/2011/layout/CircleProcess"/>
    <dgm:cxn modelId="{762F92BE-24A5-485F-8B60-CF85D7F092D9}" type="presParOf" srcId="{FE422CDB-AE6A-40F7-B393-181972EF2EA6}" destId="{9D8E5D83-B67B-400F-AB2F-FD51B672F013}" srcOrd="5" destOrd="0" presId="urn:microsoft.com/office/officeart/2011/layout/CircleProcess"/>
    <dgm:cxn modelId="{4F8AC93B-9D1E-4B03-913C-5348D906A953}" type="presParOf" srcId="{FE422CDB-AE6A-40F7-B393-181972EF2EA6}" destId="{67548A57-37E1-43C7-A26A-349BF03BB3E9}" srcOrd="6" destOrd="0" presId="urn:microsoft.com/office/officeart/2011/layout/CircleProcess"/>
    <dgm:cxn modelId="{F64CA0AE-C297-4729-90D1-93FD8C1CDB36}" type="presParOf" srcId="{67548A57-37E1-43C7-A26A-349BF03BB3E9}" destId="{25ADAD24-8986-4DDB-BA0E-6D6E6FA1F23B}" srcOrd="0" destOrd="0" presId="urn:microsoft.com/office/officeart/2011/layout/CircleProcess"/>
    <dgm:cxn modelId="{DE782111-F9C5-4D71-ADC1-5ED24F9575CA}" type="presParOf" srcId="{FE422CDB-AE6A-40F7-B393-181972EF2EA6}" destId="{BD3985EC-7919-4B7F-A4A2-E0B976C61784}" srcOrd="7" destOrd="0" presId="urn:microsoft.com/office/officeart/2011/layout/CircleProcess"/>
    <dgm:cxn modelId="{53AB06E7-1393-486D-896D-CEA233DAA0CD}" type="presParOf" srcId="{BD3985EC-7919-4B7F-A4A2-E0B976C61784}" destId="{DA68026A-4234-4F5D-AA4F-A8EE6BA53179}" srcOrd="0" destOrd="0" presId="urn:microsoft.com/office/officeart/2011/layout/CircleProcess"/>
    <dgm:cxn modelId="{11847E38-9D4E-42DA-B46D-55C1C8BFF9F8}" type="presParOf" srcId="{FE422CDB-AE6A-40F7-B393-181972EF2EA6}" destId="{BD40E454-164A-4679-A3CE-46D0B73232BB}" srcOrd="8" destOrd="0" presId="urn:microsoft.com/office/officeart/2011/layout/CircleProcess"/>
    <dgm:cxn modelId="{DCBB423B-7C6A-4B56-8613-DB95E3D75C41}" type="presParOf" srcId="{FE422CDB-AE6A-40F7-B393-181972EF2EA6}" destId="{E67EDC9A-D58F-4209-B0E6-B8DFB7DA4DB1}" srcOrd="9" destOrd="0" presId="urn:microsoft.com/office/officeart/2011/layout/CircleProcess"/>
    <dgm:cxn modelId="{6C3C2B2C-6A7F-460D-9A6C-002741C09798}" type="presParOf" srcId="{E67EDC9A-D58F-4209-B0E6-B8DFB7DA4DB1}" destId="{1D010676-5B74-43FE-B738-C3B1ABF8A89D}" srcOrd="0" destOrd="0" presId="urn:microsoft.com/office/officeart/2011/layout/CircleProcess"/>
    <dgm:cxn modelId="{8426F673-354F-4805-AF65-0B1DFF2783E2}" type="presParOf" srcId="{FE422CDB-AE6A-40F7-B393-181972EF2EA6}" destId="{9C3E9CD2-DEF4-40D9-89DC-8B31143CC64F}" srcOrd="10" destOrd="0" presId="urn:microsoft.com/office/officeart/2011/layout/CircleProcess"/>
    <dgm:cxn modelId="{2929C12F-CD58-400C-A784-D948A6741DF7}" type="presParOf" srcId="{9C3E9CD2-DEF4-40D9-89DC-8B31143CC64F}" destId="{980AEB74-3C91-406D-8155-B556DBCF8BFA}" srcOrd="0" destOrd="0" presId="urn:microsoft.com/office/officeart/2011/layout/CircleProcess"/>
    <dgm:cxn modelId="{40DFF34B-B0E0-4AC0-A272-98A0C3BA6456}" type="presParOf" srcId="{FE422CDB-AE6A-40F7-B393-181972EF2EA6}" destId="{43E5C84E-4E24-4E30-86D1-A0DE218FEFBA}" srcOrd="11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91EDB0-7842-49E9-9E3C-B8A1E1D18882}" type="doc">
      <dgm:prSet loTypeId="urn:microsoft.com/office/officeart/2011/layout/CircleProcess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40708A5-9347-47F5-894D-96BEBF762D38}">
      <dgm:prSet phldrT="[Text]"/>
      <dgm:spPr/>
      <dgm:t>
        <a:bodyPr/>
        <a:lstStyle/>
        <a:p>
          <a:r>
            <a:rPr lang="en-US" dirty="0"/>
            <a:t>Clearinghouses and 3</a:t>
          </a:r>
          <a:r>
            <a:rPr lang="en-US" baseline="30000" dirty="0"/>
            <a:t>rd</a:t>
          </a:r>
          <a:r>
            <a:rPr lang="en-US" dirty="0"/>
            <a:t> party Vendors/Partners send 837 files containing claims to SFTP</a:t>
          </a:r>
        </a:p>
      </dgm:t>
    </dgm:pt>
    <dgm:pt modelId="{63833209-22E6-432C-AFA7-72DC2D209111}" type="parTrans" cxnId="{9EBA2521-DAB0-44DC-B1C5-5D34B62A8DB3}">
      <dgm:prSet/>
      <dgm:spPr/>
      <dgm:t>
        <a:bodyPr/>
        <a:lstStyle/>
        <a:p>
          <a:endParaRPr lang="en-US"/>
        </a:p>
      </dgm:t>
    </dgm:pt>
    <dgm:pt modelId="{4CE38CB7-10C0-412E-B164-859EA6F067C6}" type="sibTrans" cxnId="{9EBA2521-DAB0-44DC-B1C5-5D34B62A8DB3}">
      <dgm:prSet/>
      <dgm:spPr/>
      <dgm:t>
        <a:bodyPr/>
        <a:lstStyle/>
        <a:p>
          <a:endParaRPr lang="en-US"/>
        </a:p>
      </dgm:t>
    </dgm:pt>
    <dgm:pt modelId="{5F96F7DF-9F3E-4AA5-9C84-78F9B16DDFCD}">
      <dgm:prSet phldrT="[Text]"/>
      <dgm:spPr/>
      <dgm:t>
        <a:bodyPr/>
        <a:lstStyle/>
        <a:p>
          <a:r>
            <a:rPr lang="en-US" dirty="0"/>
            <a:t>Axway picks those files up and delivers them to their respective Production Location</a:t>
          </a:r>
        </a:p>
      </dgm:t>
    </dgm:pt>
    <dgm:pt modelId="{79229993-9AF8-4B2F-97A1-E3C021EED651}" type="parTrans" cxnId="{36EB6278-82BF-47E9-9322-F6E5EEB8A4D7}">
      <dgm:prSet/>
      <dgm:spPr/>
      <dgm:t>
        <a:bodyPr/>
        <a:lstStyle/>
        <a:p>
          <a:endParaRPr lang="en-US"/>
        </a:p>
      </dgm:t>
    </dgm:pt>
    <dgm:pt modelId="{4E41005A-DE2C-4C88-A3FE-E6C9E9362020}" type="sibTrans" cxnId="{36EB6278-82BF-47E9-9322-F6E5EEB8A4D7}">
      <dgm:prSet/>
      <dgm:spPr/>
      <dgm:t>
        <a:bodyPr/>
        <a:lstStyle/>
        <a:p>
          <a:endParaRPr lang="en-US"/>
        </a:p>
      </dgm:t>
    </dgm:pt>
    <dgm:pt modelId="{C43AFFC6-1384-485E-A334-0EBCADE14FB4}">
      <dgm:prSet phldrT="[Text]"/>
      <dgm:spPr/>
      <dgm:t>
        <a:bodyPr/>
        <a:lstStyle/>
        <a:p>
          <a:r>
            <a:rPr lang="en-US" dirty="0"/>
            <a:t>837 files go through OTVM</a:t>
          </a:r>
        </a:p>
      </dgm:t>
    </dgm:pt>
    <dgm:pt modelId="{169EECB9-2A70-4AD5-894B-D3AC81AE5642}" type="parTrans" cxnId="{D749FC14-C7C1-4C2B-A2CB-DC0711148E22}">
      <dgm:prSet/>
      <dgm:spPr/>
      <dgm:t>
        <a:bodyPr/>
        <a:lstStyle/>
        <a:p>
          <a:endParaRPr lang="en-US"/>
        </a:p>
      </dgm:t>
    </dgm:pt>
    <dgm:pt modelId="{F215525F-7233-4203-8074-6A32FFAE52E5}" type="sibTrans" cxnId="{D749FC14-C7C1-4C2B-A2CB-DC0711148E22}">
      <dgm:prSet/>
      <dgm:spPr/>
      <dgm:t>
        <a:bodyPr/>
        <a:lstStyle/>
        <a:p>
          <a:endParaRPr lang="en-US"/>
        </a:p>
      </dgm:t>
    </dgm:pt>
    <dgm:pt modelId="{B0893174-F580-4EF7-BA01-3E72908D5055}">
      <dgm:prSet phldrT="[Text]"/>
      <dgm:spPr/>
      <dgm:t>
        <a:bodyPr/>
        <a:lstStyle/>
        <a:p>
          <a:r>
            <a:rPr lang="en-US" dirty="0"/>
            <a:t>Accepted files are staged for PEGA Process</a:t>
          </a:r>
        </a:p>
      </dgm:t>
    </dgm:pt>
    <dgm:pt modelId="{9B650AA1-A14F-4D98-933C-601F6968197A}" type="parTrans" cxnId="{26D069DE-76EA-4B40-A46A-6946DF2EC36D}">
      <dgm:prSet/>
      <dgm:spPr/>
      <dgm:t>
        <a:bodyPr/>
        <a:lstStyle/>
        <a:p>
          <a:endParaRPr lang="en-US"/>
        </a:p>
      </dgm:t>
    </dgm:pt>
    <dgm:pt modelId="{AA81594E-FCBC-474C-BAF3-7FA561EA63ED}" type="sibTrans" cxnId="{26D069DE-76EA-4B40-A46A-6946DF2EC36D}">
      <dgm:prSet/>
      <dgm:spPr/>
      <dgm:t>
        <a:bodyPr/>
        <a:lstStyle/>
        <a:p>
          <a:endParaRPr lang="en-US"/>
        </a:p>
      </dgm:t>
    </dgm:pt>
    <dgm:pt modelId="{A01FADEA-4C67-4B06-94D8-E06E3571C830}">
      <dgm:prSet phldrT="[Text]"/>
      <dgm:spPr/>
      <dgm:t>
        <a:bodyPr/>
        <a:lstStyle/>
        <a:p>
          <a:r>
            <a:rPr lang="en-US" dirty="0"/>
            <a:t>Claims are loaded into PEGA</a:t>
          </a:r>
        </a:p>
      </dgm:t>
    </dgm:pt>
    <dgm:pt modelId="{B3D314F5-48FB-4483-AD71-6CBA767EF8A7}" type="parTrans" cxnId="{18F352D2-F98B-4904-B666-4E3BC957A920}">
      <dgm:prSet/>
      <dgm:spPr/>
      <dgm:t>
        <a:bodyPr/>
        <a:lstStyle/>
        <a:p>
          <a:endParaRPr lang="en-US"/>
        </a:p>
      </dgm:t>
    </dgm:pt>
    <dgm:pt modelId="{A317CC5B-D874-4FEA-8111-B25A0126A3E7}" type="sibTrans" cxnId="{18F352D2-F98B-4904-B666-4E3BC957A920}">
      <dgm:prSet/>
      <dgm:spPr/>
      <dgm:t>
        <a:bodyPr/>
        <a:lstStyle/>
        <a:p>
          <a:endParaRPr lang="en-US"/>
        </a:p>
      </dgm:t>
    </dgm:pt>
    <dgm:pt modelId="{D81B03E9-19F1-48CB-B676-240AFDF33931}" type="pres">
      <dgm:prSet presAssocID="{4291EDB0-7842-49E9-9E3C-B8A1E1D1888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39ACF753-C20F-4AFC-9BB5-43DEF4E07049}" type="pres">
      <dgm:prSet presAssocID="{A01FADEA-4C67-4B06-94D8-E06E3571C830}" presName="Accent5" presStyleCnt="0"/>
      <dgm:spPr/>
    </dgm:pt>
    <dgm:pt modelId="{4768CCDB-4CCB-4D86-864F-316DD4157B30}" type="pres">
      <dgm:prSet presAssocID="{A01FADEA-4C67-4B06-94D8-E06E3571C830}" presName="Accent" presStyleLbl="node1" presStyleIdx="0" presStyleCnt="5"/>
      <dgm:spPr/>
    </dgm:pt>
    <dgm:pt modelId="{BCABE819-A43E-465C-AE68-BA47B928B0A8}" type="pres">
      <dgm:prSet presAssocID="{A01FADEA-4C67-4B06-94D8-E06E3571C830}" presName="ParentBackground5" presStyleCnt="0"/>
      <dgm:spPr/>
    </dgm:pt>
    <dgm:pt modelId="{DA10DE01-3A29-4A42-8E6C-E1D8EEA81B49}" type="pres">
      <dgm:prSet presAssocID="{A01FADEA-4C67-4B06-94D8-E06E3571C830}" presName="ParentBackground" presStyleLbl="fgAcc1" presStyleIdx="0" presStyleCnt="5"/>
      <dgm:spPr/>
    </dgm:pt>
    <dgm:pt modelId="{F5E29EBA-A285-485B-AFF3-7278539B472D}" type="pres">
      <dgm:prSet presAssocID="{A01FADEA-4C67-4B06-94D8-E06E3571C830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DCF9323-05E6-4CA1-A870-004AC7A9E7C5}" type="pres">
      <dgm:prSet presAssocID="{B0893174-F580-4EF7-BA01-3E72908D5055}" presName="Accent4" presStyleCnt="0"/>
      <dgm:spPr/>
    </dgm:pt>
    <dgm:pt modelId="{14726798-29E2-48DB-A31B-725FC971C3F4}" type="pres">
      <dgm:prSet presAssocID="{B0893174-F580-4EF7-BA01-3E72908D5055}" presName="Accent" presStyleLbl="node1" presStyleIdx="1" presStyleCnt="5"/>
      <dgm:spPr/>
    </dgm:pt>
    <dgm:pt modelId="{A9D8E615-6742-4B89-A0A5-9675A16413FE}" type="pres">
      <dgm:prSet presAssocID="{B0893174-F580-4EF7-BA01-3E72908D5055}" presName="ParentBackground4" presStyleCnt="0"/>
      <dgm:spPr/>
    </dgm:pt>
    <dgm:pt modelId="{B0BEA84F-53AC-4C27-814A-90D4E998DA68}" type="pres">
      <dgm:prSet presAssocID="{B0893174-F580-4EF7-BA01-3E72908D5055}" presName="ParentBackground" presStyleLbl="fgAcc1" presStyleIdx="1" presStyleCnt="5"/>
      <dgm:spPr/>
    </dgm:pt>
    <dgm:pt modelId="{8E6563FA-CF02-450B-A211-8FCB1561FA95}" type="pres">
      <dgm:prSet presAssocID="{B0893174-F580-4EF7-BA01-3E72908D5055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2F975E7-43BC-485E-99C2-4F48263D5975}" type="pres">
      <dgm:prSet presAssocID="{C43AFFC6-1384-485E-A334-0EBCADE14FB4}" presName="Accent3" presStyleCnt="0"/>
      <dgm:spPr/>
    </dgm:pt>
    <dgm:pt modelId="{0912F732-2D33-44FE-B74F-8016D537EB07}" type="pres">
      <dgm:prSet presAssocID="{C43AFFC6-1384-485E-A334-0EBCADE14FB4}" presName="Accent" presStyleLbl="node1" presStyleIdx="2" presStyleCnt="5"/>
      <dgm:spPr/>
    </dgm:pt>
    <dgm:pt modelId="{94EBDAEA-DC50-4492-82C7-22CDF13D3C80}" type="pres">
      <dgm:prSet presAssocID="{C43AFFC6-1384-485E-A334-0EBCADE14FB4}" presName="ParentBackground3" presStyleCnt="0"/>
      <dgm:spPr/>
    </dgm:pt>
    <dgm:pt modelId="{AC9E43BE-A503-4637-8ED6-07317ECDE8FE}" type="pres">
      <dgm:prSet presAssocID="{C43AFFC6-1384-485E-A334-0EBCADE14FB4}" presName="ParentBackground" presStyleLbl="fgAcc1" presStyleIdx="2" presStyleCnt="5"/>
      <dgm:spPr/>
    </dgm:pt>
    <dgm:pt modelId="{0584B7E2-B182-459B-96DB-D716B7B4A551}" type="pres">
      <dgm:prSet presAssocID="{C43AFFC6-1384-485E-A334-0EBCADE14FB4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22A0409-E366-486E-B853-694065522DE2}" type="pres">
      <dgm:prSet presAssocID="{5F96F7DF-9F3E-4AA5-9C84-78F9B16DDFCD}" presName="Accent2" presStyleCnt="0"/>
      <dgm:spPr/>
    </dgm:pt>
    <dgm:pt modelId="{CDA8E12B-0B05-483A-9AFD-82BCAA2C8D00}" type="pres">
      <dgm:prSet presAssocID="{5F96F7DF-9F3E-4AA5-9C84-78F9B16DDFCD}" presName="Accent" presStyleLbl="node1" presStyleIdx="3" presStyleCnt="5"/>
      <dgm:spPr/>
    </dgm:pt>
    <dgm:pt modelId="{90D2E238-47EE-4EB6-A67B-5784144CC257}" type="pres">
      <dgm:prSet presAssocID="{5F96F7DF-9F3E-4AA5-9C84-78F9B16DDFCD}" presName="ParentBackground2" presStyleCnt="0"/>
      <dgm:spPr/>
    </dgm:pt>
    <dgm:pt modelId="{F411BB0E-4F4D-4F5A-9BE6-822BAA99E4E4}" type="pres">
      <dgm:prSet presAssocID="{5F96F7DF-9F3E-4AA5-9C84-78F9B16DDFCD}" presName="ParentBackground" presStyleLbl="fgAcc1" presStyleIdx="3" presStyleCnt="5"/>
      <dgm:spPr/>
    </dgm:pt>
    <dgm:pt modelId="{33247435-6E92-41BA-BFEB-889D0359F51F}" type="pres">
      <dgm:prSet presAssocID="{5F96F7DF-9F3E-4AA5-9C84-78F9B16DDFCD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4D20C71-301B-4A34-9E82-938E4DB19E98}" type="pres">
      <dgm:prSet presAssocID="{540708A5-9347-47F5-894D-96BEBF762D38}" presName="Accent1" presStyleCnt="0"/>
      <dgm:spPr/>
    </dgm:pt>
    <dgm:pt modelId="{B6E9ED99-E2BD-4A34-BFB8-3341D0E33919}" type="pres">
      <dgm:prSet presAssocID="{540708A5-9347-47F5-894D-96BEBF762D38}" presName="Accent" presStyleLbl="node1" presStyleIdx="4" presStyleCnt="5"/>
      <dgm:spPr/>
    </dgm:pt>
    <dgm:pt modelId="{DA7F6C88-02A1-4333-B8EB-E10B5E1E921E}" type="pres">
      <dgm:prSet presAssocID="{540708A5-9347-47F5-894D-96BEBF762D38}" presName="ParentBackground1" presStyleCnt="0"/>
      <dgm:spPr/>
    </dgm:pt>
    <dgm:pt modelId="{CB4E79EF-51D2-4566-8C34-0EB1C348256D}" type="pres">
      <dgm:prSet presAssocID="{540708A5-9347-47F5-894D-96BEBF762D38}" presName="ParentBackground" presStyleLbl="fgAcc1" presStyleIdx="4" presStyleCnt="5"/>
      <dgm:spPr/>
    </dgm:pt>
    <dgm:pt modelId="{A8CB1B23-651E-4D20-B33F-98129938F00C}" type="pres">
      <dgm:prSet presAssocID="{540708A5-9347-47F5-894D-96BEBF762D38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D749FC14-C7C1-4C2B-A2CB-DC0711148E22}" srcId="{4291EDB0-7842-49E9-9E3C-B8A1E1D18882}" destId="{C43AFFC6-1384-485E-A334-0EBCADE14FB4}" srcOrd="2" destOrd="0" parTransId="{169EECB9-2A70-4AD5-894B-D3AC81AE5642}" sibTransId="{F215525F-7233-4203-8074-6A32FFAE52E5}"/>
    <dgm:cxn modelId="{9EBA2521-DAB0-44DC-B1C5-5D34B62A8DB3}" srcId="{4291EDB0-7842-49E9-9E3C-B8A1E1D18882}" destId="{540708A5-9347-47F5-894D-96BEBF762D38}" srcOrd="0" destOrd="0" parTransId="{63833209-22E6-432C-AFA7-72DC2D209111}" sibTransId="{4CE38CB7-10C0-412E-B164-859EA6F067C6}"/>
    <dgm:cxn modelId="{67971523-FD38-4ECB-B1A9-9D38EA469FA2}" type="presOf" srcId="{A01FADEA-4C67-4B06-94D8-E06E3571C830}" destId="{DA10DE01-3A29-4A42-8E6C-E1D8EEA81B49}" srcOrd="0" destOrd="0" presId="urn:microsoft.com/office/officeart/2011/layout/CircleProcess"/>
    <dgm:cxn modelId="{FA499928-3F1F-42D6-BCBB-2B0861991442}" type="presOf" srcId="{B0893174-F580-4EF7-BA01-3E72908D5055}" destId="{8E6563FA-CF02-450B-A211-8FCB1561FA95}" srcOrd="1" destOrd="0" presId="urn:microsoft.com/office/officeart/2011/layout/CircleProcess"/>
    <dgm:cxn modelId="{EAC46B44-AA1E-42DA-BD2E-FC76F0EA37F6}" type="presOf" srcId="{540708A5-9347-47F5-894D-96BEBF762D38}" destId="{A8CB1B23-651E-4D20-B33F-98129938F00C}" srcOrd="1" destOrd="0" presId="urn:microsoft.com/office/officeart/2011/layout/CircleProcess"/>
    <dgm:cxn modelId="{36EB6278-82BF-47E9-9322-F6E5EEB8A4D7}" srcId="{4291EDB0-7842-49E9-9E3C-B8A1E1D18882}" destId="{5F96F7DF-9F3E-4AA5-9C84-78F9B16DDFCD}" srcOrd="1" destOrd="0" parTransId="{79229993-9AF8-4B2F-97A1-E3C021EED651}" sibTransId="{4E41005A-DE2C-4C88-A3FE-E6C9E9362020}"/>
    <dgm:cxn modelId="{63E2308C-36B1-4B07-9BD1-FE5476AB553E}" type="presOf" srcId="{B0893174-F580-4EF7-BA01-3E72908D5055}" destId="{B0BEA84F-53AC-4C27-814A-90D4E998DA68}" srcOrd="0" destOrd="0" presId="urn:microsoft.com/office/officeart/2011/layout/CircleProcess"/>
    <dgm:cxn modelId="{C1757199-0F81-4BD9-8D71-D86B286624E6}" type="presOf" srcId="{5F96F7DF-9F3E-4AA5-9C84-78F9B16DDFCD}" destId="{F411BB0E-4F4D-4F5A-9BE6-822BAA99E4E4}" srcOrd="0" destOrd="0" presId="urn:microsoft.com/office/officeart/2011/layout/CircleProcess"/>
    <dgm:cxn modelId="{16404B9C-CE25-40A6-A042-F1BAC34D2BE6}" type="presOf" srcId="{A01FADEA-4C67-4B06-94D8-E06E3571C830}" destId="{F5E29EBA-A285-485B-AFF3-7278539B472D}" srcOrd="1" destOrd="0" presId="urn:microsoft.com/office/officeart/2011/layout/CircleProcess"/>
    <dgm:cxn modelId="{A06DA4AD-DBB4-47C9-9842-D4826D8B2A63}" type="presOf" srcId="{C43AFFC6-1384-485E-A334-0EBCADE14FB4}" destId="{0584B7E2-B182-459B-96DB-D716B7B4A551}" srcOrd="1" destOrd="0" presId="urn:microsoft.com/office/officeart/2011/layout/CircleProcess"/>
    <dgm:cxn modelId="{378843B6-2278-4462-A9E7-138077B1053F}" type="presOf" srcId="{5F96F7DF-9F3E-4AA5-9C84-78F9B16DDFCD}" destId="{33247435-6E92-41BA-BFEB-889D0359F51F}" srcOrd="1" destOrd="0" presId="urn:microsoft.com/office/officeart/2011/layout/CircleProcess"/>
    <dgm:cxn modelId="{6A5387CC-763E-4979-98DC-4A9821D0735F}" type="presOf" srcId="{C43AFFC6-1384-485E-A334-0EBCADE14FB4}" destId="{AC9E43BE-A503-4637-8ED6-07317ECDE8FE}" srcOrd="0" destOrd="0" presId="urn:microsoft.com/office/officeart/2011/layout/CircleProcess"/>
    <dgm:cxn modelId="{18F352D2-F98B-4904-B666-4E3BC957A920}" srcId="{4291EDB0-7842-49E9-9E3C-B8A1E1D18882}" destId="{A01FADEA-4C67-4B06-94D8-E06E3571C830}" srcOrd="4" destOrd="0" parTransId="{B3D314F5-48FB-4483-AD71-6CBA767EF8A7}" sibTransId="{A317CC5B-D874-4FEA-8111-B25A0126A3E7}"/>
    <dgm:cxn modelId="{26D069DE-76EA-4B40-A46A-6946DF2EC36D}" srcId="{4291EDB0-7842-49E9-9E3C-B8A1E1D18882}" destId="{B0893174-F580-4EF7-BA01-3E72908D5055}" srcOrd="3" destOrd="0" parTransId="{9B650AA1-A14F-4D98-933C-601F6968197A}" sibTransId="{AA81594E-FCBC-474C-BAF3-7FA561EA63ED}"/>
    <dgm:cxn modelId="{6539DAF4-B4DB-48D2-AE9D-0471EEBA494E}" type="presOf" srcId="{540708A5-9347-47F5-894D-96BEBF762D38}" destId="{CB4E79EF-51D2-4566-8C34-0EB1C348256D}" srcOrd="0" destOrd="0" presId="urn:microsoft.com/office/officeart/2011/layout/CircleProcess"/>
    <dgm:cxn modelId="{15166AFE-1A6D-4623-9F7D-B0A8D753367D}" type="presOf" srcId="{4291EDB0-7842-49E9-9E3C-B8A1E1D18882}" destId="{D81B03E9-19F1-48CB-B676-240AFDF33931}" srcOrd="0" destOrd="0" presId="urn:microsoft.com/office/officeart/2011/layout/CircleProcess"/>
    <dgm:cxn modelId="{412A2CF2-5C0E-4BD1-A155-C07798FEBF79}" type="presParOf" srcId="{D81B03E9-19F1-48CB-B676-240AFDF33931}" destId="{39ACF753-C20F-4AFC-9BB5-43DEF4E07049}" srcOrd="0" destOrd="0" presId="urn:microsoft.com/office/officeart/2011/layout/CircleProcess"/>
    <dgm:cxn modelId="{A59CA5DB-FE09-4D97-9088-DD973B346807}" type="presParOf" srcId="{39ACF753-C20F-4AFC-9BB5-43DEF4E07049}" destId="{4768CCDB-4CCB-4D86-864F-316DD4157B30}" srcOrd="0" destOrd="0" presId="urn:microsoft.com/office/officeart/2011/layout/CircleProcess"/>
    <dgm:cxn modelId="{4C43389E-7644-48D7-BAA0-1E935D99EC21}" type="presParOf" srcId="{D81B03E9-19F1-48CB-B676-240AFDF33931}" destId="{BCABE819-A43E-465C-AE68-BA47B928B0A8}" srcOrd="1" destOrd="0" presId="urn:microsoft.com/office/officeart/2011/layout/CircleProcess"/>
    <dgm:cxn modelId="{75F3438E-DAE4-4FCB-A63E-43FCA5C462C6}" type="presParOf" srcId="{BCABE819-A43E-465C-AE68-BA47B928B0A8}" destId="{DA10DE01-3A29-4A42-8E6C-E1D8EEA81B49}" srcOrd="0" destOrd="0" presId="urn:microsoft.com/office/officeart/2011/layout/CircleProcess"/>
    <dgm:cxn modelId="{53B7142E-CD06-4BA1-A0B7-CAAEF218A3BB}" type="presParOf" srcId="{D81B03E9-19F1-48CB-B676-240AFDF33931}" destId="{F5E29EBA-A285-485B-AFF3-7278539B472D}" srcOrd="2" destOrd="0" presId="urn:microsoft.com/office/officeart/2011/layout/CircleProcess"/>
    <dgm:cxn modelId="{F28114EC-3B86-42DA-880E-0E60144B6289}" type="presParOf" srcId="{D81B03E9-19F1-48CB-B676-240AFDF33931}" destId="{FDCF9323-05E6-4CA1-A870-004AC7A9E7C5}" srcOrd="3" destOrd="0" presId="urn:microsoft.com/office/officeart/2011/layout/CircleProcess"/>
    <dgm:cxn modelId="{4006EEF4-21C3-462D-86E9-264DE6F4E841}" type="presParOf" srcId="{FDCF9323-05E6-4CA1-A870-004AC7A9E7C5}" destId="{14726798-29E2-48DB-A31B-725FC971C3F4}" srcOrd="0" destOrd="0" presId="urn:microsoft.com/office/officeart/2011/layout/CircleProcess"/>
    <dgm:cxn modelId="{E1617601-1B4B-4330-B917-4867A6397719}" type="presParOf" srcId="{D81B03E9-19F1-48CB-B676-240AFDF33931}" destId="{A9D8E615-6742-4B89-A0A5-9675A16413FE}" srcOrd="4" destOrd="0" presId="urn:microsoft.com/office/officeart/2011/layout/CircleProcess"/>
    <dgm:cxn modelId="{2E01A74E-A115-4B98-9F49-61BA6A0A986B}" type="presParOf" srcId="{A9D8E615-6742-4B89-A0A5-9675A16413FE}" destId="{B0BEA84F-53AC-4C27-814A-90D4E998DA68}" srcOrd="0" destOrd="0" presId="urn:microsoft.com/office/officeart/2011/layout/CircleProcess"/>
    <dgm:cxn modelId="{93B63FC9-FF4E-4A9A-BF2F-E2D5D049A248}" type="presParOf" srcId="{D81B03E9-19F1-48CB-B676-240AFDF33931}" destId="{8E6563FA-CF02-450B-A211-8FCB1561FA95}" srcOrd="5" destOrd="0" presId="urn:microsoft.com/office/officeart/2011/layout/CircleProcess"/>
    <dgm:cxn modelId="{F9062ADA-2EED-4C70-B9EE-45B42CAAC4EB}" type="presParOf" srcId="{D81B03E9-19F1-48CB-B676-240AFDF33931}" destId="{B2F975E7-43BC-485E-99C2-4F48263D5975}" srcOrd="6" destOrd="0" presId="urn:microsoft.com/office/officeart/2011/layout/CircleProcess"/>
    <dgm:cxn modelId="{E9371F8B-C0F9-4105-89C5-09950ADA6023}" type="presParOf" srcId="{B2F975E7-43BC-485E-99C2-4F48263D5975}" destId="{0912F732-2D33-44FE-B74F-8016D537EB07}" srcOrd="0" destOrd="0" presId="urn:microsoft.com/office/officeart/2011/layout/CircleProcess"/>
    <dgm:cxn modelId="{51DA71AE-6B69-42B5-80A0-ACF625C8BD18}" type="presParOf" srcId="{D81B03E9-19F1-48CB-B676-240AFDF33931}" destId="{94EBDAEA-DC50-4492-82C7-22CDF13D3C80}" srcOrd="7" destOrd="0" presId="urn:microsoft.com/office/officeart/2011/layout/CircleProcess"/>
    <dgm:cxn modelId="{8057580E-52AF-4969-8489-39D160328B2A}" type="presParOf" srcId="{94EBDAEA-DC50-4492-82C7-22CDF13D3C80}" destId="{AC9E43BE-A503-4637-8ED6-07317ECDE8FE}" srcOrd="0" destOrd="0" presId="urn:microsoft.com/office/officeart/2011/layout/CircleProcess"/>
    <dgm:cxn modelId="{5D8FD193-66E8-480F-BF66-4E69C07DF76F}" type="presParOf" srcId="{D81B03E9-19F1-48CB-B676-240AFDF33931}" destId="{0584B7E2-B182-459B-96DB-D716B7B4A551}" srcOrd="8" destOrd="0" presId="urn:microsoft.com/office/officeart/2011/layout/CircleProcess"/>
    <dgm:cxn modelId="{2708E0BF-1640-4AD8-A6D3-A0B2E12E1B0D}" type="presParOf" srcId="{D81B03E9-19F1-48CB-B676-240AFDF33931}" destId="{A22A0409-E366-486E-B853-694065522DE2}" srcOrd="9" destOrd="0" presId="urn:microsoft.com/office/officeart/2011/layout/CircleProcess"/>
    <dgm:cxn modelId="{EF47F4D2-53B6-4DD5-A4A0-809D06B9EA4A}" type="presParOf" srcId="{A22A0409-E366-486E-B853-694065522DE2}" destId="{CDA8E12B-0B05-483A-9AFD-82BCAA2C8D00}" srcOrd="0" destOrd="0" presId="urn:microsoft.com/office/officeart/2011/layout/CircleProcess"/>
    <dgm:cxn modelId="{FEE21200-C3B5-477B-97C1-FE2D749AD7E5}" type="presParOf" srcId="{D81B03E9-19F1-48CB-B676-240AFDF33931}" destId="{90D2E238-47EE-4EB6-A67B-5784144CC257}" srcOrd="10" destOrd="0" presId="urn:microsoft.com/office/officeart/2011/layout/CircleProcess"/>
    <dgm:cxn modelId="{33A7F4C7-E5B5-4615-AD3A-54A640284ACB}" type="presParOf" srcId="{90D2E238-47EE-4EB6-A67B-5784144CC257}" destId="{F411BB0E-4F4D-4F5A-9BE6-822BAA99E4E4}" srcOrd="0" destOrd="0" presId="urn:microsoft.com/office/officeart/2011/layout/CircleProcess"/>
    <dgm:cxn modelId="{8744B7B1-B260-4657-8538-F26E6312775E}" type="presParOf" srcId="{D81B03E9-19F1-48CB-B676-240AFDF33931}" destId="{33247435-6E92-41BA-BFEB-889D0359F51F}" srcOrd="11" destOrd="0" presId="urn:microsoft.com/office/officeart/2011/layout/CircleProcess"/>
    <dgm:cxn modelId="{7EF2DBBE-8578-4FDC-A1DF-75FC416EDA3A}" type="presParOf" srcId="{D81B03E9-19F1-48CB-B676-240AFDF33931}" destId="{74D20C71-301B-4A34-9E82-938E4DB19E98}" srcOrd="12" destOrd="0" presId="urn:microsoft.com/office/officeart/2011/layout/CircleProcess"/>
    <dgm:cxn modelId="{2D765007-8499-4AFB-9B1B-5EAADB59196A}" type="presParOf" srcId="{74D20C71-301B-4A34-9E82-938E4DB19E98}" destId="{B6E9ED99-E2BD-4A34-BFB8-3341D0E33919}" srcOrd="0" destOrd="0" presId="urn:microsoft.com/office/officeart/2011/layout/CircleProcess"/>
    <dgm:cxn modelId="{27CB72D0-1A36-444B-B5D8-CE9B99AFB954}" type="presParOf" srcId="{D81B03E9-19F1-48CB-B676-240AFDF33931}" destId="{DA7F6C88-02A1-4333-B8EB-E10B5E1E921E}" srcOrd="13" destOrd="0" presId="urn:microsoft.com/office/officeart/2011/layout/CircleProcess"/>
    <dgm:cxn modelId="{248373A0-93E2-44FF-A815-4B94700D705F}" type="presParOf" srcId="{DA7F6C88-02A1-4333-B8EB-E10B5E1E921E}" destId="{CB4E79EF-51D2-4566-8C34-0EB1C348256D}" srcOrd="0" destOrd="0" presId="urn:microsoft.com/office/officeart/2011/layout/CircleProcess"/>
    <dgm:cxn modelId="{113A20AF-5AEA-473A-BEA7-AFF9E2CE3C22}" type="presParOf" srcId="{D81B03E9-19F1-48CB-B676-240AFDF33931}" destId="{A8CB1B23-651E-4D20-B33F-98129938F00C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91EDB0-7842-49E9-9E3C-B8A1E1D18882}" type="doc">
      <dgm:prSet loTypeId="urn:microsoft.com/office/officeart/2011/layout/CircleProcess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40708A5-9347-47F5-894D-96BEBF762D38}">
      <dgm:prSet phldrT="[Text]"/>
      <dgm:spPr/>
      <dgm:t>
        <a:bodyPr/>
        <a:lstStyle/>
        <a:p>
          <a:r>
            <a:rPr lang="en-US" dirty="0"/>
            <a:t>Clearinghouses and 3</a:t>
          </a:r>
          <a:r>
            <a:rPr lang="en-US" baseline="30000" dirty="0"/>
            <a:t>rd</a:t>
          </a:r>
          <a:r>
            <a:rPr lang="en-US" dirty="0"/>
            <a:t> party Vendors/Partners send 837 files containing claims to SFTP</a:t>
          </a:r>
        </a:p>
      </dgm:t>
    </dgm:pt>
    <dgm:pt modelId="{63833209-22E6-432C-AFA7-72DC2D209111}" type="parTrans" cxnId="{9EBA2521-DAB0-44DC-B1C5-5D34B62A8DB3}">
      <dgm:prSet/>
      <dgm:spPr/>
      <dgm:t>
        <a:bodyPr/>
        <a:lstStyle/>
        <a:p>
          <a:endParaRPr lang="en-US"/>
        </a:p>
      </dgm:t>
    </dgm:pt>
    <dgm:pt modelId="{4CE38CB7-10C0-412E-B164-859EA6F067C6}" type="sibTrans" cxnId="{9EBA2521-DAB0-44DC-B1C5-5D34B62A8DB3}">
      <dgm:prSet/>
      <dgm:spPr/>
      <dgm:t>
        <a:bodyPr/>
        <a:lstStyle/>
        <a:p>
          <a:endParaRPr lang="en-US"/>
        </a:p>
      </dgm:t>
    </dgm:pt>
    <dgm:pt modelId="{5F96F7DF-9F3E-4AA5-9C84-78F9B16DDFCD}">
      <dgm:prSet phldrT="[Text]"/>
      <dgm:spPr/>
      <dgm:t>
        <a:bodyPr/>
        <a:lstStyle/>
        <a:p>
          <a:r>
            <a:rPr lang="en-US" dirty="0"/>
            <a:t>Axway picks those files up and delivers them to their respective Production Location</a:t>
          </a:r>
        </a:p>
      </dgm:t>
    </dgm:pt>
    <dgm:pt modelId="{79229993-9AF8-4B2F-97A1-E3C021EED651}" type="parTrans" cxnId="{36EB6278-82BF-47E9-9322-F6E5EEB8A4D7}">
      <dgm:prSet/>
      <dgm:spPr/>
      <dgm:t>
        <a:bodyPr/>
        <a:lstStyle/>
        <a:p>
          <a:endParaRPr lang="en-US"/>
        </a:p>
      </dgm:t>
    </dgm:pt>
    <dgm:pt modelId="{4E41005A-DE2C-4C88-A3FE-E6C9E9362020}" type="sibTrans" cxnId="{36EB6278-82BF-47E9-9322-F6E5EEB8A4D7}">
      <dgm:prSet/>
      <dgm:spPr/>
      <dgm:t>
        <a:bodyPr/>
        <a:lstStyle/>
        <a:p>
          <a:endParaRPr lang="en-US"/>
        </a:p>
      </dgm:t>
    </dgm:pt>
    <dgm:pt modelId="{C43AFFC6-1384-485E-A334-0EBCADE14FB4}">
      <dgm:prSet phldrT="[Text]"/>
      <dgm:spPr/>
      <dgm:t>
        <a:bodyPr/>
        <a:lstStyle/>
        <a:p>
          <a:r>
            <a:rPr lang="en-US" dirty="0"/>
            <a:t>837 files go through OTVM</a:t>
          </a:r>
        </a:p>
      </dgm:t>
    </dgm:pt>
    <dgm:pt modelId="{169EECB9-2A70-4AD5-894B-D3AC81AE5642}" type="parTrans" cxnId="{D749FC14-C7C1-4C2B-A2CB-DC0711148E22}">
      <dgm:prSet/>
      <dgm:spPr/>
      <dgm:t>
        <a:bodyPr/>
        <a:lstStyle/>
        <a:p>
          <a:endParaRPr lang="en-US"/>
        </a:p>
      </dgm:t>
    </dgm:pt>
    <dgm:pt modelId="{F215525F-7233-4203-8074-6A32FFAE52E5}" type="sibTrans" cxnId="{D749FC14-C7C1-4C2B-A2CB-DC0711148E22}">
      <dgm:prSet/>
      <dgm:spPr/>
      <dgm:t>
        <a:bodyPr/>
        <a:lstStyle/>
        <a:p>
          <a:endParaRPr lang="en-US"/>
        </a:p>
      </dgm:t>
    </dgm:pt>
    <dgm:pt modelId="{B0893174-F580-4EF7-BA01-3E72908D5055}">
      <dgm:prSet phldrT="[Text]"/>
      <dgm:spPr/>
      <dgm:t>
        <a:bodyPr/>
        <a:lstStyle/>
        <a:p>
          <a:r>
            <a:rPr lang="en-US" dirty="0"/>
            <a:t>Accepted files are staged for PEGA Process</a:t>
          </a:r>
        </a:p>
      </dgm:t>
    </dgm:pt>
    <dgm:pt modelId="{9B650AA1-A14F-4D98-933C-601F6968197A}" type="parTrans" cxnId="{26D069DE-76EA-4B40-A46A-6946DF2EC36D}">
      <dgm:prSet/>
      <dgm:spPr/>
      <dgm:t>
        <a:bodyPr/>
        <a:lstStyle/>
        <a:p>
          <a:endParaRPr lang="en-US"/>
        </a:p>
      </dgm:t>
    </dgm:pt>
    <dgm:pt modelId="{AA81594E-FCBC-474C-BAF3-7FA561EA63ED}" type="sibTrans" cxnId="{26D069DE-76EA-4B40-A46A-6946DF2EC36D}">
      <dgm:prSet/>
      <dgm:spPr/>
      <dgm:t>
        <a:bodyPr/>
        <a:lstStyle/>
        <a:p>
          <a:endParaRPr lang="en-US"/>
        </a:p>
      </dgm:t>
    </dgm:pt>
    <dgm:pt modelId="{A01FADEA-4C67-4B06-94D8-E06E3571C830}">
      <dgm:prSet phldrT="[Text]"/>
      <dgm:spPr/>
      <dgm:t>
        <a:bodyPr/>
        <a:lstStyle/>
        <a:p>
          <a:r>
            <a:rPr lang="en-US" dirty="0"/>
            <a:t>Claims are loaded into PEGA</a:t>
          </a:r>
        </a:p>
      </dgm:t>
    </dgm:pt>
    <dgm:pt modelId="{B3D314F5-48FB-4483-AD71-6CBA767EF8A7}" type="parTrans" cxnId="{18F352D2-F98B-4904-B666-4E3BC957A920}">
      <dgm:prSet/>
      <dgm:spPr/>
      <dgm:t>
        <a:bodyPr/>
        <a:lstStyle/>
        <a:p>
          <a:endParaRPr lang="en-US"/>
        </a:p>
      </dgm:t>
    </dgm:pt>
    <dgm:pt modelId="{A317CC5B-D874-4FEA-8111-B25A0126A3E7}" type="sibTrans" cxnId="{18F352D2-F98B-4904-B666-4E3BC957A920}">
      <dgm:prSet/>
      <dgm:spPr/>
      <dgm:t>
        <a:bodyPr/>
        <a:lstStyle/>
        <a:p>
          <a:endParaRPr lang="en-US"/>
        </a:p>
      </dgm:t>
    </dgm:pt>
    <dgm:pt modelId="{18866041-AEBD-46AA-A8CE-AC00BE1E2C25}">
      <dgm:prSet phldrT="[Text]"/>
      <dgm:spPr/>
      <dgm:t>
        <a:bodyPr/>
        <a:lstStyle/>
        <a:p>
          <a:r>
            <a:rPr lang="en-US" dirty="0"/>
            <a:t>Keywords generated for the new day claims</a:t>
          </a:r>
        </a:p>
      </dgm:t>
    </dgm:pt>
    <dgm:pt modelId="{9B6C2109-4643-43D7-A665-07A647B0B30C}" type="parTrans" cxnId="{352DD984-397A-44F4-B326-0BDB3A147514}">
      <dgm:prSet/>
      <dgm:spPr/>
      <dgm:t>
        <a:bodyPr/>
        <a:lstStyle/>
        <a:p>
          <a:endParaRPr lang="en-US"/>
        </a:p>
      </dgm:t>
    </dgm:pt>
    <dgm:pt modelId="{EB0EE7A3-3731-4C78-A9A7-E5A64C5A27AE}" type="sibTrans" cxnId="{352DD984-397A-44F4-B326-0BDB3A147514}">
      <dgm:prSet/>
      <dgm:spPr/>
      <dgm:t>
        <a:bodyPr/>
        <a:lstStyle/>
        <a:p>
          <a:endParaRPr lang="en-US"/>
        </a:p>
      </dgm:t>
    </dgm:pt>
    <dgm:pt modelId="{D81B03E9-19F1-48CB-B676-240AFDF33931}" type="pres">
      <dgm:prSet presAssocID="{4291EDB0-7842-49E9-9E3C-B8A1E1D1888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EA920D08-9329-40B8-9177-AD9E01075C2C}" type="pres">
      <dgm:prSet presAssocID="{18866041-AEBD-46AA-A8CE-AC00BE1E2C25}" presName="Accent6" presStyleCnt="0"/>
      <dgm:spPr/>
    </dgm:pt>
    <dgm:pt modelId="{6EDED2E9-FE93-4DFC-BDD0-630EBC4B231B}" type="pres">
      <dgm:prSet presAssocID="{18866041-AEBD-46AA-A8CE-AC00BE1E2C25}" presName="Accent" presStyleLbl="node1" presStyleIdx="0" presStyleCnt="6"/>
      <dgm:spPr/>
    </dgm:pt>
    <dgm:pt modelId="{5AEE5B5D-0550-4CA9-AAC5-E666D6B0D24F}" type="pres">
      <dgm:prSet presAssocID="{18866041-AEBD-46AA-A8CE-AC00BE1E2C25}" presName="ParentBackground6" presStyleCnt="0"/>
      <dgm:spPr/>
    </dgm:pt>
    <dgm:pt modelId="{A8FA8D89-7B42-4842-AC59-E45E8DAF125A}" type="pres">
      <dgm:prSet presAssocID="{18866041-AEBD-46AA-A8CE-AC00BE1E2C25}" presName="ParentBackground" presStyleLbl="fgAcc1" presStyleIdx="0" presStyleCnt="6"/>
      <dgm:spPr/>
    </dgm:pt>
    <dgm:pt modelId="{1E72E42F-2216-413D-8ACD-EF2232066DEB}" type="pres">
      <dgm:prSet presAssocID="{18866041-AEBD-46AA-A8CE-AC00BE1E2C25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9ACF753-C20F-4AFC-9BB5-43DEF4E07049}" type="pres">
      <dgm:prSet presAssocID="{A01FADEA-4C67-4B06-94D8-E06E3571C830}" presName="Accent5" presStyleCnt="0"/>
      <dgm:spPr/>
    </dgm:pt>
    <dgm:pt modelId="{4768CCDB-4CCB-4D86-864F-316DD4157B30}" type="pres">
      <dgm:prSet presAssocID="{A01FADEA-4C67-4B06-94D8-E06E3571C830}" presName="Accent" presStyleLbl="node1" presStyleIdx="1" presStyleCnt="6"/>
      <dgm:spPr/>
    </dgm:pt>
    <dgm:pt modelId="{BCABE819-A43E-465C-AE68-BA47B928B0A8}" type="pres">
      <dgm:prSet presAssocID="{A01FADEA-4C67-4B06-94D8-E06E3571C830}" presName="ParentBackground5" presStyleCnt="0"/>
      <dgm:spPr/>
    </dgm:pt>
    <dgm:pt modelId="{DA10DE01-3A29-4A42-8E6C-E1D8EEA81B49}" type="pres">
      <dgm:prSet presAssocID="{A01FADEA-4C67-4B06-94D8-E06E3571C830}" presName="ParentBackground" presStyleLbl="fgAcc1" presStyleIdx="1" presStyleCnt="6"/>
      <dgm:spPr/>
    </dgm:pt>
    <dgm:pt modelId="{F5E29EBA-A285-485B-AFF3-7278539B472D}" type="pres">
      <dgm:prSet presAssocID="{A01FADEA-4C67-4B06-94D8-E06E3571C830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DCF9323-05E6-4CA1-A870-004AC7A9E7C5}" type="pres">
      <dgm:prSet presAssocID="{B0893174-F580-4EF7-BA01-3E72908D5055}" presName="Accent4" presStyleCnt="0"/>
      <dgm:spPr/>
    </dgm:pt>
    <dgm:pt modelId="{14726798-29E2-48DB-A31B-725FC971C3F4}" type="pres">
      <dgm:prSet presAssocID="{B0893174-F580-4EF7-BA01-3E72908D5055}" presName="Accent" presStyleLbl="node1" presStyleIdx="2" presStyleCnt="6"/>
      <dgm:spPr/>
    </dgm:pt>
    <dgm:pt modelId="{A9D8E615-6742-4B89-A0A5-9675A16413FE}" type="pres">
      <dgm:prSet presAssocID="{B0893174-F580-4EF7-BA01-3E72908D5055}" presName="ParentBackground4" presStyleCnt="0"/>
      <dgm:spPr/>
    </dgm:pt>
    <dgm:pt modelId="{B0BEA84F-53AC-4C27-814A-90D4E998DA68}" type="pres">
      <dgm:prSet presAssocID="{B0893174-F580-4EF7-BA01-3E72908D5055}" presName="ParentBackground" presStyleLbl="fgAcc1" presStyleIdx="2" presStyleCnt="6"/>
      <dgm:spPr/>
    </dgm:pt>
    <dgm:pt modelId="{8E6563FA-CF02-450B-A211-8FCB1561FA95}" type="pres">
      <dgm:prSet presAssocID="{B0893174-F580-4EF7-BA01-3E72908D5055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2F975E7-43BC-485E-99C2-4F48263D5975}" type="pres">
      <dgm:prSet presAssocID="{C43AFFC6-1384-485E-A334-0EBCADE14FB4}" presName="Accent3" presStyleCnt="0"/>
      <dgm:spPr/>
    </dgm:pt>
    <dgm:pt modelId="{0912F732-2D33-44FE-B74F-8016D537EB07}" type="pres">
      <dgm:prSet presAssocID="{C43AFFC6-1384-485E-A334-0EBCADE14FB4}" presName="Accent" presStyleLbl="node1" presStyleIdx="3" presStyleCnt="6"/>
      <dgm:spPr/>
    </dgm:pt>
    <dgm:pt modelId="{94EBDAEA-DC50-4492-82C7-22CDF13D3C80}" type="pres">
      <dgm:prSet presAssocID="{C43AFFC6-1384-485E-A334-0EBCADE14FB4}" presName="ParentBackground3" presStyleCnt="0"/>
      <dgm:spPr/>
    </dgm:pt>
    <dgm:pt modelId="{AC9E43BE-A503-4637-8ED6-07317ECDE8FE}" type="pres">
      <dgm:prSet presAssocID="{C43AFFC6-1384-485E-A334-0EBCADE14FB4}" presName="ParentBackground" presStyleLbl="fgAcc1" presStyleIdx="3" presStyleCnt="6"/>
      <dgm:spPr/>
    </dgm:pt>
    <dgm:pt modelId="{0584B7E2-B182-459B-96DB-D716B7B4A551}" type="pres">
      <dgm:prSet presAssocID="{C43AFFC6-1384-485E-A334-0EBCADE14FB4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22A0409-E366-486E-B853-694065522DE2}" type="pres">
      <dgm:prSet presAssocID="{5F96F7DF-9F3E-4AA5-9C84-78F9B16DDFCD}" presName="Accent2" presStyleCnt="0"/>
      <dgm:spPr/>
    </dgm:pt>
    <dgm:pt modelId="{CDA8E12B-0B05-483A-9AFD-82BCAA2C8D00}" type="pres">
      <dgm:prSet presAssocID="{5F96F7DF-9F3E-4AA5-9C84-78F9B16DDFCD}" presName="Accent" presStyleLbl="node1" presStyleIdx="4" presStyleCnt="6"/>
      <dgm:spPr/>
    </dgm:pt>
    <dgm:pt modelId="{90D2E238-47EE-4EB6-A67B-5784144CC257}" type="pres">
      <dgm:prSet presAssocID="{5F96F7DF-9F3E-4AA5-9C84-78F9B16DDFCD}" presName="ParentBackground2" presStyleCnt="0"/>
      <dgm:spPr/>
    </dgm:pt>
    <dgm:pt modelId="{F411BB0E-4F4D-4F5A-9BE6-822BAA99E4E4}" type="pres">
      <dgm:prSet presAssocID="{5F96F7DF-9F3E-4AA5-9C84-78F9B16DDFCD}" presName="ParentBackground" presStyleLbl="fgAcc1" presStyleIdx="4" presStyleCnt="6"/>
      <dgm:spPr/>
    </dgm:pt>
    <dgm:pt modelId="{33247435-6E92-41BA-BFEB-889D0359F51F}" type="pres">
      <dgm:prSet presAssocID="{5F96F7DF-9F3E-4AA5-9C84-78F9B16DDFCD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4D20C71-301B-4A34-9E82-938E4DB19E98}" type="pres">
      <dgm:prSet presAssocID="{540708A5-9347-47F5-894D-96BEBF762D38}" presName="Accent1" presStyleCnt="0"/>
      <dgm:spPr/>
    </dgm:pt>
    <dgm:pt modelId="{B6E9ED99-E2BD-4A34-BFB8-3341D0E33919}" type="pres">
      <dgm:prSet presAssocID="{540708A5-9347-47F5-894D-96BEBF762D38}" presName="Accent" presStyleLbl="node1" presStyleIdx="5" presStyleCnt="6"/>
      <dgm:spPr/>
    </dgm:pt>
    <dgm:pt modelId="{DA7F6C88-02A1-4333-B8EB-E10B5E1E921E}" type="pres">
      <dgm:prSet presAssocID="{540708A5-9347-47F5-894D-96BEBF762D38}" presName="ParentBackground1" presStyleCnt="0"/>
      <dgm:spPr/>
    </dgm:pt>
    <dgm:pt modelId="{CB4E79EF-51D2-4566-8C34-0EB1C348256D}" type="pres">
      <dgm:prSet presAssocID="{540708A5-9347-47F5-894D-96BEBF762D38}" presName="ParentBackground" presStyleLbl="fgAcc1" presStyleIdx="5" presStyleCnt="6"/>
      <dgm:spPr/>
    </dgm:pt>
    <dgm:pt modelId="{A8CB1B23-651E-4D20-B33F-98129938F00C}" type="pres">
      <dgm:prSet presAssocID="{540708A5-9347-47F5-894D-96BEBF762D38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D749FC14-C7C1-4C2B-A2CB-DC0711148E22}" srcId="{4291EDB0-7842-49E9-9E3C-B8A1E1D18882}" destId="{C43AFFC6-1384-485E-A334-0EBCADE14FB4}" srcOrd="2" destOrd="0" parTransId="{169EECB9-2A70-4AD5-894B-D3AC81AE5642}" sibTransId="{F215525F-7233-4203-8074-6A32FFAE52E5}"/>
    <dgm:cxn modelId="{9EBA2521-DAB0-44DC-B1C5-5D34B62A8DB3}" srcId="{4291EDB0-7842-49E9-9E3C-B8A1E1D18882}" destId="{540708A5-9347-47F5-894D-96BEBF762D38}" srcOrd="0" destOrd="0" parTransId="{63833209-22E6-432C-AFA7-72DC2D209111}" sibTransId="{4CE38CB7-10C0-412E-B164-859EA6F067C6}"/>
    <dgm:cxn modelId="{67971523-FD38-4ECB-B1A9-9D38EA469FA2}" type="presOf" srcId="{A01FADEA-4C67-4B06-94D8-E06E3571C830}" destId="{DA10DE01-3A29-4A42-8E6C-E1D8EEA81B49}" srcOrd="0" destOrd="0" presId="urn:microsoft.com/office/officeart/2011/layout/CircleProcess"/>
    <dgm:cxn modelId="{FA499928-3F1F-42D6-BCBB-2B0861991442}" type="presOf" srcId="{B0893174-F580-4EF7-BA01-3E72908D5055}" destId="{8E6563FA-CF02-450B-A211-8FCB1561FA95}" srcOrd="1" destOrd="0" presId="urn:microsoft.com/office/officeart/2011/layout/CircleProcess"/>
    <dgm:cxn modelId="{EAC46B44-AA1E-42DA-BD2E-FC76F0EA37F6}" type="presOf" srcId="{540708A5-9347-47F5-894D-96BEBF762D38}" destId="{A8CB1B23-651E-4D20-B33F-98129938F00C}" srcOrd="1" destOrd="0" presId="urn:microsoft.com/office/officeart/2011/layout/CircleProcess"/>
    <dgm:cxn modelId="{6CF76847-76EB-45DD-8125-DA0FAA4381BA}" type="presOf" srcId="{18866041-AEBD-46AA-A8CE-AC00BE1E2C25}" destId="{1E72E42F-2216-413D-8ACD-EF2232066DEB}" srcOrd="1" destOrd="0" presId="urn:microsoft.com/office/officeart/2011/layout/CircleProcess"/>
    <dgm:cxn modelId="{36EB6278-82BF-47E9-9322-F6E5EEB8A4D7}" srcId="{4291EDB0-7842-49E9-9E3C-B8A1E1D18882}" destId="{5F96F7DF-9F3E-4AA5-9C84-78F9B16DDFCD}" srcOrd="1" destOrd="0" parTransId="{79229993-9AF8-4B2F-97A1-E3C021EED651}" sibTransId="{4E41005A-DE2C-4C88-A3FE-E6C9E9362020}"/>
    <dgm:cxn modelId="{352DD984-397A-44F4-B326-0BDB3A147514}" srcId="{4291EDB0-7842-49E9-9E3C-B8A1E1D18882}" destId="{18866041-AEBD-46AA-A8CE-AC00BE1E2C25}" srcOrd="5" destOrd="0" parTransId="{9B6C2109-4643-43D7-A665-07A647B0B30C}" sibTransId="{EB0EE7A3-3731-4C78-A9A7-E5A64C5A27AE}"/>
    <dgm:cxn modelId="{63E2308C-36B1-4B07-9BD1-FE5476AB553E}" type="presOf" srcId="{B0893174-F580-4EF7-BA01-3E72908D5055}" destId="{B0BEA84F-53AC-4C27-814A-90D4E998DA68}" srcOrd="0" destOrd="0" presId="urn:microsoft.com/office/officeart/2011/layout/CircleProcess"/>
    <dgm:cxn modelId="{C1757199-0F81-4BD9-8D71-D86B286624E6}" type="presOf" srcId="{5F96F7DF-9F3E-4AA5-9C84-78F9B16DDFCD}" destId="{F411BB0E-4F4D-4F5A-9BE6-822BAA99E4E4}" srcOrd="0" destOrd="0" presId="urn:microsoft.com/office/officeart/2011/layout/CircleProcess"/>
    <dgm:cxn modelId="{16404B9C-CE25-40A6-A042-F1BAC34D2BE6}" type="presOf" srcId="{A01FADEA-4C67-4B06-94D8-E06E3571C830}" destId="{F5E29EBA-A285-485B-AFF3-7278539B472D}" srcOrd="1" destOrd="0" presId="urn:microsoft.com/office/officeart/2011/layout/CircleProcess"/>
    <dgm:cxn modelId="{A06DA4AD-DBB4-47C9-9842-D4826D8B2A63}" type="presOf" srcId="{C43AFFC6-1384-485E-A334-0EBCADE14FB4}" destId="{0584B7E2-B182-459B-96DB-D716B7B4A551}" srcOrd="1" destOrd="0" presId="urn:microsoft.com/office/officeart/2011/layout/CircleProcess"/>
    <dgm:cxn modelId="{378843B6-2278-4462-A9E7-138077B1053F}" type="presOf" srcId="{5F96F7DF-9F3E-4AA5-9C84-78F9B16DDFCD}" destId="{33247435-6E92-41BA-BFEB-889D0359F51F}" srcOrd="1" destOrd="0" presId="urn:microsoft.com/office/officeart/2011/layout/CircleProcess"/>
    <dgm:cxn modelId="{6A5387CC-763E-4979-98DC-4A9821D0735F}" type="presOf" srcId="{C43AFFC6-1384-485E-A334-0EBCADE14FB4}" destId="{AC9E43BE-A503-4637-8ED6-07317ECDE8FE}" srcOrd="0" destOrd="0" presId="urn:microsoft.com/office/officeart/2011/layout/CircleProcess"/>
    <dgm:cxn modelId="{18F352D2-F98B-4904-B666-4E3BC957A920}" srcId="{4291EDB0-7842-49E9-9E3C-B8A1E1D18882}" destId="{A01FADEA-4C67-4B06-94D8-E06E3571C830}" srcOrd="4" destOrd="0" parTransId="{B3D314F5-48FB-4483-AD71-6CBA767EF8A7}" sibTransId="{A317CC5B-D874-4FEA-8111-B25A0126A3E7}"/>
    <dgm:cxn modelId="{26D069DE-76EA-4B40-A46A-6946DF2EC36D}" srcId="{4291EDB0-7842-49E9-9E3C-B8A1E1D18882}" destId="{B0893174-F580-4EF7-BA01-3E72908D5055}" srcOrd="3" destOrd="0" parTransId="{9B650AA1-A14F-4D98-933C-601F6968197A}" sibTransId="{AA81594E-FCBC-474C-BAF3-7FA561EA63ED}"/>
    <dgm:cxn modelId="{6539DAF4-B4DB-48D2-AE9D-0471EEBA494E}" type="presOf" srcId="{540708A5-9347-47F5-894D-96BEBF762D38}" destId="{CB4E79EF-51D2-4566-8C34-0EB1C348256D}" srcOrd="0" destOrd="0" presId="urn:microsoft.com/office/officeart/2011/layout/CircleProcess"/>
    <dgm:cxn modelId="{BF430FFD-3481-4FBE-AD6C-F48BA91A8C8A}" type="presOf" srcId="{18866041-AEBD-46AA-A8CE-AC00BE1E2C25}" destId="{A8FA8D89-7B42-4842-AC59-E45E8DAF125A}" srcOrd="0" destOrd="0" presId="urn:microsoft.com/office/officeart/2011/layout/CircleProcess"/>
    <dgm:cxn modelId="{15166AFE-1A6D-4623-9F7D-B0A8D753367D}" type="presOf" srcId="{4291EDB0-7842-49E9-9E3C-B8A1E1D18882}" destId="{D81B03E9-19F1-48CB-B676-240AFDF33931}" srcOrd="0" destOrd="0" presId="urn:microsoft.com/office/officeart/2011/layout/CircleProcess"/>
    <dgm:cxn modelId="{52F7AB12-83E8-4BB0-B826-583588591094}" type="presParOf" srcId="{D81B03E9-19F1-48CB-B676-240AFDF33931}" destId="{EA920D08-9329-40B8-9177-AD9E01075C2C}" srcOrd="0" destOrd="0" presId="urn:microsoft.com/office/officeart/2011/layout/CircleProcess"/>
    <dgm:cxn modelId="{E9ED330A-757F-40C3-82D8-AE5FDB339F5C}" type="presParOf" srcId="{EA920D08-9329-40B8-9177-AD9E01075C2C}" destId="{6EDED2E9-FE93-4DFC-BDD0-630EBC4B231B}" srcOrd="0" destOrd="0" presId="urn:microsoft.com/office/officeart/2011/layout/CircleProcess"/>
    <dgm:cxn modelId="{7D23A5A5-E8AE-462C-B4D7-A925A085C37A}" type="presParOf" srcId="{D81B03E9-19F1-48CB-B676-240AFDF33931}" destId="{5AEE5B5D-0550-4CA9-AAC5-E666D6B0D24F}" srcOrd="1" destOrd="0" presId="urn:microsoft.com/office/officeart/2011/layout/CircleProcess"/>
    <dgm:cxn modelId="{2ACE5223-83A9-40DF-935D-A4ECA741A1CB}" type="presParOf" srcId="{5AEE5B5D-0550-4CA9-AAC5-E666D6B0D24F}" destId="{A8FA8D89-7B42-4842-AC59-E45E8DAF125A}" srcOrd="0" destOrd="0" presId="urn:microsoft.com/office/officeart/2011/layout/CircleProcess"/>
    <dgm:cxn modelId="{363AC95F-7EF7-47D5-9F0E-B895749EB1B6}" type="presParOf" srcId="{D81B03E9-19F1-48CB-B676-240AFDF33931}" destId="{1E72E42F-2216-413D-8ACD-EF2232066DEB}" srcOrd="2" destOrd="0" presId="urn:microsoft.com/office/officeart/2011/layout/CircleProcess"/>
    <dgm:cxn modelId="{412A2CF2-5C0E-4BD1-A155-C07798FEBF79}" type="presParOf" srcId="{D81B03E9-19F1-48CB-B676-240AFDF33931}" destId="{39ACF753-C20F-4AFC-9BB5-43DEF4E07049}" srcOrd="3" destOrd="0" presId="urn:microsoft.com/office/officeart/2011/layout/CircleProcess"/>
    <dgm:cxn modelId="{A59CA5DB-FE09-4D97-9088-DD973B346807}" type="presParOf" srcId="{39ACF753-C20F-4AFC-9BB5-43DEF4E07049}" destId="{4768CCDB-4CCB-4D86-864F-316DD4157B30}" srcOrd="0" destOrd="0" presId="urn:microsoft.com/office/officeart/2011/layout/CircleProcess"/>
    <dgm:cxn modelId="{4C43389E-7644-48D7-BAA0-1E935D99EC21}" type="presParOf" srcId="{D81B03E9-19F1-48CB-B676-240AFDF33931}" destId="{BCABE819-A43E-465C-AE68-BA47B928B0A8}" srcOrd="4" destOrd="0" presId="urn:microsoft.com/office/officeart/2011/layout/CircleProcess"/>
    <dgm:cxn modelId="{75F3438E-DAE4-4FCB-A63E-43FCA5C462C6}" type="presParOf" srcId="{BCABE819-A43E-465C-AE68-BA47B928B0A8}" destId="{DA10DE01-3A29-4A42-8E6C-E1D8EEA81B49}" srcOrd="0" destOrd="0" presId="urn:microsoft.com/office/officeart/2011/layout/CircleProcess"/>
    <dgm:cxn modelId="{53B7142E-CD06-4BA1-A0B7-CAAEF218A3BB}" type="presParOf" srcId="{D81B03E9-19F1-48CB-B676-240AFDF33931}" destId="{F5E29EBA-A285-485B-AFF3-7278539B472D}" srcOrd="5" destOrd="0" presId="urn:microsoft.com/office/officeart/2011/layout/CircleProcess"/>
    <dgm:cxn modelId="{F28114EC-3B86-42DA-880E-0E60144B6289}" type="presParOf" srcId="{D81B03E9-19F1-48CB-B676-240AFDF33931}" destId="{FDCF9323-05E6-4CA1-A870-004AC7A9E7C5}" srcOrd="6" destOrd="0" presId="urn:microsoft.com/office/officeart/2011/layout/CircleProcess"/>
    <dgm:cxn modelId="{4006EEF4-21C3-462D-86E9-264DE6F4E841}" type="presParOf" srcId="{FDCF9323-05E6-4CA1-A870-004AC7A9E7C5}" destId="{14726798-29E2-48DB-A31B-725FC971C3F4}" srcOrd="0" destOrd="0" presId="urn:microsoft.com/office/officeart/2011/layout/CircleProcess"/>
    <dgm:cxn modelId="{E1617601-1B4B-4330-B917-4867A6397719}" type="presParOf" srcId="{D81B03E9-19F1-48CB-B676-240AFDF33931}" destId="{A9D8E615-6742-4B89-A0A5-9675A16413FE}" srcOrd="7" destOrd="0" presId="urn:microsoft.com/office/officeart/2011/layout/CircleProcess"/>
    <dgm:cxn modelId="{2E01A74E-A115-4B98-9F49-61BA6A0A986B}" type="presParOf" srcId="{A9D8E615-6742-4B89-A0A5-9675A16413FE}" destId="{B0BEA84F-53AC-4C27-814A-90D4E998DA68}" srcOrd="0" destOrd="0" presId="urn:microsoft.com/office/officeart/2011/layout/CircleProcess"/>
    <dgm:cxn modelId="{93B63FC9-FF4E-4A9A-BF2F-E2D5D049A248}" type="presParOf" srcId="{D81B03E9-19F1-48CB-B676-240AFDF33931}" destId="{8E6563FA-CF02-450B-A211-8FCB1561FA95}" srcOrd="8" destOrd="0" presId="urn:microsoft.com/office/officeart/2011/layout/CircleProcess"/>
    <dgm:cxn modelId="{F9062ADA-2EED-4C70-B9EE-45B42CAAC4EB}" type="presParOf" srcId="{D81B03E9-19F1-48CB-B676-240AFDF33931}" destId="{B2F975E7-43BC-485E-99C2-4F48263D5975}" srcOrd="9" destOrd="0" presId="urn:microsoft.com/office/officeart/2011/layout/CircleProcess"/>
    <dgm:cxn modelId="{E9371F8B-C0F9-4105-89C5-09950ADA6023}" type="presParOf" srcId="{B2F975E7-43BC-485E-99C2-4F48263D5975}" destId="{0912F732-2D33-44FE-B74F-8016D537EB07}" srcOrd="0" destOrd="0" presId="urn:microsoft.com/office/officeart/2011/layout/CircleProcess"/>
    <dgm:cxn modelId="{51DA71AE-6B69-42B5-80A0-ACF625C8BD18}" type="presParOf" srcId="{D81B03E9-19F1-48CB-B676-240AFDF33931}" destId="{94EBDAEA-DC50-4492-82C7-22CDF13D3C80}" srcOrd="10" destOrd="0" presId="urn:microsoft.com/office/officeart/2011/layout/CircleProcess"/>
    <dgm:cxn modelId="{8057580E-52AF-4969-8489-39D160328B2A}" type="presParOf" srcId="{94EBDAEA-DC50-4492-82C7-22CDF13D3C80}" destId="{AC9E43BE-A503-4637-8ED6-07317ECDE8FE}" srcOrd="0" destOrd="0" presId="urn:microsoft.com/office/officeart/2011/layout/CircleProcess"/>
    <dgm:cxn modelId="{5D8FD193-66E8-480F-BF66-4E69C07DF76F}" type="presParOf" srcId="{D81B03E9-19F1-48CB-B676-240AFDF33931}" destId="{0584B7E2-B182-459B-96DB-D716B7B4A551}" srcOrd="11" destOrd="0" presId="urn:microsoft.com/office/officeart/2011/layout/CircleProcess"/>
    <dgm:cxn modelId="{2708E0BF-1640-4AD8-A6D3-A0B2E12E1B0D}" type="presParOf" srcId="{D81B03E9-19F1-48CB-B676-240AFDF33931}" destId="{A22A0409-E366-486E-B853-694065522DE2}" srcOrd="12" destOrd="0" presId="urn:microsoft.com/office/officeart/2011/layout/CircleProcess"/>
    <dgm:cxn modelId="{EF47F4D2-53B6-4DD5-A4A0-809D06B9EA4A}" type="presParOf" srcId="{A22A0409-E366-486E-B853-694065522DE2}" destId="{CDA8E12B-0B05-483A-9AFD-82BCAA2C8D00}" srcOrd="0" destOrd="0" presId="urn:microsoft.com/office/officeart/2011/layout/CircleProcess"/>
    <dgm:cxn modelId="{FEE21200-C3B5-477B-97C1-FE2D749AD7E5}" type="presParOf" srcId="{D81B03E9-19F1-48CB-B676-240AFDF33931}" destId="{90D2E238-47EE-4EB6-A67B-5784144CC257}" srcOrd="13" destOrd="0" presId="urn:microsoft.com/office/officeart/2011/layout/CircleProcess"/>
    <dgm:cxn modelId="{33A7F4C7-E5B5-4615-AD3A-54A640284ACB}" type="presParOf" srcId="{90D2E238-47EE-4EB6-A67B-5784144CC257}" destId="{F411BB0E-4F4D-4F5A-9BE6-822BAA99E4E4}" srcOrd="0" destOrd="0" presId="urn:microsoft.com/office/officeart/2011/layout/CircleProcess"/>
    <dgm:cxn modelId="{8744B7B1-B260-4657-8538-F26E6312775E}" type="presParOf" srcId="{D81B03E9-19F1-48CB-B676-240AFDF33931}" destId="{33247435-6E92-41BA-BFEB-889D0359F51F}" srcOrd="14" destOrd="0" presId="urn:microsoft.com/office/officeart/2011/layout/CircleProcess"/>
    <dgm:cxn modelId="{7EF2DBBE-8578-4FDC-A1DF-75FC416EDA3A}" type="presParOf" srcId="{D81B03E9-19F1-48CB-B676-240AFDF33931}" destId="{74D20C71-301B-4A34-9E82-938E4DB19E98}" srcOrd="15" destOrd="0" presId="urn:microsoft.com/office/officeart/2011/layout/CircleProcess"/>
    <dgm:cxn modelId="{2D765007-8499-4AFB-9B1B-5EAADB59196A}" type="presParOf" srcId="{74D20C71-301B-4A34-9E82-938E4DB19E98}" destId="{B6E9ED99-E2BD-4A34-BFB8-3341D0E33919}" srcOrd="0" destOrd="0" presId="urn:microsoft.com/office/officeart/2011/layout/CircleProcess"/>
    <dgm:cxn modelId="{27CB72D0-1A36-444B-B5D8-CE9B99AFB954}" type="presParOf" srcId="{D81B03E9-19F1-48CB-B676-240AFDF33931}" destId="{DA7F6C88-02A1-4333-B8EB-E10B5E1E921E}" srcOrd="16" destOrd="0" presId="urn:microsoft.com/office/officeart/2011/layout/CircleProcess"/>
    <dgm:cxn modelId="{248373A0-93E2-44FF-A815-4B94700D705F}" type="presParOf" srcId="{DA7F6C88-02A1-4333-B8EB-E10B5E1E921E}" destId="{CB4E79EF-51D2-4566-8C34-0EB1C348256D}" srcOrd="0" destOrd="0" presId="urn:microsoft.com/office/officeart/2011/layout/CircleProcess"/>
    <dgm:cxn modelId="{113A20AF-5AEA-473A-BEA7-AFF9E2CE3C22}" type="presParOf" srcId="{D81B03E9-19F1-48CB-B676-240AFDF33931}" destId="{A8CB1B23-651E-4D20-B33F-98129938F00C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4E7F193-28ED-4084-A5B1-34AE3047C159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02C27F3-305C-4AD3-BA21-0A8F38BC61E0}">
      <dgm:prSet/>
      <dgm:spPr/>
      <dgm:t>
        <a:bodyPr/>
        <a:lstStyle/>
        <a:p>
          <a:r>
            <a:rPr lang="en-US" dirty="0"/>
            <a:t>FACETS_XC is a </a:t>
          </a:r>
          <a:r>
            <a:rPr lang="en-US" u="sng" dirty="0"/>
            <a:t>staging</a:t>
          </a:r>
          <a:r>
            <a:rPr lang="en-US" dirty="0"/>
            <a:t> table on FAC1P</a:t>
          </a:r>
        </a:p>
      </dgm:t>
    </dgm:pt>
    <dgm:pt modelId="{556B3AD3-003E-4725-B81C-69815BE360C6}" type="parTrans" cxnId="{5EE2C276-4BF0-467A-A8B6-570EF7FFF43E}">
      <dgm:prSet/>
      <dgm:spPr/>
      <dgm:t>
        <a:bodyPr/>
        <a:lstStyle/>
        <a:p>
          <a:endParaRPr lang="en-US"/>
        </a:p>
      </dgm:t>
    </dgm:pt>
    <dgm:pt modelId="{62F9DD9E-DF36-4702-A55C-CAA0E7F4792A}" type="sibTrans" cxnId="{5EE2C276-4BF0-467A-A8B6-570EF7FFF43E}">
      <dgm:prSet/>
      <dgm:spPr/>
      <dgm:t>
        <a:bodyPr/>
        <a:lstStyle/>
        <a:p>
          <a:endParaRPr lang="en-US"/>
        </a:p>
      </dgm:t>
    </dgm:pt>
    <dgm:pt modelId="{158E2EFC-C265-4A25-A09C-E4191DA42F08}">
      <dgm:prSet/>
      <dgm:spPr/>
      <dgm:t>
        <a:bodyPr/>
        <a:lstStyle/>
        <a:p>
          <a:r>
            <a:rPr lang="en-US" dirty="0"/>
            <a:t>Claims are first filtered into FACETS_XC </a:t>
          </a:r>
        </a:p>
      </dgm:t>
    </dgm:pt>
    <dgm:pt modelId="{742CB8FA-24E2-4EBC-87A8-4BAF31F06B9C}" type="parTrans" cxnId="{2320C9E4-60C5-4CA6-B89B-E5775E13421D}">
      <dgm:prSet/>
      <dgm:spPr/>
      <dgm:t>
        <a:bodyPr/>
        <a:lstStyle/>
        <a:p>
          <a:endParaRPr lang="en-US"/>
        </a:p>
      </dgm:t>
    </dgm:pt>
    <dgm:pt modelId="{41F9755C-1D24-422A-BF81-8F089EF26C35}" type="sibTrans" cxnId="{2320C9E4-60C5-4CA6-B89B-E5775E13421D}">
      <dgm:prSet/>
      <dgm:spPr/>
      <dgm:t>
        <a:bodyPr/>
        <a:lstStyle/>
        <a:p>
          <a:endParaRPr lang="en-US"/>
        </a:p>
      </dgm:t>
    </dgm:pt>
    <dgm:pt modelId="{C73E9AD8-C31A-4591-A020-EC4FF9D01739}">
      <dgm:prSet/>
      <dgm:spPr/>
      <dgm:t>
        <a:bodyPr/>
        <a:lstStyle/>
        <a:p>
          <a:r>
            <a:rPr lang="en-US" dirty="0"/>
            <a:t>From FACETS_XC, they go through another filter to remove any mistakes/duplicate claims before being loaded to GBD Facets </a:t>
          </a:r>
        </a:p>
      </dgm:t>
    </dgm:pt>
    <dgm:pt modelId="{E38F9F31-DFC5-4414-83D6-1119902FCDF4}" type="parTrans" cxnId="{7C160899-E31E-4CB6-A11C-D140DE079F23}">
      <dgm:prSet/>
      <dgm:spPr/>
      <dgm:t>
        <a:bodyPr/>
        <a:lstStyle/>
        <a:p>
          <a:endParaRPr lang="en-US"/>
        </a:p>
      </dgm:t>
    </dgm:pt>
    <dgm:pt modelId="{328C5B10-3947-4225-9E69-1D44308E8502}" type="sibTrans" cxnId="{7C160899-E31E-4CB6-A11C-D140DE079F23}">
      <dgm:prSet/>
      <dgm:spPr/>
      <dgm:t>
        <a:bodyPr/>
        <a:lstStyle/>
        <a:p>
          <a:endParaRPr lang="en-US"/>
        </a:p>
      </dgm:t>
    </dgm:pt>
    <dgm:pt modelId="{3540193C-7C49-46D3-B571-2915B97C12FD}">
      <dgm:prSet/>
      <dgm:spPr/>
      <dgm:t>
        <a:bodyPr/>
        <a:lstStyle/>
        <a:p>
          <a:r>
            <a:rPr lang="en-US" dirty="0"/>
            <a:t>Claims can be edited by multiple teams if there are any issues while in XC</a:t>
          </a:r>
        </a:p>
      </dgm:t>
    </dgm:pt>
    <dgm:pt modelId="{52E7731A-984C-498A-B512-09E0373DABBF}" type="parTrans" cxnId="{E8DD704F-B13F-4239-9E59-F267D4905E47}">
      <dgm:prSet/>
      <dgm:spPr/>
      <dgm:t>
        <a:bodyPr/>
        <a:lstStyle/>
        <a:p>
          <a:endParaRPr lang="en-US"/>
        </a:p>
      </dgm:t>
    </dgm:pt>
    <dgm:pt modelId="{684B8244-A8E8-48B7-89F1-0E3C27176C08}" type="sibTrans" cxnId="{E8DD704F-B13F-4239-9E59-F267D4905E47}">
      <dgm:prSet/>
      <dgm:spPr/>
      <dgm:t>
        <a:bodyPr/>
        <a:lstStyle/>
        <a:p>
          <a:endParaRPr lang="en-US"/>
        </a:p>
      </dgm:t>
    </dgm:pt>
    <dgm:pt modelId="{50EA087B-E4D5-48F7-A8BF-4306B2805E47}">
      <dgm:prSet/>
      <dgm:spPr/>
      <dgm:t>
        <a:bodyPr/>
        <a:lstStyle/>
        <a:p>
          <a:r>
            <a:rPr lang="en-US"/>
            <a:t>GBD FACETS is a production database on FAC1P</a:t>
          </a:r>
        </a:p>
      </dgm:t>
    </dgm:pt>
    <dgm:pt modelId="{FD03F21E-7803-471C-B7AF-6AB33989F719}" type="parTrans" cxnId="{0DC54E1A-FAB5-4049-95F7-C8E0344D7EA5}">
      <dgm:prSet/>
      <dgm:spPr/>
      <dgm:t>
        <a:bodyPr/>
        <a:lstStyle/>
        <a:p>
          <a:endParaRPr lang="en-US"/>
        </a:p>
      </dgm:t>
    </dgm:pt>
    <dgm:pt modelId="{A85C413F-77BE-4B55-AA6F-9B82CB9997AF}" type="sibTrans" cxnId="{0DC54E1A-FAB5-4049-95F7-C8E0344D7EA5}">
      <dgm:prSet/>
      <dgm:spPr/>
      <dgm:t>
        <a:bodyPr/>
        <a:lstStyle/>
        <a:p>
          <a:endParaRPr lang="en-US"/>
        </a:p>
      </dgm:t>
    </dgm:pt>
    <dgm:pt modelId="{402C0FE8-B45C-43EF-83E1-E1D224222095}">
      <dgm:prSet/>
      <dgm:spPr/>
      <dgm:t>
        <a:bodyPr/>
        <a:lstStyle/>
        <a:p>
          <a:r>
            <a:rPr lang="en-US" dirty="0"/>
            <a:t>Claims go </a:t>
          </a:r>
          <a:r>
            <a:rPr lang="en-US" b="1" dirty="0"/>
            <a:t>from</a:t>
          </a:r>
          <a:r>
            <a:rPr lang="en-US" dirty="0"/>
            <a:t> FACETS_XC </a:t>
          </a:r>
          <a:r>
            <a:rPr lang="en-US" b="1" dirty="0"/>
            <a:t>into</a:t>
          </a:r>
          <a:r>
            <a:rPr lang="en-US" dirty="0"/>
            <a:t> GBD FACETS through the CLMU loads</a:t>
          </a:r>
        </a:p>
      </dgm:t>
    </dgm:pt>
    <dgm:pt modelId="{66B4BF9B-D2D7-406C-90EE-B3115971BD3A}" type="parTrans" cxnId="{9BEE6C22-87A1-4E1C-BAC6-D3F31DA3E793}">
      <dgm:prSet/>
      <dgm:spPr/>
      <dgm:t>
        <a:bodyPr/>
        <a:lstStyle/>
        <a:p>
          <a:endParaRPr lang="en-US"/>
        </a:p>
      </dgm:t>
    </dgm:pt>
    <dgm:pt modelId="{80E14F6A-59F3-40C4-BC6E-57F197CFD52D}" type="sibTrans" cxnId="{9BEE6C22-87A1-4E1C-BAC6-D3F31DA3E793}">
      <dgm:prSet/>
      <dgm:spPr/>
      <dgm:t>
        <a:bodyPr/>
        <a:lstStyle/>
        <a:p>
          <a:endParaRPr lang="en-US"/>
        </a:p>
      </dgm:t>
    </dgm:pt>
    <dgm:pt modelId="{D2CBA9E9-10DD-4A4A-92C5-A320C8C73D44}">
      <dgm:prSet/>
      <dgm:spPr/>
      <dgm:t>
        <a:bodyPr/>
        <a:lstStyle/>
        <a:p>
          <a:r>
            <a:rPr lang="en-US" dirty="0"/>
            <a:t>Once in GBD FACETS, the claims are used by all other teams that need them</a:t>
          </a:r>
        </a:p>
      </dgm:t>
    </dgm:pt>
    <dgm:pt modelId="{ADA8BBE5-D408-45AB-9C6D-FC893A028F59}" type="parTrans" cxnId="{6FB94747-D26E-4280-A16A-CE4F3CD69300}">
      <dgm:prSet/>
      <dgm:spPr/>
      <dgm:t>
        <a:bodyPr/>
        <a:lstStyle/>
        <a:p>
          <a:endParaRPr lang="en-US"/>
        </a:p>
      </dgm:t>
    </dgm:pt>
    <dgm:pt modelId="{7D4B8568-A18E-4154-810B-6533539AA8B5}" type="sibTrans" cxnId="{6FB94747-D26E-4280-A16A-CE4F3CD69300}">
      <dgm:prSet/>
      <dgm:spPr/>
      <dgm:t>
        <a:bodyPr/>
        <a:lstStyle/>
        <a:p>
          <a:endParaRPr lang="en-US"/>
        </a:p>
      </dgm:t>
    </dgm:pt>
    <dgm:pt modelId="{E0E88A29-0E02-4E83-A635-7B865148C3F6}">
      <dgm:prSet/>
      <dgm:spPr/>
      <dgm:t>
        <a:bodyPr/>
        <a:lstStyle/>
        <a:p>
          <a:r>
            <a:rPr lang="en-US" dirty="0"/>
            <a:t>Claims can only be edited by FACETS team once loaded into GBD FACETS</a:t>
          </a:r>
        </a:p>
      </dgm:t>
    </dgm:pt>
    <dgm:pt modelId="{E143C106-9181-4843-A58E-304E61ABDF68}" type="parTrans" cxnId="{F7E46612-262C-45B2-8D14-88F2F17D3CF1}">
      <dgm:prSet/>
      <dgm:spPr/>
      <dgm:t>
        <a:bodyPr/>
        <a:lstStyle/>
        <a:p>
          <a:endParaRPr lang="en-US"/>
        </a:p>
      </dgm:t>
    </dgm:pt>
    <dgm:pt modelId="{61BEBE8C-F06A-4275-9345-F348864BF566}" type="sibTrans" cxnId="{F7E46612-262C-45B2-8D14-88F2F17D3CF1}">
      <dgm:prSet/>
      <dgm:spPr/>
      <dgm:t>
        <a:bodyPr/>
        <a:lstStyle/>
        <a:p>
          <a:endParaRPr lang="en-US"/>
        </a:p>
      </dgm:t>
    </dgm:pt>
    <dgm:pt modelId="{E6B6AA93-F727-4712-8DE1-3744B528EC61}">
      <dgm:prSet/>
      <dgm:spPr/>
      <dgm:t>
        <a:bodyPr/>
        <a:lstStyle/>
        <a:p>
          <a:r>
            <a:rPr lang="en-US" dirty="0"/>
            <a:t>GBD FACETS is where we typically pick up the claims for the ODW Nightly Load and EIDS/Edifecs</a:t>
          </a:r>
        </a:p>
      </dgm:t>
    </dgm:pt>
    <dgm:pt modelId="{2CB5DFE5-1181-4E1A-A748-365C7430D6EF}" type="parTrans" cxnId="{95D88EC2-831D-46EB-A661-61E13EACD965}">
      <dgm:prSet/>
      <dgm:spPr/>
      <dgm:t>
        <a:bodyPr/>
        <a:lstStyle/>
        <a:p>
          <a:endParaRPr lang="en-US"/>
        </a:p>
      </dgm:t>
    </dgm:pt>
    <dgm:pt modelId="{60A49D07-5674-41C3-89A5-1A6010A05008}" type="sibTrans" cxnId="{95D88EC2-831D-46EB-A661-61E13EACD965}">
      <dgm:prSet/>
      <dgm:spPr/>
      <dgm:t>
        <a:bodyPr/>
        <a:lstStyle/>
        <a:p>
          <a:endParaRPr lang="en-US"/>
        </a:p>
      </dgm:t>
    </dgm:pt>
    <dgm:pt modelId="{8AE4B86C-CEBA-45DE-A0B3-3052DDF7BC74}">
      <dgm:prSet/>
      <dgm:spPr/>
      <dgm:t>
        <a:bodyPr/>
        <a:lstStyle/>
        <a:p>
          <a:r>
            <a:rPr lang="en-US" dirty="0"/>
            <a:t>Our FAC and AGP sessions in the ODW come from this</a:t>
          </a:r>
        </a:p>
      </dgm:t>
    </dgm:pt>
    <dgm:pt modelId="{202B02EA-CAEE-460E-B407-E1C0E9B6F5DD}" type="parTrans" cxnId="{0505E7CA-6B6B-4873-8DAE-E641F924B6AC}">
      <dgm:prSet/>
      <dgm:spPr/>
      <dgm:t>
        <a:bodyPr/>
        <a:lstStyle/>
        <a:p>
          <a:endParaRPr lang="en-US"/>
        </a:p>
      </dgm:t>
    </dgm:pt>
    <dgm:pt modelId="{E04863FB-2EDA-475C-A415-03C7306AEFE9}" type="sibTrans" cxnId="{0505E7CA-6B6B-4873-8DAE-E641F924B6AC}">
      <dgm:prSet/>
      <dgm:spPr/>
      <dgm:t>
        <a:bodyPr/>
        <a:lstStyle/>
        <a:p>
          <a:endParaRPr lang="en-US"/>
        </a:p>
      </dgm:t>
    </dgm:pt>
    <dgm:pt modelId="{914405FF-E089-4137-87BF-BE9751FA6CFD}" type="pres">
      <dgm:prSet presAssocID="{B4E7F193-28ED-4084-A5B1-34AE3047C159}" presName="Name0" presStyleCnt="0">
        <dgm:presLayoutVars>
          <dgm:dir/>
          <dgm:animLvl val="lvl"/>
          <dgm:resizeHandles val="exact"/>
        </dgm:presLayoutVars>
      </dgm:prSet>
      <dgm:spPr/>
    </dgm:pt>
    <dgm:pt modelId="{EBFFCE9F-9706-4FC4-8FD0-D94ACF5767D6}" type="pres">
      <dgm:prSet presAssocID="{702C27F3-305C-4AD3-BA21-0A8F38BC61E0}" presName="linNode" presStyleCnt="0"/>
      <dgm:spPr/>
    </dgm:pt>
    <dgm:pt modelId="{3CB8D3D0-AF2B-47A3-BC8B-3E3C0BD702FF}" type="pres">
      <dgm:prSet presAssocID="{702C27F3-305C-4AD3-BA21-0A8F38BC61E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65BB197-000E-4117-A363-BA75000B1B40}" type="pres">
      <dgm:prSet presAssocID="{702C27F3-305C-4AD3-BA21-0A8F38BC61E0}" presName="descendantText" presStyleLbl="alignAccFollowNode1" presStyleIdx="0" presStyleCnt="3">
        <dgm:presLayoutVars>
          <dgm:bulletEnabled val="1"/>
        </dgm:presLayoutVars>
      </dgm:prSet>
      <dgm:spPr/>
    </dgm:pt>
    <dgm:pt modelId="{89E62C05-8DB6-47CC-9001-41850C226C27}" type="pres">
      <dgm:prSet presAssocID="{62F9DD9E-DF36-4702-A55C-CAA0E7F4792A}" presName="sp" presStyleCnt="0"/>
      <dgm:spPr/>
    </dgm:pt>
    <dgm:pt modelId="{E2634132-C84D-4462-9314-B95876404E9B}" type="pres">
      <dgm:prSet presAssocID="{50EA087B-E4D5-48F7-A8BF-4306B2805E47}" presName="linNode" presStyleCnt="0"/>
      <dgm:spPr/>
    </dgm:pt>
    <dgm:pt modelId="{E98DA128-D461-41D9-886D-285545A0B7A0}" type="pres">
      <dgm:prSet presAssocID="{50EA087B-E4D5-48F7-A8BF-4306B2805E47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6B27EE3-BB48-4DA0-8E6D-CF8814F076BE}" type="pres">
      <dgm:prSet presAssocID="{50EA087B-E4D5-48F7-A8BF-4306B2805E47}" presName="descendantText" presStyleLbl="alignAccFollowNode1" presStyleIdx="1" presStyleCnt="3">
        <dgm:presLayoutVars>
          <dgm:bulletEnabled val="1"/>
        </dgm:presLayoutVars>
      </dgm:prSet>
      <dgm:spPr/>
    </dgm:pt>
    <dgm:pt modelId="{ACC06593-4078-4BF7-9BCB-A5F52A4B9842}" type="pres">
      <dgm:prSet presAssocID="{A85C413F-77BE-4B55-AA6F-9B82CB9997AF}" presName="sp" presStyleCnt="0"/>
      <dgm:spPr/>
    </dgm:pt>
    <dgm:pt modelId="{32101FEA-6949-4624-9796-2908C38FB624}" type="pres">
      <dgm:prSet presAssocID="{E6B6AA93-F727-4712-8DE1-3744B528EC61}" presName="linNode" presStyleCnt="0"/>
      <dgm:spPr/>
    </dgm:pt>
    <dgm:pt modelId="{80678134-AC41-4998-A389-AFFF31FA5414}" type="pres">
      <dgm:prSet presAssocID="{E6B6AA93-F727-4712-8DE1-3744B528EC61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20189728-598C-4B79-9D51-80AC6CC5BF8D}" type="pres">
      <dgm:prSet presAssocID="{E6B6AA93-F727-4712-8DE1-3744B528EC6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95656400-D240-4FC2-A874-84256AEC2EC6}" type="presOf" srcId="{3540193C-7C49-46D3-B571-2915B97C12FD}" destId="{E65BB197-000E-4117-A363-BA75000B1B40}" srcOrd="0" destOrd="2" presId="urn:microsoft.com/office/officeart/2005/8/layout/vList5"/>
    <dgm:cxn modelId="{F7E46612-262C-45B2-8D14-88F2F17D3CF1}" srcId="{50EA087B-E4D5-48F7-A8BF-4306B2805E47}" destId="{E0E88A29-0E02-4E83-A635-7B865148C3F6}" srcOrd="2" destOrd="0" parTransId="{E143C106-9181-4843-A58E-304E61ABDF68}" sibTransId="{61BEBE8C-F06A-4275-9345-F348864BF566}"/>
    <dgm:cxn modelId="{88AFD112-97D4-4ACE-BF81-4786C50598E6}" type="presOf" srcId="{50EA087B-E4D5-48F7-A8BF-4306B2805E47}" destId="{E98DA128-D461-41D9-886D-285545A0B7A0}" srcOrd="0" destOrd="0" presId="urn:microsoft.com/office/officeart/2005/8/layout/vList5"/>
    <dgm:cxn modelId="{0DC54E1A-FAB5-4049-95F7-C8E0344D7EA5}" srcId="{B4E7F193-28ED-4084-A5B1-34AE3047C159}" destId="{50EA087B-E4D5-48F7-A8BF-4306B2805E47}" srcOrd="1" destOrd="0" parTransId="{FD03F21E-7803-471C-B7AF-6AB33989F719}" sibTransId="{A85C413F-77BE-4B55-AA6F-9B82CB9997AF}"/>
    <dgm:cxn modelId="{9BEE6C22-87A1-4E1C-BAC6-D3F31DA3E793}" srcId="{50EA087B-E4D5-48F7-A8BF-4306B2805E47}" destId="{402C0FE8-B45C-43EF-83E1-E1D224222095}" srcOrd="0" destOrd="0" parTransId="{66B4BF9B-D2D7-406C-90EE-B3115971BD3A}" sibTransId="{80E14F6A-59F3-40C4-BC6E-57F197CFD52D}"/>
    <dgm:cxn modelId="{B416013F-8573-4E45-910B-9678CE4378E0}" type="presOf" srcId="{D2CBA9E9-10DD-4A4A-92C5-A320C8C73D44}" destId="{26B27EE3-BB48-4DA0-8E6D-CF8814F076BE}" srcOrd="0" destOrd="1" presId="urn:microsoft.com/office/officeart/2005/8/layout/vList5"/>
    <dgm:cxn modelId="{6F21CC65-D841-4E66-8D11-45E1FD134AED}" type="presOf" srcId="{C73E9AD8-C31A-4591-A020-EC4FF9D01739}" destId="{E65BB197-000E-4117-A363-BA75000B1B40}" srcOrd="0" destOrd="1" presId="urn:microsoft.com/office/officeart/2005/8/layout/vList5"/>
    <dgm:cxn modelId="{6FB94747-D26E-4280-A16A-CE4F3CD69300}" srcId="{50EA087B-E4D5-48F7-A8BF-4306B2805E47}" destId="{D2CBA9E9-10DD-4A4A-92C5-A320C8C73D44}" srcOrd="1" destOrd="0" parTransId="{ADA8BBE5-D408-45AB-9C6D-FC893A028F59}" sibTransId="{7D4B8568-A18E-4154-810B-6533539AA8B5}"/>
    <dgm:cxn modelId="{2D7C4369-0909-474C-8678-9F77F0E89EF0}" type="presOf" srcId="{B4E7F193-28ED-4084-A5B1-34AE3047C159}" destId="{914405FF-E089-4137-87BF-BE9751FA6CFD}" srcOrd="0" destOrd="0" presId="urn:microsoft.com/office/officeart/2005/8/layout/vList5"/>
    <dgm:cxn modelId="{E8DD704F-B13F-4239-9E59-F267D4905E47}" srcId="{702C27F3-305C-4AD3-BA21-0A8F38BC61E0}" destId="{3540193C-7C49-46D3-B571-2915B97C12FD}" srcOrd="2" destOrd="0" parTransId="{52E7731A-984C-498A-B512-09E0373DABBF}" sibTransId="{684B8244-A8E8-48B7-89F1-0E3C27176C08}"/>
    <dgm:cxn modelId="{C5669F72-288B-4378-B815-020C239184D1}" type="presOf" srcId="{158E2EFC-C265-4A25-A09C-E4191DA42F08}" destId="{E65BB197-000E-4117-A363-BA75000B1B40}" srcOrd="0" destOrd="0" presId="urn:microsoft.com/office/officeart/2005/8/layout/vList5"/>
    <dgm:cxn modelId="{5EE2C276-4BF0-467A-A8B6-570EF7FFF43E}" srcId="{B4E7F193-28ED-4084-A5B1-34AE3047C159}" destId="{702C27F3-305C-4AD3-BA21-0A8F38BC61E0}" srcOrd="0" destOrd="0" parTransId="{556B3AD3-003E-4725-B81C-69815BE360C6}" sibTransId="{62F9DD9E-DF36-4702-A55C-CAA0E7F4792A}"/>
    <dgm:cxn modelId="{86688F95-832D-4CD3-91BA-C5D4DE00A166}" type="presOf" srcId="{402C0FE8-B45C-43EF-83E1-E1D224222095}" destId="{26B27EE3-BB48-4DA0-8E6D-CF8814F076BE}" srcOrd="0" destOrd="0" presId="urn:microsoft.com/office/officeart/2005/8/layout/vList5"/>
    <dgm:cxn modelId="{7C160899-E31E-4CB6-A11C-D140DE079F23}" srcId="{702C27F3-305C-4AD3-BA21-0A8F38BC61E0}" destId="{C73E9AD8-C31A-4591-A020-EC4FF9D01739}" srcOrd="1" destOrd="0" parTransId="{E38F9F31-DFC5-4414-83D6-1119902FCDF4}" sibTransId="{328C5B10-3947-4225-9E69-1D44308E8502}"/>
    <dgm:cxn modelId="{95D88EC2-831D-46EB-A661-61E13EACD965}" srcId="{B4E7F193-28ED-4084-A5B1-34AE3047C159}" destId="{E6B6AA93-F727-4712-8DE1-3744B528EC61}" srcOrd="2" destOrd="0" parTransId="{2CB5DFE5-1181-4E1A-A748-365C7430D6EF}" sibTransId="{60A49D07-5674-41C3-89A5-1A6010A05008}"/>
    <dgm:cxn modelId="{0505E7CA-6B6B-4873-8DAE-E641F924B6AC}" srcId="{E6B6AA93-F727-4712-8DE1-3744B528EC61}" destId="{8AE4B86C-CEBA-45DE-A0B3-3052DDF7BC74}" srcOrd="0" destOrd="0" parTransId="{202B02EA-CAEE-460E-B407-E1C0E9B6F5DD}" sibTransId="{E04863FB-2EDA-475C-A415-03C7306AEFE9}"/>
    <dgm:cxn modelId="{BA8317CD-8DA0-42BD-92D3-CA5DD48BAD03}" type="presOf" srcId="{E6B6AA93-F727-4712-8DE1-3744B528EC61}" destId="{80678134-AC41-4998-A389-AFFF31FA5414}" srcOrd="0" destOrd="0" presId="urn:microsoft.com/office/officeart/2005/8/layout/vList5"/>
    <dgm:cxn modelId="{38F9C9D6-EA26-44B9-A4C3-51DD92AE3E73}" type="presOf" srcId="{E0E88A29-0E02-4E83-A635-7B865148C3F6}" destId="{26B27EE3-BB48-4DA0-8E6D-CF8814F076BE}" srcOrd="0" destOrd="2" presId="urn:microsoft.com/office/officeart/2005/8/layout/vList5"/>
    <dgm:cxn modelId="{2320C9E4-60C5-4CA6-B89B-E5775E13421D}" srcId="{702C27F3-305C-4AD3-BA21-0A8F38BC61E0}" destId="{158E2EFC-C265-4A25-A09C-E4191DA42F08}" srcOrd="0" destOrd="0" parTransId="{742CB8FA-24E2-4EBC-87A8-4BAF31F06B9C}" sibTransId="{41F9755C-1D24-422A-BF81-8F089EF26C35}"/>
    <dgm:cxn modelId="{88A612F4-9811-4282-BD54-34AD859549D6}" type="presOf" srcId="{8AE4B86C-CEBA-45DE-A0B3-3052DDF7BC74}" destId="{20189728-598C-4B79-9D51-80AC6CC5BF8D}" srcOrd="0" destOrd="0" presId="urn:microsoft.com/office/officeart/2005/8/layout/vList5"/>
    <dgm:cxn modelId="{09AF4CF6-EF6A-4048-A31F-BEB36B821EDE}" type="presOf" srcId="{702C27F3-305C-4AD3-BA21-0A8F38BC61E0}" destId="{3CB8D3D0-AF2B-47A3-BC8B-3E3C0BD702FF}" srcOrd="0" destOrd="0" presId="urn:microsoft.com/office/officeart/2005/8/layout/vList5"/>
    <dgm:cxn modelId="{11EFEC4B-6B7C-44A6-8C64-EFB2AAC6890B}" type="presParOf" srcId="{914405FF-E089-4137-87BF-BE9751FA6CFD}" destId="{EBFFCE9F-9706-4FC4-8FD0-D94ACF5767D6}" srcOrd="0" destOrd="0" presId="urn:microsoft.com/office/officeart/2005/8/layout/vList5"/>
    <dgm:cxn modelId="{D5BE215E-748F-4EE3-99FD-D22089C9EA8B}" type="presParOf" srcId="{EBFFCE9F-9706-4FC4-8FD0-D94ACF5767D6}" destId="{3CB8D3D0-AF2B-47A3-BC8B-3E3C0BD702FF}" srcOrd="0" destOrd="0" presId="urn:microsoft.com/office/officeart/2005/8/layout/vList5"/>
    <dgm:cxn modelId="{9E7BB780-7682-42B1-A790-305A40A12966}" type="presParOf" srcId="{EBFFCE9F-9706-4FC4-8FD0-D94ACF5767D6}" destId="{E65BB197-000E-4117-A363-BA75000B1B40}" srcOrd="1" destOrd="0" presId="urn:microsoft.com/office/officeart/2005/8/layout/vList5"/>
    <dgm:cxn modelId="{4B44D05C-B5A9-4846-BDFE-5EF70C3FB77E}" type="presParOf" srcId="{914405FF-E089-4137-87BF-BE9751FA6CFD}" destId="{89E62C05-8DB6-47CC-9001-41850C226C27}" srcOrd="1" destOrd="0" presId="urn:microsoft.com/office/officeart/2005/8/layout/vList5"/>
    <dgm:cxn modelId="{2548A223-AF27-4584-8466-5BA59F0DEEC7}" type="presParOf" srcId="{914405FF-E089-4137-87BF-BE9751FA6CFD}" destId="{E2634132-C84D-4462-9314-B95876404E9B}" srcOrd="2" destOrd="0" presId="urn:microsoft.com/office/officeart/2005/8/layout/vList5"/>
    <dgm:cxn modelId="{2BC1E5B1-2456-4259-B6BD-745802DBDB81}" type="presParOf" srcId="{E2634132-C84D-4462-9314-B95876404E9B}" destId="{E98DA128-D461-41D9-886D-285545A0B7A0}" srcOrd="0" destOrd="0" presId="urn:microsoft.com/office/officeart/2005/8/layout/vList5"/>
    <dgm:cxn modelId="{220EC022-6C90-4EFD-980D-3EBAA140EC9E}" type="presParOf" srcId="{E2634132-C84D-4462-9314-B95876404E9B}" destId="{26B27EE3-BB48-4DA0-8E6D-CF8814F076BE}" srcOrd="1" destOrd="0" presId="urn:microsoft.com/office/officeart/2005/8/layout/vList5"/>
    <dgm:cxn modelId="{EE71FA33-6064-4442-95F3-6C3916D0B20F}" type="presParOf" srcId="{914405FF-E089-4137-87BF-BE9751FA6CFD}" destId="{ACC06593-4078-4BF7-9BCB-A5F52A4B9842}" srcOrd="3" destOrd="0" presId="urn:microsoft.com/office/officeart/2005/8/layout/vList5"/>
    <dgm:cxn modelId="{960FF409-F97A-414C-B389-E8B44A20AD45}" type="presParOf" srcId="{914405FF-E089-4137-87BF-BE9751FA6CFD}" destId="{32101FEA-6949-4624-9796-2908C38FB624}" srcOrd="4" destOrd="0" presId="urn:microsoft.com/office/officeart/2005/8/layout/vList5"/>
    <dgm:cxn modelId="{4737A979-C30C-4849-A055-1A6886146FB1}" type="presParOf" srcId="{32101FEA-6949-4624-9796-2908C38FB624}" destId="{80678134-AC41-4998-A389-AFFF31FA5414}" srcOrd="0" destOrd="0" presId="urn:microsoft.com/office/officeart/2005/8/layout/vList5"/>
    <dgm:cxn modelId="{BA67E80D-A33F-40B1-8EFB-D06D86CC37D5}" type="presParOf" srcId="{32101FEA-6949-4624-9796-2908C38FB624}" destId="{20189728-598C-4B79-9D51-80AC6CC5BF8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B58EC09-CE9F-41E1-9263-5E4E0C286FFF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A54FEDE-FB5C-4655-8D58-417DC112F49D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Clearinghouses and 3</a:t>
          </a:r>
          <a:r>
            <a:rPr lang="en-US" baseline="30000" dirty="0"/>
            <a:t>rd</a:t>
          </a:r>
          <a:r>
            <a:rPr lang="en-US" dirty="0"/>
            <a:t> party Vendors/Partners send 837 files containing claims to SFTP</a:t>
          </a:r>
        </a:p>
      </dgm:t>
    </dgm:pt>
    <dgm:pt modelId="{165E7B9C-8BF6-4C2E-B0EB-D1FB37A84CE5}" type="parTrans" cxnId="{86AE1241-B166-4490-974D-D99F987B8ABA}">
      <dgm:prSet/>
      <dgm:spPr/>
      <dgm:t>
        <a:bodyPr/>
        <a:lstStyle/>
        <a:p>
          <a:endParaRPr lang="en-US"/>
        </a:p>
      </dgm:t>
    </dgm:pt>
    <dgm:pt modelId="{BAAB2545-0D20-4402-8B63-5490EA19434C}" type="sibTrans" cxnId="{86AE1241-B166-4490-974D-D99F987B8ABA}">
      <dgm:prSet/>
      <dgm:spPr>
        <a:solidFill>
          <a:schemeClr val="accent3"/>
        </a:solidFill>
      </dgm:spPr>
      <dgm:t>
        <a:bodyPr/>
        <a:lstStyle/>
        <a:p>
          <a:endParaRPr lang="en-US"/>
        </a:p>
      </dgm:t>
    </dgm:pt>
    <dgm:pt modelId="{FBE1186B-E208-4606-83A6-EB186CD6FCA3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Axway picks those files up and delivers them to their respective Production Location</a:t>
          </a:r>
        </a:p>
      </dgm:t>
    </dgm:pt>
    <dgm:pt modelId="{D5343EED-8B6A-40BC-AF36-302F2966F2B2}" type="parTrans" cxnId="{F2BACC31-A17A-432F-AA86-641E20BD286F}">
      <dgm:prSet/>
      <dgm:spPr/>
      <dgm:t>
        <a:bodyPr/>
        <a:lstStyle/>
        <a:p>
          <a:endParaRPr lang="en-US"/>
        </a:p>
      </dgm:t>
    </dgm:pt>
    <dgm:pt modelId="{ABEA5413-0125-4870-8C39-31E82346803D}" type="sibTrans" cxnId="{F2BACC31-A17A-432F-AA86-641E20BD286F}">
      <dgm:prSet/>
      <dgm:spPr/>
      <dgm:t>
        <a:bodyPr/>
        <a:lstStyle/>
        <a:p>
          <a:endParaRPr lang="en-US"/>
        </a:p>
      </dgm:t>
    </dgm:pt>
    <dgm:pt modelId="{8E405DFE-E51F-40EC-9D9B-C592B2D34B34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837 files go through OTVM</a:t>
          </a:r>
        </a:p>
      </dgm:t>
    </dgm:pt>
    <dgm:pt modelId="{73DB5A2A-50CC-42E0-9B1A-55A1EA8E4160}" type="parTrans" cxnId="{9AE2409F-CDB2-438C-A067-62C4BCF16434}">
      <dgm:prSet/>
      <dgm:spPr/>
      <dgm:t>
        <a:bodyPr/>
        <a:lstStyle/>
        <a:p>
          <a:endParaRPr lang="en-US"/>
        </a:p>
      </dgm:t>
    </dgm:pt>
    <dgm:pt modelId="{06BD209F-27CD-4338-820D-9EBBF351246A}" type="sibTrans" cxnId="{9AE2409F-CDB2-438C-A067-62C4BCF16434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/>
        </a:solidFill>
        <a:ln>
          <a:noFill/>
        </a:ln>
      </dgm:spPr>
      <dgm:t>
        <a:bodyPr/>
        <a:lstStyle/>
        <a:p>
          <a:endParaRPr lang="en-US"/>
        </a:p>
      </dgm:t>
    </dgm:pt>
    <dgm:pt modelId="{E7AB9F90-7A2F-4300-AA80-3543F70AE372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/>
        </a:solidFill>
        <a:ln>
          <a:noFill/>
        </a:ln>
      </dgm:spPr>
      <dgm:t>
        <a:bodyPr/>
        <a:lstStyle/>
        <a:p>
          <a:r>
            <a:rPr lang="en-US" dirty="0"/>
            <a:t>Accepted files (HIPAA Compliant) files are staged for PEGA CIRT process</a:t>
          </a:r>
        </a:p>
      </dgm:t>
    </dgm:pt>
    <dgm:pt modelId="{5EAD6E56-E1D8-4AE0-9DC6-717F8A789982}" type="parTrans" cxnId="{E0CBE2EA-F4D5-4379-B039-EF6637836A8C}">
      <dgm:prSet/>
      <dgm:spPr/>
      <dgm:t>
        <a:bodyPr/>
        <a:lstStyle/>
        <a:p>
          <a:endParaRPr lang="en-US"/>
        </a:p>
      </dgm:t>
    </dgm:pt>
    <dgm:pt modelId="{28E3DB3B-EE3F-44B6-8531-8C4A1F533099}" type="sibTrans" cxnId="{E0CBE2EA-F4D5-4379-B039-EF6637836A8C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/>
        </a:solidFill>
        <a:ln>
          <a:noFill/>
        </a:ln>
      </dgm:spPr>
      <dgm:t>
        <a:bodyPr/>
        <a:lstStyle/>
        <a:p>
          <a:endParaRPr lang="en-US"/>
        </a:p>
      </dgm:t>
    </dgm:pt>
    <dgm:pt modelId="{29F443C4-736C-4C9B-BE1D-B8D9739D8282}">
      <dgm:prSet phldrT="[Text]"/>
      <dgm:spPr/>
      <dgm:t>
        <a:bodyPr/>
        <a:lstStyle/>
        <a:p>
          <a:r>
            <a:rPr lang="en-US" dirty="0"/>
            <a:t>Claims are loaded into EDINET1P database. CIRT and Business Rules (ICP) are applied here.</a:t>
          </a:r>
        </a:p>
      </dgm:t>
    </dgm:pt>
    <dgm:pt modelId="{233255B6-3D51-40DD-913E-2EFADBBA8BC3}" type="parTrans" cxnId="{6BA0558F-C075-4467-BD10-C71C7EC2A83D}">
      <dgm:prSet/>
      <dgm:spPr/>
      <dgm:t>
        <a:bodyPr/>
        <a:lstStyle/>
        <a:p>
          <a:endParaRPr lang="en-US"/>
        </a:p>
      </dgm:t>
    </dgm:pt>
    <dgm:pt modelId="{532858FC-0378-4DF9-BA8F-408491B027E9}" type="sibTrans" cxnId="{6BA0558F-C075-4467-BD10-C71C7EC2A83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6"/>
        </a:solidFill>
        <a:ln>
          <a:noFill/>
        </a:ln>
      </dgm:spPr>
      <dgm:t>
        <a:bodyPr/>
        <a:lstStyle/>
        <a:p>
          <a:endParaRPr lang="en-US"/>
        </a:p>
      </dgm:t>
    </dgm:pt>
    <dgm:pt modelId="{9E8CBFEC-BECE-4CF4-B304-935E44E73116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/>
            <a:t>Keywords are generated for the new day claims</a:t>
          </a:r>
        </a:p>
      </dgm:t>
    </dgm:pt>
    <dgm:pt modelId="{FE153F6E-AD14-4748-BDBE-34BF0CBB4336}" type="parTrans" cxnId="{B4B348E2-D857-4704-B9FE-7288AF5A1729}">
      <dgm:prSet/>
      <dgm:spPr/>
      <dgm:t>
        <a:bodyPr/>
        <a:lstStyle/>
        <a:p>
          <a:endParaRPr lang="en-US"/>
        </a:p>
      </dgm:t>
    </dgm:pt>
    <dgm:pt modelId="{E6430F33-CBFD-4B47-9364-43CC6FB82969}" type="sibTrans" cxnId="{B4B348E2-D857-4704-B9FE-7288AF5A1729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5"/>
        </a:solidFill>
        <a:ln>
          <a:noFill/>
        </a:ln>
      </dgm:spPr>
      <dgm:t>
        <a:bodyPr/>
        <a:lstStyle/>
        <a:p>
          <a:endParaRPr lang="en-US"/>
        </a:p>
      </dgm:t>
    </dgm:pt>
    <dgm:pt modelId="{E515D675-6568-436B-8EB9-43368559DAE5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/>
        </a:solidFill>
        <a:ln>
          <a:noFill/>
        </a:ln>
      </dgm:spPr>
      <dgm:t>
        <a:bodyPr/>
        <a:lstStyle/>
        <a:p>
          <a:r>
            <a:rPr lang="en-US" dirty="0"/>
            <a:t>Claims are loaded into FACETS_XC</a:t>
          </a:r>
        </a:p>
      </dgm:t>
    </dgm:pt>
    <dgm:pt modelId="{E69A442B-51DE-4EF4-A33F-29FB56FDD3F1}" type="parTrans" cxnId="{2EF807AD-5586-4794-9FD3-D7D10D41AF81}">
      <dgm:prSet/>
      <dgm:spPr/>
      <dgm:t>
        <a:bodyPr/>
        <a:lstStyle/>
        <a:p>
          <a:endParaRPr lang="en-US"/>
        </a:p>
      </dgm:t>
    </dgm:pt>
    <dgm:pt modelId="{9D9727B7-ADA5-4460-B776-9992F77DA0B1}" type="sibTrans" cxnId="{2EF807AD-5586-4794-9FD3-D7D10D41AF81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/>
        </a:solidFill>
        <a:ln>
          <a:noFill/>
        </a:ln>
      </dgm:spPr>
      <dgm:t>
        <a:bodyPr/>
        <a:lstStyle/>
        <a:p>
          <a:endParaRPr lang="en-US"/>
        </a:p>
      </dgm:t>
    </dgm:pt>
    <dgm:pt modelId="{C4009FC0-2457-4F7B-B3B0-5FF2EB514A99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/>
        </a:solidFill>
        <a:ln>
          <a:noFill/>
        </a:ln>
      </dgm:spPr>
      <dgm:t>
        <a:bodyPr/>
        <a:lstStyle/>
        <a:p>
          <a:r>
            <a:rPr lang="en-US" dirty="0"/>
            <a:t>Claims are loaded into GBD FACETS</a:t>
          </a:r>
        </a:p>
      </dgm:t>
    </dgm:pt>
    <dgm:pt modelId="{35882CD6-97DF-4E4A-8F86-92A90F3E4DFC}" type="parTrans" cxnId="{87723DF3-89DA-436F-9FB6-475B91C7319F}">
      <dgm:prSet/>
      <dgm:spPr/>
      <dgm:t>
        <a:bodyPr/>
        <a:lstStyle/>
        <a:p>
          <a:endParaRPr lang="en-US"/>
        </a:p>
      </dgm:t>
    </dgm:pt>
    <dgm:pt modelId="{A26695E5-0579-42F4-BA8C-F4EC2CCFBB9D}" type="sibTrans" cxnId="{87723DF3-89DA-436F-9FB6-475B91C7319F}">
      <dgm:prSet/>
      <dgm:spPr/>
      <dgm:t>
        <a:bodyPr/>
        <a:lstStyle/>
        <a:p>
          <a:endParaRPr lang="en-US"/>
        </a:p>
      </dgm:t>
    </dgm:pt>
    <dgm:pt modelId="{A164A11F-B62F-4F2C-A7BB-C0CD2AD4F5FF}" type="pres">
      <dgm:prSet presAssocID="{EB58EC09-CE9F-41E1-9263-5E4E0C286FFF}" presName="Name0" presStyleCnt="0">
        <dgm:presLayoutVars>
          <dgm:dir/>
          <dgm:resizeHandles/>
        </dgm:presLayoutVars>
      </dgm:prSet>
      <dgm:spPr/>
    </dgm:pt>
    <dgm:pt modelId="{277B6AE2-4EF5-412A-8F49-EAC31FC930FB}" type="pres">
      <dgm:prSet presAssocID="{9A54FEDE-FB5C-4655-8D58-417DC112F49D}" presName="compNode" presStyleCnt="0"/>
      <dgm:spPr/>
    </dgm:pt>
    <dgm:pt modelId="{FFF914E7-F3D3-46E1-926B-DF9CF0886EF3}" type="pres">
      <dgm:prSet presAssocID="{9A54FEDE-FB5C-4655-8D58-417DC112F49D}" presName="dummyConnPt" presStyleCnt="0"/>
      <dgm:spPr/>
    </dgm:pt>
    <dgm:pt modelId="{6589A403-C0A8-4423-BFDD-807E44A9A8A2}" type="pres">
      <dgm:prSet presAssocID="{9A54FEDE-FB5C-4655-8D58-417DC112F49D}" presName="node" presStyleLbl="node1" presStyleIdx="0" presStyleCnt="8">
        <dgm:presLayoutVars>
          <dgm:bulletEnabled val="1"/>
        </dgm:presLayoutVars>
      </dgm:prSet>
      <dgm:spPr/>
    </dgm:pt>
    <dgm:pt modelId="{6CA84142-7017-464F-85AA-2602EF9A423C}" type="pres">
      <dgm:prSet presAssocID="{BAAB2545-0D20-4402-8B63-5490EA19434C}" presName="sibTrans" presStyleLbl="bgSibTrans2D1" presStyleIdx="0" presStyleCnt="7"/>
      <dgm:spPr/>
    </dgm:pt>
    <dgm:pt modelId="{1C617205-ED0E-4C76-9DD5-674043AAF9C1}" type="pres">
      <dgm:prSet presAssocID="{FBE1186B-E208-4606-83A6-EB186CD6FCA3}" presName="compNode" presStyleCnt="0"/>
      <dgm:spPr/>
    </dgm:pt>
    <dgm:pt modelId="{E971377E-D799-433A-9FF9-029616ACDB88}" type="pres">
      <dgm:prSet presAssocID="{FBE1186B-E208-4606-83A6-EB186CD6FCA3}" presName="dummyConnPt" presStyleCnt="0"/>
      <dgm:spPr/>
    </dgm:pt>
    <dgm:pt modelId="{4B15FF5B-C2C9-4980-862E-2C6D27760CB7}" type="pres">
      <dgm:prSet presAssocID="{FBE1186B-E208-4606-83A6-EB186CD6FCA3}" presName="node" presStyleLbl="node1" presStyleIdx="1" presStyleCnt="8">
        <dgm:presLayoutVars>
          <dgm:bulletEnabled val="1"/>
        </dgm:presLayoutVars>
      </dgm:prSet>
      <dgm:spPr/>
    </dgm:pt>
    <dgm:pt modelId="{9781C254-A093-45BF-A170-2CD84F5534B8}" type="pres">
      <dgm:prSet presAssocID="{ABEA5413-0125-4870-8C39-31E82346803D}" presName="sibTrans" presStyleLbl="bgSibTrans2D1" presStyleIdx="1" presStyleCnt="7"/>
      <dgm:spPr/>
    </dgm:pt>
    <dgm:pt modelId="{431E3B3B-0ED9-4DA3-9F68-481B242F9628}" type="pres">
      <dgm:prSet presAssocID="{8E405DFE-E51F-40EC-9D9B-C592B2D34B34}" presName="compNode" presStyleCnt="0"/>
      <dgm:spPr/>
    </dgm:pt>
    <dgm:pt modelId="{516A5939-FFE6-4E00-B7E2-C508E75D0136}" type="pres">
      <dgm:prSet presAssocID="{8E405DFE-E51F-40EC-9D9B-C592B2D34B34}" presName="dummyConnPt" presStyleCnt="0"/>
      <dgm:spPr/>
    </dgm:pt>
    <dgm:pt modelId="{E0CFDF7F-D1F1-4E5B-9464-2C3BFA362973}" type="pres">
      <dgm:prSet presAssocID="{8E405DFE-E51F-40EC-9D9B-C592B2D34B34}" presName="node" presStyleLbl="node1" presStyleIdx="2" presStyleCnt="8">
        <dgm:presLayoutVars>
          <dgm:bulletEnabled val="1"/>
        </dgm:presLayoutVars>
      </dgm:prSet>
      <dgm:spPr/>
    </dgm:pt>
    <dgm:pt modelId="{CFF38CEB-9A4A-4434-9DD0-C532C8262991}" type="pres">
      <dgm:prSet presAssocID="{06BD209F-27CD-4338-820D-9EBBF351246A}" presName="sibTrans" presStyleLbl="bgSibTrans2D1" presStyleIdx="2" presStyleCnt="7"/>
      <dgm:spPr/>
    </dgm:pt>
    <dgm:pt modelId="{76FDF132-8C50-4A51-9C5B-91D14AD7B0A0}" type="pres">
      <dgm:prSet presAssocID="{E7AB9F90-7A2F-4300-AA80-3543F70AE372}" presName="compNode" presStyleCnt="0"/>
      <dgm:spPr/>
    </dgm:pt>
    <dgm:pt modelId="{C1C2A9AB-36DA-4F02-B14C-E62A46AE9036}" type="pres">
      <dgm:prSet presAssocID="{E7AB9F90-7A2F-4300-AA80-3543F70AE372}" presName="dummyConnPt" presStyleCnt="0"/>
      <dgm:spPr/>
    </dgm:pt>
    <dgm:pt modelId="{05623CA9-E4FA-42C8-88BE-C381B6094368}" type="pres">
      <dgm:prSet presAssocID="{E7AB9F90-7A2F-4300-AA80-3543F70AE372}" presName="node" presStyleLbl="node1" presStyleIdx="3" presStyleCnt="8">
        <dgm:presLayoutVars>
          <dgm:bulletEnabled val="1"/>
        </dgm:presLayoutVars>
      </dgm:prSet>
      <dgm:spPr/>
    </dgm:pt>
    <dgm:pt modelId="{7F52758A-B41F-4D31-8263-5AC27178E40B}" type="pres">
      <dgm:prSet presAssocID="{28E3DB3B-EE3F-44B6-8531-8C4A1F533099}" presName="sibTrans" presStyleLbl="bgSibTrans2D1" presStyleIdx="3" presStyleCnt="7"/>
      <dgm:spPr/>
    </dgm:pt>
    <dgm:pt modelId="{94BDD31B-8B54-4A90-BD5C-23D046608027}" type="pres">
      <dgm:prSet presAssocID="{29F443C4-736C-4C9B-BE1D-B8D9739D8282}" presName="compNode" presStyleCnt="0"/>
      <dgm:spPr/>
    </dgm:pt>
    <dgm:pt modelId="{D77A7F30-76BE-4645-9643-B7D705AB6585}" type="pres">
      <dgm:prSet presAssocID="{29F443C4-736C-4C9B-BE1D-B8D9739D8282}" presName="dummyConnPt" presStyleCnt="0"/>
      <dgm:spPr/>
    </dgm:pt>
    <dgm:pt modelId="{A612F9A5-9B2D-4490-919C-AD24C708A1EA}" type="pres">
      <dgm:prSet presAssocID="{29F443C4-736C-4C9B-BE1D-B8D9739D8282}" presName="node" presStyleLbl="node1" presStyleIdx="4" presStyleCnt="8">
        <dgm:presLayoutVars>
          <dgm:bulletEnabled val="1"/>
        </dgm:presLayoutVars>
      </dgm:prSet>
      <dgm:spPr/>
    </dgm:pt>
    <dgm:pt modelId="{D6CD4B62-DBB6-46B2-988D-63E476D367F4}" type="pres">
      <dgm:prSet presAssocID="{532858FC-0378-4DF9-BA8F-408491B027E9}" presName="sibTrans" presStyleLbl="bgSibTrans2D1" presStyleIdx="4" presStyleCnt="7"/>
      <dgm:spPr/>
    </dgm:pt>
    <dgm:pt modelId="{2113E96E-405F-4835-9F85-AE42BF0BE4D7}" type="pres">
      <dgm:prSet presAssocID="{9E8CBFEC-BECE-4CF4-B304-935E44E73116}" presName="compNode" presStyleCnt="0"/>
      <dgm:spPr/>
    </dgm:pt>
    <dgm:pt modelId="{B8794424-1C1B-4233-97FB-A33D3A3DF8D0}" type="pres">
      <dgm:prSet presAssocID="{9E8CBFEC-BECE-4CF4-B304-935E44E73116}" presName="dummyConnPt" presStyleCnt="0"/>
      <dgm:spPr/>
    </dgm:pt>
    <dgm:pt modelId="{376686BB-A3B6-4B13-9FDB-E4013A6915D3}" type="pres">
      <dgm:prSet presAssocID="{9E8CBFEC-BECE-4CF4-B304-935E44E73116}" presName="node" presStyleLbl="node1" presStyleIdx="5" presStyleCnt="8">
        <dgm:presLayoutVars>
          <dgm:bulletEnabled val="1"/>
        </dgm:presLayoutVars>
      </dgm:prSet>
      <dgm:spPr/>
    </dgm:pt>
    <dgm:pt modelId="{E22F19DE-D6A4-475A-9720-2173C4FE7D3A}" type="pres">
      <dgm:prSet presAssocID="{E6430F33-CBFD-4B47-9364-43CC6FB82969}" presName="sibTrans" presStyleLbl="bgSibTrans2D1" presStyleIdx="5" presStyleCnt="7"/>
      <dgm:spPr/>
    </dgm:pt>
    <dgm:pt modelId="{A70D2F9C-6D57-49CD-87B6-AC21D58F63EC}" type="pres">
      <dgm:prSet presAssocID="{E515D675-6568-436B-8EB9-43368559DAE5}" presName="compNode" presStyleCnt="0"/>
      <dgm:spPr/>
    </dgm:pt>
    <dgm:pt modelId="{23310EDC-2219-483B-A7D7-CEF3C651BF6B}" type="pres">
      <dgm:prSet presAssocID="{E515D675-6568-436B-8EB9-43368559DAE5}" presName="dummyConnPt" presStyleCnt="0"/>
      <dgm:spPr/>
    </dgm:pt>
    <dgm:pt modelId="{A4F1EF63-FBEB-4492-A7EC-742BFC4611C6}" type="pres">
      <dgm:prSet presAssocID="{E515D675-6568-436B-8EB9-43368559DAE5}" presName="node" presStyleLbl="node1" presStyleIdx="6" presStyleCnt="8">
        <dgm:presLayoutVars>
          <dgm:bulletEnabled val="1"/>
        </dgm:presLayoutVars>
      </dgm:prSet>
      <dgm:spPr/>
    </dgm:pt>
    <dgm:pt modelId="{1699D6C9-0F2E-4F6B-8657-3AE70522CCAF}" type="pres">
      <dgm:prSet presAssocID="{9D9727B7-ADA5-4460-B776-9992F77DA0B1}" presName="sibTrans" presStyleLbl="bgSibTrans2D1" presStyleIdx="6" presStyleCnt="7"/>
      <dgm:spPr/>
    </dgm:pt>
    <dgm:pt modelId="{930CD71C-7F7B-4556-A505-FB2418B325AA}" type="pres">
      <dgm:prSet presAssocID="{C4009FC0-2457-4F7B-B3B0-5FF2EB514A99}" presName="compNode" presStyleCnt="0"/>
      <dgm:spPr/>
    </dgm:pt>
    <dgm:pt modelId="{4360AA49-DA7D-486C-8076-318BC46ED50A}" type="pres">
      <dgm:prSet presAssocID="{C4009FC0-2457-4F7B-B3B0-5FF2EB514A99}" presName="dummyConnPt" presStyleCnt="0"/>
      <dgm:spPr/>
    </dgm:pt>
    <dgm:pt modelId="{9F3DB35F-9D40-48AC-B33B-AA4CD60C4F55}" type="pres">
      <dgm:prSet presAssocID="{C4009FC0-2457-4F7B-B3B0-5FF2EB514A99}" presName="node" presStyleLbl="node1" presStyleIdx="7" presStyleCnt="8">
        <dgm:presLayoutVars>
          <dgm:bulletEnabled val="1"/>
        </dgm:presLayoutVars>
      </dgm:prSet>
      <dgm:spPr/>
    </dgm:pt>
  </dgm:ptLst>
  <dgm:cxnLst>
    <dgm:cxn modelId="{B4882E05-44C0-45F8-8504-69AB7CEEA608}" type="presOf" srcId="{8E405DFE-E51F-40EC-9D9B-C592B2D34B34}" destId="{E0CFDF7F-D1F1-4E5B-9464-2C3BFA362973}" srcOrd="0" destOrd="0" presId="urn:microsoft.com/office/officeart/2005/8/layout/bProcess4"/>
    <dgm:cxn modelId="{BEF48005-19EA-4979-A13C-5A9D361B459E}" type="presOf" srcId="{28E3DB3B-EE3F-44B6-8531-8C4A1F533099}" destId="{7F52758A-B41F-4D31-8263-5AC27178E40B}" srcOrd="0" destOrd="0" presId="urn:microsoft.com/office/officeart/2005/8/layout/bProcess4"/>
    <dgm:cxn modelId="{E36AE41B-5670-48C0-9216-E01019B9E8D3}" type="presOf" srcId="{06BD209F-27CD-4338-820D-9EBBF351246A}" destId="{CFF38CEB-9A4A-4434-9DD0-C532C8262991}" srcOrd="0" destOrd="0" presId="urn:microsoft.com/office/officeart/2005/8/layout/bProcess4"/>
    <dgm:cxn modelId="{CE093721-A5CE-4CC1-8992-839146DE4369}" type="presOf" srcId="{ABEA5413-0125-4870-8C39-31E82346803D}" destId="{9781C254-A093-45BF-A170-2CD84F5534B8}" srcOrd="0" destOrd="0" presId="urn:microsoft.com/office/officeart/2005/8/layout/bProcess4"/>
    <dgm:cxn modelId="{F2BACC31-A17A-432F-AA86-641E20BD286F}" srcId="{EB58EC09-CE9F-41E1-9263-5E4E0C286FFF}" destId="{FBE1186B-E208-4606-83A6-EB186CD6FCA3}" srcOrd="1" destOrd="0" parTransId="{D5343EED-8B6A-40BC-AF36-302F2966F2B2}" sibTransId="{ABEA5413-0125-4870-8C39-31E82346803D}"/>
    <dgm:cxn modelId="{0512AC3A-E34A-4EA0-B598-2FD2584DB189}" type="presOf" srcId="{FBE1186B-E208-4606-83A6-EB186CD6FCA3}" destId="{4B15FF5B-C2C9-4980-862E-2C6D27760CB7}" srcOrd="0" destOrd="0" presId="urn:microsoft.com/office/officeart/2005/8/layout/bProcess4"/>
    <dgm:cxn modelId="{86AE1241-B166-4490-974D-D99F987B8ABA}" srcId="{EB58EC09-CE9F-41E1-9263-5E4E0C286FFF}" destId="{9A54FEDE-FB5C-4655-8D58-417DC112F49D}" srcOrd="0" destOrd="0" parTransId="{165E7B9C-8BF6-4C2E-B0EB-D1FB37A84CE5}" sibTransId="{BAAB2545-0D20-4402-8B63-5490EA19434C}"/>
    <dgm:cxn modelId="{BA564085-AD33-4327-8EB0-73F046A67C60}" type="presOf" srcId="{BAAB2545-0D20-4402-8B63-5490EA19434C}" destId="{6CA84142-7017-464F-85AA-2602EF9A423C}" srcOrd="0" destOrd="0" presId="urn:microsoft.com/office/officeart/2005/8/layout/bProcess4"/>
    <dgm:cxn modelId="{6459B186-DBAE-4C87-AF8C-E2744F733964}" type="presOf" srcId="{9D9727B7-ADA5-4460-B776-9992F77DA0B1}" destId="{1699D6C9-0F2E-4F6B-8657-3AE70522CCAF}" srcOrd="0" destOrd="0" presId="urn:microsoft.com/office/officeart/2005/8/layout/bProcess4"/>
    <dgm:cxn modelId="{6BA0558F-C075-4467-BD10-C71C7EC2A83D}" srcId="{EB58EC09-CE9F-41E1-9263-5E4E0C286FFF}" destId="{29F443C4-736C-4C9B-BE1D-B8D9739D8282}" srcOrd="4" destOrd="0" parTransId="{233255B6-3D51-40DD-913E-2EFADBBA8BC3}" sibTransId="{532858FC-0378-4DF9-BA8F-408491B027E9}"/>
    <dgm:cxn modelId="{B370929E-8C4C-4F4E-B3AC-3DA0C1FAD8E8}" type="presOf" srcId="{9A54FEDE-FB5C-4655-8D58-417DC112F49D}" destId="{6589A403-C0A8-4423-BFDD-807E44A9A8A2}" srcOrd="0" destOrd="0" presId="urn:microsoft.com/office/officeart/2005/8/layout/bProcess4"/>
    <dgm:cxn modelId="{9AE2409F-CDB2-438C-A067-62C4BCF16434}" srcId="{EB58EC09-CE9F-41E1-9263-5E4E0C286FFF}" destId="{8E405DFE-E51F-40EC-9D9B-C592B2D34B34}" srcOrd="2" destOrd="0" parTransId="{73DB5A2A-50CC-42E0-9B1A-55A1EA8E4160}" sibTransId="{06BD209F-27CD-4338-820D-9EBBF351246A}"/>
    <dgm:cxn modelId="{4221B0A5-F517-4507-A9FC-0001A1B438E7}" type="presOf" srcId="{EB58EC09-CE9F-41E1-9263-5E4E0C286FFF}" destId="{A164A11F-B62F-4F2C-A7BB-C0CD2AD4F5FF}" srcOrd="0" destOrd="0" presId="urn:microsoft.com/office/officeart/2005/8/layout/bProcess4"/>
    <dgm:cxn modelId="{394DD2A5-1207-4D9A-9A17-87E89C7445FD}" type="presOf" srcId="{9E8CBFEC-BECE-4CF4-B304-935E44E73116}" destId="{376686BB-A3B6-4B13-9FDB-E4013A6915D3}" srcOrd="0" destOrd="0" presId="urn:microsoft.com/office/officeart/2005/8/layout/bProcess4"/>
    <dgm:cxn modelId="{53CC7BA8-30FE-4086-87A9-0C66F2496B07}" type="presOf" srcId="{E6430F33-CBFD-4B47-9364-43CC6FB82969}" destId="{E22F19DE-D6A4-475A-9720-2173C4FE7D3A}" srcOrd="0" destOrd="0" presId="urn:microsoft.com/office/officeart/2005/8/layout/bProcess4"/>
    <dgm:cxn modelId="{2EF807AD-5586-4794-9FD3-D7D10D41AF81}" srcId="{EB58EC09-CE9F-41E1-9263-5E4E0C286FFF}" destId="{E515D675-6568-436B-8EB9-43368559DAE5}" srcOrd="6" destOrd="0" parTransId="{E69A442B-51DE-4EF4-A33F-29FB56FDD3F1}" sibTransId="{9D9727B7-ADA5-4460-B776-9992F77DA0B1}"/>
    <dgm:cxn modelId="{02B1ABC3-8781-40D2-B081-F5CB2CAD1931}" type="presOf" srcId="{E515D675-6568-436B-8EB9-43368559DAE5}" destId="{A4F1EF63-FBEB-4492-A7EC-742BFC4611C6}" srcOrd="0" destOrd="0" presId="urn:microsoft.com/office/officeart/2005/8/layout/bProcess4"/>
    <dgm:cxn modelId="{9D3D91D0-BD29-4D1A-91E4-F3801B809457}" type="presOf" srcId="{532858FC-0378-4DF9-BA8F-408491B027E9}" destId="{D6CD4B62-DBB6-46B2-988D-63E476D367F4}" srcOrd="0" destOrd="0" presId="urn:microsoft.com/office/officeart/2005/8/layout/bProcess4"/>
    <dgm:cxn modelId="{138669D9-B2B5-478C-8DFD-93884A12C426}" type="presOf" srcId="{C4009FC0-2457-4F7B-B3B0-5FF2EB514A99}" destId="{9F3DB35F-9D40-48AC-B33B-AA4CD60C4F55}" srcOrd="0" destOrd="0" presId="urn:microsoft.com/office/officeart/2005/8/layout/bProcess4"/>
    <dgm:cxn modelId="{B4B348E2-D857-4704-B9FE-7288AF5A1729}" srcId="{EB58EC09-CE9F-41E1-9263-5E4E0C286FFF}" destId="{9E8CBFEC-BECE-4CF4-B304-935E44E73116}" srcOrd="5" destOrd="0" parTransId="{FE153F6E-AD14-4748-BDBE-34BF0CBB4336}" sibTransId="{E6430F33-CBFD-4B47-9364-43CC6FB82969}"/>
    <dgm:cxn modelId="{E0CBE2EA-F4D5-4379-B039-EF6637836A8C}" srcId="{EB58EC09-CE9F-41E1-9263-5E4E0C286FFF}" destId="{E7AB9F90-7A2F-4300-AA80-3543F70AE372}" srcOrd="3" destOrd="0" parTransId="{5EAD6E56-E1D8-4AE0-9DC6-717F8A789982}" sibTransId="{28E3DB3B-EE3F-44B6-8531-8C4A1F533099}"/>
    <dgm:cxn modelId="{87723DF3-89DA-436F-9FB6-475B91C7319F}" srcId="{EB58EC09-CE9F-41E1-9263-5E4E0C286FFF}" destId="{C4009FC0-2457-4F7B-B3B0-5FF2EB514A99}" srcOrd="7" destOrd="0" parTransId="{35882CD6-97DF-4E4A-8F86-92A90F3E4DFC}" sibTransId="{A26695E5-0579-42F4-BA8C-F4EC2CCFBB9D}"/>
    <dgm:cxn modelId="{74FA06FD-383A-4141-93FD-31724EDA4035}" type="presOf" srcId="{E7AB9F90-7A2F-4300-AA80-3543F70AE372}" destId="{05623CA9-E4FA-42C8-88BE-C381B6094368}" srcOrd="0" destOrd="0" presId="urn:microsoft.com/office/officeart/2005/8/layout/bProcess4"/>
    <dgm:cxn modelId="{BE73B3FD-6AB6-4552-AA7D-ADBFFEC88256}" type="presOf" srcId="{29F443C4-736C-4C9B-BE1D-B8D9739D8282}" destId="{A612F9A5-9B2D-4490-919C-AD24C708A1EA}" srcOrd="0" destOrd="0" presId="urn:microsoft.com/office/officeart/2005/8/layout/bProcess4"/>
    <dgm:cxn modelId="{60079D96-0577-47A6-AA71-09FFCE6917EF}" type="presParOf" srcId="{A164A11F-B62F-4F2C-A7BB-C0CD2AD4F5FF}" destId="{277B6AE2-4EF5-412A-8F49-EAC31FC930FB}" srcOrd="0" destOrd="0" presId="urn:microsoft.com/office/officeart/2005/8/layout/bProcess4"/>
    <dgm:cxn modelId="{15F3AC94-75B6-49B1-9145-37418152D1C2}" type="presParOf" srcId="{277B6AE2-4EF5-412A-8F49-EAC31FC930FB}" destId="{FFF914E7-F3D3-46E1-926B-DF9CF0886EF3}" srcOrd="0" destOrd="0" presId="urn:microsoft.com/office/officeart/2005/8/layout/bProcess4"/>
    <dgm:cxn modelId="{1AF5D8DE-BC25-4E50-A7F4-02FA3C1D3C95}" type="presParOf" srcId="{277B6AE2-4EF5-412A-8F49-EAC31FC930FB}" destId="{6589A403-C0A8-4423-BFDD-807E44A9A8A2}" srcOrd="1" destOrd="0" presId="urn:microsoft.com/office/officeart/2005/8/layout/bProcess4"/>
    <dgm:cxn modelId="{810EC01B-8403-4523-93ED-1F7F4BCF7D33}" type="presParOf" srcId="{A164A11F-B62F-4F2C-A7BB-C0CD2AD4F5FF}" destId="{6CA84142-7017-464F-85AA-2602EF9A423C}" srcOrd="1" destOrd="0" presId="urn:microsoft.com/office/officeart/2005/8/layout/bProcess4"/>
    <dgm:cxn modelId="{001C46AC-90A9-490E-83D8-DDDC6A0A50FA}" type="presParOf" srcId="{A164A11F-B62F-4F2C-A7BB-C0CD2AD4F5FF}" destId="{1C617205-ED0E-4C76-9DD5-674043AAF9C1}" srcOrd="2" destOrd="0" presId="urn:microsoft.com/office/officeart/2005/8/layout/bProcess4"/>
    <dgm:cxn modelId="{C2CC5F2B-4012-4F11-A63C-88901C29DFF1}" type="presParOf" srcId="{1C617205-ED0E-4C76-9DD5-674043AAF9C1}" destId="{E971377E-D799-433A-9FF9-029616ACDB88}" srcOrd="0" destOrd="0" presId="urn:microsoft.com/office/officeart/2005/8/layout/bProcess4"/>
    <dgm:cxn modelId="{5FA68113-2BDE-4E64-AB3B-C3E2221D6F58}" type="presParOf" srcId="{1C617205-ED0E-4C76-9DD5-674043AAF9C1}" destId="{4B15FF5B-C2C9-4980-862E-2C6D27760CB7}" srcOrd="1" destOrd="0" presId="urn:microsoft.com/office/officeart/2005/8/layout/bProcess4"/>
    <dgm:cxn modelId="{CFAB9291-86D8-49D3-9283-298DA9028BC7}" type="presParOf" srcId="{A164A11F-B62F-4F2C-A7BB-C0CD2AD4F5FF}" destId="{9781C254-A093-45BF-A170-2CD84F5534B8}" srcOrd="3" destOrd="0" presId="urn:microsoft.com/office/officeart/2005/8/layout/bProcess4"/>
    <dgm:cxn modelId="{DD7F596E-11EF-4E83-8459-6E0CA0FA574F}" type="presParOf" srcId="{A164A11F-B62F-4F2C-A7BB-C0CD2AD4F5FF}" destId="{431E3B3B-0ED9-4DA3-9F68-481B242F9628}" srcOrd="4" destOrd="0" presId="urn:microsoft.com/office/officeart/2005/8/layout/bProcess4"/>
    <dgm:cxn modelId="{B656E75C-E603-4829-B98B-90ED6D83A101}" type="presParOf" srcId="{431E3B3B-0ED9-4DA3-9F68-481B242F9628}" destId="{516A5939-FFE6-4E00-B7E2-C508E75D0136}" srcOrd="0" destOrd="0" presId="urn:microsoft.com/office/officeart/2005/8/layout/bProcess4"/>
    <dgm:cxn modelId="{40465DAC-6BCC-4DB3-BAF7-CD6E9AED2CDB}" type="presParOf" srcId="{431E3B3B-0ED9-4DA3-9F68-481B242F9628}" destId="{E0CFDF7F-D1F1-4E5B-9464-2C3BFA362973}" srcOrd="1" destOrd="0" presId="urn:microsoft.com/office/officeart/2005/8/layout/bProcess4"/>
    <dgm:cxn modelId="{DA62E9CE-7804-4FED-A327-6D9764622FD5}" type="presParOf" srcId="{A164A11F-B62F-4F2C-A7BB-C0CD2AD4F5FF}" destId="{CFF38CEB-9A4A-4434-9DD0-C532C8262991}" srcOrd="5" destOrd="0" presId="urn:microsoft.com/office/officeart/2005/8/layout/bProcess4"/>
    <dgm:cxn modelId="{60E39928-6122-454C-82EE-3328004981A9}" type="presParOf" srcId="{A164A11F-B62F-4F2C-A7BB-C0CD2AD4F5FF}" destId="{76FDF132-8C50-4A51-9C5B-91D14AD7B0A0}" srcOrd="6" destOrd="0" presId="urn:microsoft.com/office/officeart/2005/8/layout/bProcess4"/>
    <dgm:cxn modelId="{3C3A8472-1083-460A-89AE-E63727148D26}" type="presParOf" srcId="{76FDF132-8C50-4A51-9C5B-91D14AD7B0A0}" destId="{C1C2A9AB-36DA-4F02-B14C-E62A46AE9036}" srcOrd="0" destOrd="0" presId="urn:microsoft.com/office/officeart/2005/8/layout/bProcess4"/>
    <dgm:cxn modelId="{84DA5906-0CED-424E-9894-58C05001865C}" type="presParOf" srcId="{76FDF132-8C50-4A51-9C5B-91D14AD7B0A0}" destId="{05623CA9-E4FA-42C8-88BE-C381B6094368}" srcOrd="1" destOrd="0" presId="urn:microsoft.com/office/officeart/2005/8/layout/bProcess4"/>
    <dgm:cxn modelId="{E653EB75-8336-48C6-BD49-3AF8B9E43437}" type="presParOf" srcId="{A164A11F-B62F-4F2C-A7BB-C0CD2AD4F5FF}" destId="{7F52758A-B41F-4D31-8263-5AC27178E40B}" srcOrd="7" destOrd="0" presId="urn:microsoft.com/office/officeart/2005/8/layout/bProcess4"/>
    <dgm:cxn modelId="{DF9B7290-49A7-4FD3-B8DC-109ACE65321B}" type="presParOf" srcId="{A164A11F-B62F-4F2C-A7BB-C0CD2AD4F5FF}" destId="{94BDD31B-8B54-4A90-BD5C-23D046608027}" srcOrd="8" destOrd="0" presId="urn:microsoft.com/office/officeart/2005/8/layout/bProcess4"/>
    <dgm:cxn modelId="{E3E8E91D-5CCA-4903-AA99-E200DD304AF4}" type="presParOf" srcId="{94BDD31B-8B54-4A90-BD5C-23D046608027}" destId="{D77A7F30-76BE-4645-9643-B7D705AB6585}" srcOrd="0" destOrd="0" presId="urn:microsoft.com/office/officeart/2005/8/layout/bProcess4"/>
    <dgm:cxn modelId="{A63A4E5B-5917-4E44-9BF5-AEBBCEB8F2F9}" type="presParOf" srcId="{94BDD31B-8B54-4A90-BD5C-23D046608027}" destId="{A612F9A5-9B2D-4490-919C-AD24C708A1EA}" srcOrd="1" destOrd="0" presId="urn:microsoft.com/office/officeart/2005/8/layout/bProcess4"/>
    <dgm:cxn modelId="{06C0BB11-ED17-49E9-8BEE-34BF0DF7DA7B}" type="presParOf" srcId="{A164A11F-B62F-4F2C-A7BB-C0CD2AD4F5FF}" destId="{D6CD4B62-DBB6-46B2-988D-63E476D367F4}" srcOrd="9" destOrd="0" presId="urn:microsoft.com/office/officeart/2005/8/layout/bProcess4"/>
    <dgm:cxn modelId="{2F08633A-6480-4938-8FC7-D723EC3329E0}" type="presParOf" srcId="{A164A11F-B62F-4F2C-A7BB-C0CD2AD4F5FF}" destId="{2113E96E-405F-4835-9F85-AE42BF0BE4D7}" srcOrd="10" destOrd="0" presId="urn:microsoft.com/office/officeart/2005/8/layout/bProcess4"/>
    <dgm:cxn modelId="{E31C5A72-C309-4B7D-9E35-FAAE16BA8A27}" type="presParOf" srcId="{2113E96E-405F-4835-9F85-AE42BF0BE4D7}" destId="{B8794424-1C1B-4233-97FB-A33D3A3DF8D0}" srcOrd="0" destOrd="0" presId="urn:microsoft.com/office/officeart/2005/8/layout/bProcess4"/>
    <dgm:cxn modelId="{21617F91-B51A-4463-8641-20BE916C8353}" type="presParOf" srcId="{2113E96E-405F-4835-9F85-AE42BF0BE4D7}" destId="{376686BB-A3B6-4B13-9FDB-E4013A6915D3}" srcOrd="1" destOrd="0" presId="urn:microsoft.com/office/officeart/2005/8/layout/bProcess4"/>
    <dgm:cxn modelId="{5C3440B2-18F5-4251-8561-7760E78C15B9}" type="presParOf" srcId="{A164A11F-B62F-4F2C-A7BB-C0CD2AD4F5FF}" destId="{E22F19DE-D6A4-475A-9720-2173C4FE7D3A}" srcOrd="11" destOrd="0" presId="urn:microsoft.com/office/officeart/2005/8/layout/bProcess4"/>
    <dgm:cxn modelId="{B826C1CD-E425-4EA3-8E2F-BB62F4BAF669}" type="presParOf" srcId="{A164A11F-B62F-4F2C-A7BB-C0CD2AD4F5FF}" destId="{A70D2F9C-6D57-49CD-87B6-AC21D58F63EC}" srcOrd="12" destOrd="0" presId="urn:microsoft.com/office/officeart/2005/8/layout/bProcess4"/>
    <dgm:cxn modelId="{3D06A013-EE78-46C6-B9F4-E583073EB8E1}" type="presParOf" srcId="{A70D2F9C-6D57-49CD-87B6-AC21D58F63EC}" destId="{23310EDC-2219-483B-A7D7-CEF3C651BF6B}" srcOrd="0" destOrd="0" presId="urn:microsoft.com/office/officeart/2005/8/layout/bProcess4"/>
    <dgm:cxn modelId="{9C6E4A2E-33EE-49BE-80A1-84C979D6507B}" type="presParOf" srcId="{A70D2F9C-6D57-49CD-87B6-AC21D58F63EC}" destId="{A4F1EF63-FBEB-4492-A7EC-742BFC4611C6}" srcOrd="1" destOrd="0" presId="urn:microsoft.com/office/officeart/2005/8/layout/bProcess4"/>
    <dgm:cxn modelId="{904D9429-D23E-42DC-8BA8-8B9089211711}" type="presParOf" srcId="{A164A11F-B62F-4F2C-A7BB-C0CD2AD4F5FF}" destId="{1699D6C9-0F2E-4F6B-8657-3AE70522CCAF}" srcOrd="13" destOrd="0" presId="urn:microsoft.com/office/officeart/2005/8/layout/bProcess4"/>
    <dgm:cxn modelId="{7B9CCD07-9880-4737-B167-DFFB5748B06D}" type="presParOf" srcId="{A164A11F-B62F-4F2C-A7BB-C0CD2AD4F5FF}" destId="{930CD71C-7F7B-4556-A505-FB2418B325AA}" srcOrd="14" destOrd="0" presId="urn:microsoft.com/office/officeart/2005/8/layout/bProcess4"/>
    <dgm:cxn modelId="{EB7EB6D8-C2AA-4258-80D6-B8C460FA6274}" type="presParOf" srcId="{930CD71C-7F7B-4556-A505-FB2418B325AA}" destId="{4360AA49-DA7D-486C-8076-318BC46ED50A}" srcOrd="0" destOrd="0" presId="urn:microsoft.com/office/officeart/2005/8/layout/bProcess4"/>
    <dgm:cxn modelId="{C63FED9E-14D2-4E3C-8BC9-01F546227DFC}" type="presParOf" srcId="{930CD71C-7F7B-4556-A505-FB2418B325AA}" destId="{9F3DB35F-9D40-48AC-B33B-AA4CD60C4F55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C581B-3BD0-4670-A0F9-C70FEEAC3F56}">
      <dsp:nvSpPr>
        <dsp:cNvPr id="0" name=""/>
        <dsp:cNvSpPr/>
      </dsp:nvSpPr>
      <dsp:spPr>
        <a:xfrm>
          <a:off x="5755753" y="553473"/>
          <a:ext cx="1466332" cy="146640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8CAD57-CB37-4E9D-A2E3-5D2A20DF7921}">
      <dsp:nvSpPr>
        <dsp:cNvPr id="0" name=""/>
        <dsp:cNvSpPr/>
      </dsp:nvSpPr>
      <dsp:spPr>
        <a:xfrm>
          <a:off x="5804798" y="602362"/>
          <a:ext cx="1368870" cy="1368630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Accepted files are staged for PEGA Process</a:t>
          </a:r>
        </a:p>
      </dsp:txBody>
      <dsp:txXfrm>
        <a:off x="6000351" y="797917"/>
        <a:ext cx="977764" cy="977519"/>
      </dsp:txXfrm>
    </dsp:sp>
    <dsp:sp modelId="{333084F3-E9C2-4F73-B6B2-3F130320A43A}">
      <dsp:nvSpPr>
        <dsp:cNvPr id="0" name=""/>
        <dsp:cNvSpPr/>
      </dsp:nvSpPr>
      <dsp:spPr>
        <a:xfrm rot="2700000">
          <a:off x="4234075" y="553370"/>
          <a:ext cx="1466356" cy="1466356"/>
        </a:xfrm>
        <a:prstGeom prst="teardrop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C7024-6ECA-4FA4-834E-FDDCECCE860B}">
      <dsp:nvSpPr>
        <dsp:cNvPr id="0" name=""/>
        <dsp:cNvSpPr/>
      </dsp:nvSpPr>
      <dsp:spPr>
        <a:xfrm>
          <a:off x="4289420" y="602362"/>
          <a:ext cx="1368870" cy="1368630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837 files go through OTVM</a:t>
          </a:r>
        </a:p>
      </dsp:txBody>
      <dsp:txXfrm>
        <a:off x="4484973" y="797917"/>
        <a:ext cx="977764" cy="977519"/>
      </dsp:txXfrm>
    </dsp:sp>
    <dsp:sp modelId="{25ADAD24-8986-4DDB-BA0E-6D6E6FA1F23B}">
      <dsp:nvSpPr>
        <dsp:cNvPr id="0" name=""/>
        <dsp:cNvSpPr/>
      </dsp:nvSpPr>
      <dsp:spPr>
        <a:xfrm rot="2700000">
          <a:off x="2724984" y="553370"/>
          <a:ext cx="1466356" cy="1466356"/>
        </a:xfrm>
        <a:prstGeom prst="teardrop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8026A-4234-4F5D-AA4F-A8EE6BA53179}">
      <dsp:nvSpPr>
        <dsp:cNvPr id="0" name=""/>
        <dsp:cNvSpPr/>
      </dsp:nvSpPr>
      <dsp:spPr>
        <a:xfrm>
          <a:off x="2774042" y="602362"/>
          <a:ext cx="1368870" cy="1368630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Axway picks those files up and delivers them to their respective Production Location</a:t>
          </a:r>
        </a:p>
      </dsp:txBody>
      <dsp:txXfrm>
        <a:off x="2969594" y="797917"/>
        <a:ext cx="977764" cy="977519"/>
      </dsp:txXfrm>
    </dsp:sp>
    <dsp:sp modelId="{1D010676-5B74-43FE-B738-C3B1ABF8A89D}">
      <dsp:nvSpPr>
        <dsp:cNvPr id="0" name=""/>
        <dsp:cNvSpPr/>
      </dsp:nvSpPr>
      <dsp:spPr>
        <a:xfrm rot="2700000">
          <a:off x="1209606" y="553370"/>
          <a:ext cx="1466356" cy="1466356"/>
        </a:xfrm>
        <a:prstGeom prst="teardrop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0AEB74-3C91-406D-8155-B556DBCF8BFA}">
      <dsp:nvSpPr>
        <dsp:cNvPr id="0" name=""/>
        <dsp:cNvSpPr/>
      </dsp:nvSpPr>
      <dsp:spPr>
        <a:xfrm>
          <a:off x="1258663" y="602362"/>
          <a:ext cx="1368870" cy="1368630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Clearinghouses and 3</a:t>
          </a:r>
          <a:r>
            <a:rPr lang="en-US" sz="1000" kern="1200" baseline="30000" dirty="0"/>
            <a:t>rd</a:t>
          </a:r>
          <a:r>
            <a:rPr lang="en-US" sz="1000" kern="1200" dirty="0"/>
            <a:t> party Vendors/Partners send 837 files containing claims to SFTP</a:t>
          </a:r>
        </a:p>
      </dsp:txBody>
      <dsp:txXfrm>
        <a:off x="1454216" y="797917"/>
        <a:ext cx="977764" cy="9775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68CCDB-4CCB-4D86-864F-316DD4157B30}">
      <dsp:nvSpPr>
        <dsp:cNvPr id="0" name=""/>
        <dsp:cNvSpPr/>
      </dsp:nvSpPr>
      <dsp:spPr>
        <a:xfrm>
          <a:off x="5294021" y="552349"/>
          <a:ext cx="1207122" cy="120732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10DE01-3A29-4A42-8E6C-E1D8EEA81B49}">
      <dsp:nvSpPr>
        <dsp:cNvPr id="0" name=""/>
        <dsp:cNvSpPr/>
      </dsp:nvSpPr>
      <dsp:spPr>
        <a:xfrm>
          <a:off x="5333852" y="592600"/>
          <a:ext cx="1126819" cy="1126818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Claims are loaded into PEGA</a:t>
          </a:r>
        </a:p>
      </dsp:txBody>
      <dsp:txXfrm>
        <a:off x="5495101" y="753605"/>
        <a:ext cx="804962" cy="804809"/>
      </dsp:txXfrm>
    </dsp:sp>
    <dsp:sp modelId="{14726798-29E2-48DB-A31B-725FC971C3F4}">
      <dsp:nvSpPr>
        <dsp:cNvPr id="0" name=""/>
        <dsp:cNvSpPr/>
      </dsp:nvSpPr>
      <dsp:spPr>
        <a:xfrm rot="2700000">
          <a:off x="4045853" y="552412"/>
          <a:ext cx="1206983" cy="1206983"/>
        </a:xfrm>
        <a:prstGeom prst="teardrop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0BEA84F-53AC-4C27-814A-90D4E998DA68}">
      <dsp:nvSpPr>
        <dsp:cNvPr id="0" name=""/>
        <dsp:cNvSpPr/>
      </dsp:nvSpPr>
      <dsp:spPr>
        <a:xfrm>
          <a:off x="4086898" y="592600"/>
          <a:ext cx="1126819" cy="1126818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Accepted files are staged for PEGA Process</a:t>
          </a:r>
        </a:p>
      </dsp:txBody>
      <dsp:txXfrm>
        <a:off x="4247505" y="753605"/>
        <a:ext cx="804962" cy="804809"/>
      </dsp:txXfrm>
    </dsp:sp>
    <dsp:sp modelId="{0912F732-2D33-44FE-B74F-8016D537EB07}">
      <dsp:nvSpPr>
        <dsp:cNvPr id="0" name=""/>
        <dsp:cNvSpPr/>
      </dsp:nvSpPr>
      <dsp:spPr>
        <a:xfrm rot="2700000">
          <a:off x="2798899" y="552412"/>
          <a:ext cx="1206983" cy="1206983"/>
        </a:xfrm>
        <a:prstGeom prst="teardrop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C9E43BE-A503-4637-8ED6-07317ECDE8FE}">
      <dsp:nvSpPr>
        <dsp:cNvPr id="0" name=""/>
        <dsp:cNvSpPr/>
      </dsp:nvSpPr>
      <dsp:spPr>
        <a:xfrm>
          <a:off x="2839302" y="592600"/>
          <a:ext cx="1126819" cy="1126818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837 files go through OTVM</a:t>
          </a:r>
        </a:p>
      </dsp:txBody>
      <dsp:txXfrm>
        <a:off x="2999909" y="753605"/>
        <a:ext cx="804962" cy="804809"/>
      </dsp:txXfrm>
    </dsp:sp>
    <dsp:sp modelId="{CDA8E12B-0B05-483A-9AFD-82BCAA2C8D00}">
      <dsp:nvSpPr>
        <dsp:cNvPr id="0" name=""/>
        <dsp:cNvSpPr/>
      </dsp:nvSpPr>
      <dsp:spPr>
        <a:xfrm rot="2700000">
          <a:off x="1551303" y="552412"/>
          <a:ext cx="1206983" cy="1206983"/>
        </a:xfrm>
        <a:prstGeom prst="teardrop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411BB0E-4F4D-4F5A-9BE6-822BAA99E4E4}">
      <dsp:nvSpPr>
        <dsp:cNvPr id="0" name=""/>
        <dsp:cNvSpPr/>
      </dsp:nvSpPr>
      <dsp:spPr>
        <a:xfrm>
          <a:off x="1591706" y="592600"/>
          <a:ext cx="1126819" cy="1126818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Axway picks those files up and delivers them to their respective Production Location</a:t>
          </a:r>
        </a:p>
      </dsp:txBody>
      <dsp:txXfrm>
        <a:off x="1752956" y="753605"/>
        <a:ext cx="804962" cy="804809"/>
      </dsp:txXfrm>
    </dsp:sp>
    <dsp:sp modelId="{B6E9ED99-E2BD-4A34-BFB8-3341D0E33919}">
      <dsp:nvSpPr>
        <dsp:cNvPr id="0" name=""/>
        <dsp:cNvSpPr/>
      </dsp:nvSpPr>
      <dsp:spPr>
        <a:xfrm rot="2700000">
          <a:off x="303707" y="552412"/>
          <a:ext cx="1206983" cy="1206983"/>
        </a:xfrm>
        <a:prstGeom prst="teardrop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B4E79EF-51D2-4566-8C34-0EB1C348256D}">
      <dsp:nvSpPr>
        <dsp:cNvPr id="0" name=""/>
        <dsp:cNvSpPr/>
      </dsp:nvSpPr>
      <dsp:spPr>
        <a:xfrm>
          <a:off x="344111" y="592600"/>
          <a:ext cx="1126819" cy="1126818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Clearinghouses and 3</a:t>
          </a:r>
          <a:r>
            <a:rPr lang="en-US" sz="800" kern="1200" baseline="30000" dirty="0"/>
            <a:t>rd</a:t>
          </a:r>
          <a:r>
            <a:rPr lang="en-US" sz="800" kern="1200" dirty="0"/>
            <a:t> party Vendors/Partners send 837 files containing claims to SFTP</a:t>
          </a:r>
        </a:p>
      </dsp:txBody>
      <dsp:txXfrm>
        <a:off x="505360" y="753605"/>
        <a:ext cx="804962" cy="8048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ED2E9-FE93-4DFC-BDD0-630EBC4B231B}">
      <dsp:nvSpPr>
        <dsp:cNvPr id="0" name=""/>
        <dsp:cNvSpPr/>
      </dsp:nvSpPr>
      <dsp:spPr>
        <a:xfrm>
          <a:off x="8206493" y="497269"/>
          <a:ext cx="1317749" cy="131749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8FA8D89-7B42-4842-AC59-E45E8DAF125A}">
      <dsp:nvSpPr>
        <dsp:cNvPr id="0" name=""/>
        <dsp:cNvSpPr/>
      </dsp:nvSpPr>
      <dsp:spPr>
        <a:xfrm>
          <a:off x="8250864" y="541194"/>
          <a:ext cx="1229844" cy="1229650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Keywords generated for the new day claims</a:t>
          </a:r>
        </a:p>
      </dsp:txBody>
      <dsp:txXfrm>
        <a:off x="8426676" y="716891"/>
        <a:ext cx="878220" cy="878255"/>
      </dsp:txXfrm>
    </dsp:sp>
    <dsp:sp modelId="{4768CCDB-4CCB-4D86-864F-316DD4157B30}">
      <dsp:nvSpPr>
        <dsp:cNvPr id="0" name=""/>
        <dsp:cNvSpPr/>
      </dsp:nvSpPr>
      <dsp:spPr>
        <a:xfrm rot="2700000">
          <a:off x="6845301" y="497121"/>
          <a:ext cx="1317564" cy="1317564"/>
        </a:xfrm>
        <a:prstGeom prst="teardrop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10DE01-3A29-4A42-8E6C-E1D8EEA81B49}">
      <dsp:nvSpPr>
        <dsp:cNvPr id="0" name=""/>
        <dsp:cNvSpPr/>
      </dsp:nvSpPr>
      <dsp:spPr>
        <a:xfrm>
          <a:off x="6889580" y="541194"/>
          <a:ext cx="1229844" cy="1229650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Claims are loaded into PEGA</a:t>
          </a:r>
        </a:p>
      </dsp:txBody>
      <dsp:txXfrm>
        <a:off x="7065392" y="716891"/>
        <a:ext cx="878220" cy="878255"/>
      </dsp:txXfrm>
    </dsp:sp>
    <dsp:sp modelId="{14726798-29E2-48DB-A31B-725FC971C3F4}">
      <dsp:nvSpPr>
        <dsp:cNvPr id="0" name=""/>
        <dsp:cNvSpPr/>
      </dsp:nvSpPr>
      <dsp:spPr>
        <a:xfrm rot="2700000">
          <a:off x="5484017" y="497121"/>
          <a:ext cx="1317564" cy="1317564"/>
        </a:xfrm>
        <a:prstGeom prst="teardrop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0BEA84F-53AC-4C27-814A-90D4E998DA68}">
      <dsp:nvSpPr>
        <dsp:cNvPr id="0" name=""/>
        <dsp:cNvSpPr/>
      </dsp:nvSpPr>
      <dsp:spPr>
        <a:xfrm>
          <a:off x="5528296" y="541194"/>
          <a:ext cx="1229844" cy="1229650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Accepted files are staged for PEGA Process</a:t>
          </a:r>
        </a:p>
      </dsp:txBody>
      <dsp:txXfrm>
        <a:off x="5704108" y="716891"/>
        <a:ext cx="878220" cy="878255"/>
      </dsp:txXfrm>
    </dsp:sp>
    <dsp:sp modelId="{0912F732-2D33-44FE-B74F-8016D537EB07}">
      <dsp:nvSpPr>
        <dsp:cNvPr id="0" name=""/>
        <dsp:cNvSpPr/>
      </dsp:nvSpPr>
      <dsp:spPr>
        <a:xfrm rot="2700000">
          <a:off x="4122733" y="497121"/>
          <a:ext cx="1317564" cy="1317564"/>
        </a:xfrm>
        <a:prstGeom prst="teardrop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C9E43BE-A503-4637-8ED6-07317ECDE8FE}">
      <dsp:nvSpPr>
        <dsp:cNvPr id="0" name=""/>
        <dsp:cNvSpPr/>
      </dsp:nvSpPr>
      <dsp:spPr>
        <a:xfrm>
          <a:off x="4167012" y="541194"/>
          <a:ext cx="1229844" cy="1229650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837 files go through OTVM</a:t>
          </a:r>
        </a:p>
      </dsp:txBody>
      <dsp:txXfrm>
        <a:off x="4341986" y="716891"/>
        <a:ext cx="878220" cy="878255"/>
      </dsp:txXfrm>
    </dsp:sp>
    <dsp:sp modelId="{CDA8E12B-0B05-483A-9AFD-82BCAA2C8D00}">
      <dsp:nvSpPr>
        <dsp:cNvPr id="0" name=""/>
        <dsp:cNvSpPr/>
      </dsp:nvSpPr>
      <dsp:spPr>
        <a:xfrm rot="2700000">
          <a:off x="2761449" y="497121"/>
          <a:ext cx="1317564" cy="1317564"/>
        </a:xfrm>
        <a:prstGeom prst="teardrop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411BB0E-4F4D-4F5A-9BE6-822BAA99E4E4}">
      <dsp:nvSpPr>
        <dsp:cNvPr id="0" name=""/>
        <dsp:cNvSpPr/>
      </dsp:nvSpPr>
      <dsp:spPr>
        <a:xfrm>
          <a:off x="2805728" y="541194"/>
          <a:ext cx="1229844" cy="1229650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Axway picks those files up and delivers them to their respective Production Location</a:t>
          </a:r>
        </a:p>
      </dsp:txBody>
      <dsp:txXfrm>
        <a:off x="2980702" y="716891"/>
        <a:ext cx="878220" cy="878255"/>
      </dsp:txXfrm>
    </dsp:sp>
    <dsp:sp modelId="{B6E9ED99-E2BD-4A34-BFB8-3341D0E33919}">
      <dsp:nvSpPr>
        <dsp:cNvPr id="0" name=""/>
        <dsp:cNvSpPr/>
      </dsp:nvSpPr>
      <dsp:spPr>
        <a:xfrm rot="2700000">
          <a:off x="1400165" y="497121"/>
          <a:ext cx="1317564" cy="1317564"/>
        </a:xfrm>
        <a:prstGeom prst="teardrop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B4E79EF-51D2-4566-8C34-0EB1C348256D}">
      <dsp:nvSpPr>
        <dsp:cNvPr id="0" name=""/>
        <dsp:cNvSpPr/>
      </dsp:nvSpPr>
      <dsp:spPr>
        <a:xfrm>
          <a:off x="1443606" y="541194"/>
          <a:ext cx="1229844" cy="1229650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Clearinghouses and 3</a:t>
          </a:r>
          <a:r>
            <a:rPr lang="en-US" sz="900" kern="1200" baseline="30000" dirty="0"/>
            <a:t>rd</a:t>
          </a:r>
          <a:r>
            <a:rPr lang="en-US" sz="900" kern="1200" dirty="0"/>
            <a:t> party Vendors/Partners send 837 files containing claims to SFTP</a:t>
          </a:r>
        </a:p>
      </dsp:txBody>
      <dsp:txXfrm>
        <a:off x="1619418" y="716891"/>
        <a:ext cx="878220" cy="8782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BB197-000E-4117-A363-BA75000B1B40}">
      <dsp:nvSpPr>
        <dsp:cNvPr id="0" name=""/>
        <dsp:cNvSpPr/>
      </dsp:nvSpPr>
      <dsp:spPr>
        <a:xfrm rot="5400000">
          <a:off x="6890444" y="-2819259"/>
          <a:ext cx="1080957" cy="699381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Claims are first filtered into FACETS_XC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From FACETS_XC, they go through another filter to remove any mistakes/duplicate claims before being loaded to GBD Facets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Claims can be edited by multiple teams if there are any issues while in XC</a:t>
          </a:r>
        </a:p>
      </dsp:txBody>
      <dsp:txXfrm rot="-5400000">
        <a:off x="3934018" y="189935"/>
        <a:ext cx="6941042" cy="975421"/>
      </dsp:txXfrm>
    </dsp:sp>
    <dsp:sp modelId="{3CB8D3D0-AF2B-47A3-BC8B-3E3C0BD702FF}">
      <dsp:nvSpPr>
        <dsp:cNvPr id="0" name=""/>
        <dsp:cNvSpPr/>
      </dsp:nvSpPr>
      <dsp:spPr>
        <a:xfrm>
          <a:off x="0" y="2047"/>
          <a:ext cx="3934018" cy="13511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FACETS_XC is a </a:t>
          </a:r>
          <a:r>
            <a:rPr lang="en-US" sz="2100" u="sng" kern="1200" dirty="0"/>
            <a:t>staging</a:t>
          </a:r>
          <a:r>
            <a:rPr lang="en-US" sz="2100" kern="1200" dirty="0"/>
            <a:t> table on FAC1P</a:t>
          </a:r>
        </a:p>
      </dsp:txBody>
      <dsp:txXfrm>
        <a:off x="65960" y="68007"/>
        <a:ext cx="3802098" cy="1219276"/>
      </dsp:txXfrm>
    </dsp:sp>
    <dsp:sp modelId="{26B27EE3-BB48-4DA0-8E6D-CF8814F076BE}">
      <dsp:nvSpPr>
        <dsp:cNvPr id="0" name=""/>
        <dsp:cNvSpPr/>
      </dsp:nvSpPr>
      <dsp:spPr>
        <a:xfrm rot="5400000">
          <a:off x="6890444" y="-1400502"/>
          <a:ext cx="1080957" cy="6993810"/>
        </a:xfrm>
        <a:prstGeom prst="round2Same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Claims go </a:t>
          </a:r>
          <a:r>
            <a:rPr lang="en-US" sz="1500" b="1" kern="1200" dirty="0"/>
            <a:t>from</a:t>
          </a:r>
          <a:r>
            <a:rPr lang="en-US" sz="1500" kern="1200" dirty="0"/>
            <a:t> FACETS_XC </a:t>
          </a:r>
          <a:r>
            <a:rPr lang="en-US" sz="1500" b="1" kern="1200" dirty="0"/>
            <a:t>into</a:t>
          </a:r>
          <a:r>
            <a:rPr lang="en-US" sz="1500" kern="1200" dirty="0"/>
            <a:t> GBD FACETS through the CLMU loads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Once in GBD FACETS, the claims are used by all other teams that need them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Claims can only be edited by FACETS team once loaded into GBD FACETS</a:t>
          </a:r>
        </a:p>
      </dsp:txBody>
      <dsp:txXfrm rot="-5400000">
        <a:off x="3934018" y="1608692"/>
        <a:ext cx="6941042" cy="975421"/>
      </dsp:txXfrm>
    </dsp:sp>
    <dsp:sp modelId="{E98DA128-D461-41D9-886D-285545A0B7A0}">
      <dsp:nvSpPr>
        <dsp:cNvPr id="0" name=""/>
        <dsp:cNvSpPr/>
      </dsp:nvSpPr>
      <dsp:spPr>
        <a:xfrm>
          <a:off x="0" y="1420804"/>
          <a:ext cx="3934018" cy="1351196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GBD FACETS is a production database on FAC1P</a:t>
          </a:r>
        </a:p>
      </dsp:txBody>
      <dsp:txXfrm>
        <a:off x="65960" y="1486764"/>
        <a:ext cx="3802098" cy="1219276"/>
      </dsp:txXfrm>
    </dsp:sp>
    <dsp:sp modelId="{20189728-598C-4B79-9D51-80AC6CC5BF8D}">
      <dsp:nvSpPr>
        <dsp:cNvPr id="0" name=""/>
        <dsp:cNvSpPr/>
      </dsp:nvSpPr>
      <dsp:spPr>
        <a:xfrm rot="5400000">
          <a:off x="6890444" y="18253"/>
          <a:ext cx="1080957" cy="6993810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Our FAC and AGP sessions in the ODW come from this</a:t>
          </a:r>
        </a:p>
      </dsp:txBody>
      <dsp:txXfrm rot="-5400000">
        <a:off x="3934018" y="3027447"/>
        <a:ext cx="6941042" cy="975421"/>
      </dsp:txXfrm>
    </dsp:sp>
    <dsp:sp modelId="{80678134-AC41-4998-A389-AFFF31FA5414}">
      <dsp:nvSpPr>
        <dsp:cNvPr id="0" name=""/>
        <dsp:cNvSpPr/>
      </dsp:nvSpPr>
      <dsp:spPr>
        <a:xfrm>
          <a:off x="0" y="2839560"/>
          <a:ext cx="3934018" cy="1351196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GBD FACETS is where we typically pick up the claims for the ODW Nightly Load and EIDS/Edifecs</a:t>
          </a:r>
        </a:p>
      </dsp:txBody>
      <dsp:txXfrm>
        <a:off x="65960" y="2905520"/>
        <a:ext cx="3802098" cy="12192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A84142-7017-464F-85AA-2602EF9A423C}">
      <dsp:nvSpPr>
        <dsp:cNvPr id="0" name=""/>
        <dsp:cNvSpPr/>
      </dsp:nvSpPr>
      <dsp:spPr>
        <a:xfrm rot="5400000">
          <a:off x="-374328" y="1438591"/>
          <a:ext cx="1654072" cy="199667"/>
        </a:xfrm>
        <a:prstGeom prst="rect">
          <a:avLst/>
        </a:prstGeom>
        <a:solidFill>
          <a:schemeClr val="accent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9A403-C0A8-4423-BFDD-807E44A9A8A2}">
      <dsp:nvSpPr>
        <dsp:cNvPr id="0" name=""/>
        <dsp:cNvSpPr/>
      </dsp:nvSpPr>
      <dsp:spPr>
        <a:xfrm>
          <a:off x="4087" y="379875"/>
          <a:ext cx="2218531" cy="1331118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Clearinghouses and 3</a:t>
          </a:r>
          <a:r>
            <a:rPr lang="en-US" sz="1600" kern="1200" baseline="30000" dirty="0"/>
            <a:t>rd</a:t>
          </a:r>
          <a:r>
            <a:rPr lang="en-US" sz="1600" kern="1200" dirty="0"/>
            <a:t> party Vendors/Partners send 837 files containing claims to SFTP</a:t>
          </a:r>
        </a:p>
      </dsp:txBody>
      <dsp:txXfrm>
        <a:off x="43074" y="418862"/>
        <a:ext cx="2140557" cy="1253144"/>
      </dsp:txXfrm>
    </dsp:sp>
    <dsp:sp modelId="{9781C254-A093-45BF-A170-2CD84F5534B8}">
      <dsp:nvSpPr>
        <dsp:cNvPr id="0" name=""/>
        <dsp:cNvSpPr/>
      </dsp:nvSpPr>
      <dsp:spPr>
        <a:xfrm rot="5400000">
          <a:off x="-374328" y="3102489"/>
          <a:ext cx="1654072" cy="19966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5FF5B-C2C9-4980-862E-2C6D27760CB7}">
      <dsp:nvSpPr>
        <dsp:cNvPr id="0" name=""/>
        <dsp:cNvSpPr/>
      </dsp:nvSpPr>
      <dsp:spPr>
        <a:xfrm>
          <a:off x="4087" y="2043774"/>
          <a:ext cx="2218531" cy="1331118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Axway picks those files up and delivers them to their respective Production Location</a:t>
          </a:r>
        </a:p>
      </dsp:txBody>
      <dsp:txXfrm>
        <a:off x="43074" y="2082761"/>
        <a:ext cx="2140557" cy="1253144"/>
      </dsp:txXfrm>
    </dsp:sp>
    <dsp:sp modelId="{CFF38CEB-9A4A-4434-9DD0-C532C8262991}">
      <dsp:nvSpPr>
        <dsp:cNvPr id="0" name=""/>
        <dsp:cNvSpPr/>
      </dsp:nvSpPr>
      <dsp:spPr>
        <a:xfrm>
          <a:off x="457620" y="3934438"/>
          <a:ext cx="2940820" cy="199667"/>
        </a:xfrm>
        <a:prstGeom prst="rect">
          <a:avLst/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FDF7F-D1F1-4E5B-9464-2C3BFA362973}">
      <dsp:nvSpPr>
        <dsp:cNvPr id="0" name=""/>
        <dsp:cNvSpPr/>
      </dsp:nvSpPr>
      <dsp:spPr>
        <a:xfrm>
          <a:off x="4087" y="3707672"/>
          <a:ext cx="2218531" cy="1331118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837 files go through OTVM</a:t>
          </a:r>
        </a:p>
      </dsp:txBody>
      <dsp:txXfrm>
        <a:off x="43074" y="3746659"/>
        <a:ext cx="2140557" cy="1253144"/>
      </dsp:txXfrm>
    </dsp:sp>
    <dsp:sp modelId="{7F52758A-B41F-4D31-8263-5AC27178E40B}">
      <dsp:nvSpPr>
        <dsp:cNvPr id="0" name=""/>
        <dsp:cNvSpPr/>
      </dsp:nvSpPr>
      <dsp:spPr>
        <a:xfrm rot="16200000">
          <a:off x="2576317" y="3102489"/>
          <a:ext cx="1654072" cy="199667"/>
        </a:xfrm>
        <a:prstGeom prst="rect">
          <a:avLst/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23CA9-E4FA-42C8-88BE-C381B6094368}">
      <dsp:nvSpPr>
        <dsp:cNvPr id="0" name=""/>
        <dsp:cNvSpPr/>
      </dsp:nvSpPr>
      <dsp:spPr>
        <a:xfrm>
          <a:off x="2954734" y="3707672"/>
          <a:ext cx="2218531" cy="1331118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Accepted files (HIPAA Compliant) files are staged for PEGA CIRT process</a:t>
          </a:r>
        </a:p>
      </dsp:txBody>
      <dsp:txXfrm>
        <a:off x="2993721" y="3746659"/>
        <a:ext cx="2140557" cy="1253144"/>
      </dsp:txXfrm>
    </dsp:sp>
    <dsp:sp modelId="{D6CD4B62-DBB6-46B2-988D-63E476D367F4}">
      <dsp:nvSpPr>
        <dsp:cNvPr id="0" name=""/>
        <dsp:cNvSpPr/>
      </dsp:nvSpPr>
      <dsp:spPr>
        <a:xfrm rot="16200000">
          <a:off x="2576317" y="1438591"/>
          <a:ext cx="1654072" cy="199667"/>
        </a:xfrm>
        <a:prstGeom prst="rect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2F9A5-9B2D-4490-919C-AD24C708A1EA}">
      <dsp:nvSpPr>
        <dsp:cNvPr id="0" name=""/>
        <dsp:cNvSpPr/>
      </dsp:nvSpPr>
      <dsp:spPr>
        <a:xfrm>
          <a:off x="2954734" y="2043774"/>
          <a:ext cx="2218531" cy="133111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Claims are loaded into EDINET1P database. CIRT and Business Rules (ICP) are applied here.</a:t>
          </a:r>
        </a:p>
      </dsp:txBody>
      <dsp:txXfrm>
        <a:off x="2993721" y="2082761"/>
        <a:ext cx="2140557" cy="1253144"/>
      </dsp:txXfrm>
    </dsp:sp>
    <dsp:sp modelId="{E22F19DE-D6A4-475A-9720-2173C4FE7D3A}">
      <dsp:nvSpPr>
        <dsp:cNvPr id="0" name=""/>
        <dsp:cNvSpPr/>
      </dsp:nvSpPr>
      <dsp:spPr>
        <a:xfrm>
          <a:off x="3408266" y="606641"/>
          <a:ext cx="2940820" cy="199667"/>
        </a:xfrm>
        <a:prstGeom prst="rect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686BB-A3B6-4B13-9FDB-E4013A6915D3}">
      <dsp:nvSpPr>
        <dsp:cNvPr id="0" name=""/>
        <dsp:cNvSpPr/>
      </dsp:nvSpPr>
      <dsp:spPr>
        <a:xfrm>
          <a:off x="2954734" y="379875"/>
          <a:ext cx="2218531" cy="1331118"/>
        </a:xfrm>
        <a:prstGeom prst="roundRect">
          <a:avLst>
            <a:gd name="adj" fmla="val 10000"/>
          </a:avLst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Keywords are generated for the new day claims</a:t>
          </a:r>
        </a:p>
      </dsp:txBody>
      <dsp:txXfrm>
        <a:off x="2993721" y="418862"/>
        <a:ext cx="2140557" cy="1253144"/>
      </dsp:txXfrm>
    </dsp:sp>
    <dsp:sp modelId="{1699D6C9-0F2E-4F6B-8657-3AE70522CCAF}">
      <dsp:nvSpPr>
        <dsp:cNvPr id="0" name=""/>
        <dsp:cNvSpPr/>
      </dsp:nvSpPr>
      <dsp:spPr>
        <a:xfrm rot="5400000">
          <a:off x="5526964" y="1438591"/>
          <a:ext cx="1654072" cy="199667"/>
        </a:xfrm>
        <a:prstGeom prst="rect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1EF63-FBEB-4492-A7EC-742BFC4611C6}">
      <dsp:nvSpPr>
        <dsp:cNvPr id="0" name=""/>
        <dsp:cNvSpPr/>
      </dsp:nvSpPr>
      <dsp:spPr>
        <a:xfrm>
          <a:off x="5905380" y="379875"/>
          <a:ext cx="2218531" cy="1331118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Claims are loaded into FACETS_XC</a:t>
          </a:r>
        </a:p>
      </dsp:txBody>
      <dsp:txXfrm>
        <a:off x="5944367" y="418862"/>
        <a:ext cx="2140557" cy="1253144"/>
      </dsp:txXfrm>
    </dsp:sp>
    <dsp:sp modelId="{9F3DB35F-9D40-48AC-B33B-AA4CD60C4F55}">
      <dsp:nvSpPr>
        <dsp:cNvPr id="0" name=""/>
        <dsp:cNvSpPr/>
      </dsp:nvSpPr>
      <dsp:spPr>
        <a:xfrm>
          <a:off x="5905380" y="2043774"/>
          <a:ext cx="2218531" cy="1331118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Claims are loaded into GBD FACETS</a:t>
          </a:r>
        </a:p>
      </dsp:txBody>
      <dsp:txXfrm>
        <a:off x="5944367" y="2082761"/>
        <a:ext cx="2140557" cy="1253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486E-4741-4F97-BD2B-5F70087AA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0127ED-EDFF-47A4-90A3-EDE8E40E5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0C1CD-30C4-4B11-878D-9C78B1064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20E-2211-4C32-AF61-E5D2CA72C1B9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02AFB-7281-417C-9248-F6BFB77D8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6036-E8E6-4A88-A64C-92D73BB9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150E2-82BB-4A7F-A9CF-29B493BCF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5923-6673-457F-A4E7-EA4D25DC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1C85B-F61F-43C6-80A5-9D421D8D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6EBBE-B26E-43EB-8BFB-45F70239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20E-2211-4C32-AF61-E5D2CA72C1B9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71BF5-67E9-495B-B06B-6D1D8F49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114C4-6942-40A8-8E6E-A6AC89C9D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150E2-82BB-4A7F-A9CF-29B493BCF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41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AF56-6FCA-42B9-B4A2-0BBCCFD46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BD882-3D44-41E3-979E-676405803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E45EF-6C16-4B15-ACA8-F70ADD3D8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20E-2211-4C32-AF61-E5D2CA72C1B9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7105E-1D2A-4694-9B15-5D5E00F5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B2BF0-FB27-46F6-95F6-358637C2C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150E2-82BB-4A7F-A9CF-29B493BCF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3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446AD-AE20-4F94-B1C3-6CD7AC680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357F8-AB99-49E0-8ADB-047DEB859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DE740-A2A2-4D65-9FFC-37E53C9E3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CF290-2B3B-4FC2-914D-C5C054D6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20E-2211-4C32-AF61-E5D2CA72C1B9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B6EEB-E199-4575-B380-8EFA284C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24D15-4A72-4FEF-ABE8-EEFD06D8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150E2-82BB-4A7F-A9CF-29B493BCF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27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948EC-3D74-4AA6-8776-83FC882A0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3BCF5-B100-482F-A59F-38CAFF248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FE692-27FD-42BD-ADFD-242FBD717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0F98E-0FDD-4AE5-8452-CADCE6AA4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BE516-2520-489A-B326-3F65FD906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F8694-AD72-4045-BBE0-758BB2D3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20E-2211-4C32-AF61-E5D2CA72C1B9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F1791D-4CAA-4D0C-8E9C-DCBB1261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E5C172-6866-41E2-BE83-963C342E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150E2-82BB-4A7F-A9CF-29B493BCF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FB271-319E-48E5-8BE8-631EDBEA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FB8A0E-8282-4582-9F6C-A232DF36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20E-2211-4C32-AF61-E5D2CA72C1B9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AC4CF-D0DA-4990-A365-AD4745D2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E7A8F4-6CAF-4295-9C4E-947E6E0E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150E2-82BB-4A7F-A9CF-29B493BCF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66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A8A413-5D83-4B57-A657-DC8C749E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20E-2211-4C32-AF61-E5D2CA72C1B9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AE37AA-3989-46A5-BE09-E95FCAE4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8E5F5-4DA7-40D6-B298-3164A0E1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150E2-82BB-4A7F-A9CF-29B493BCF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0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AA302-4968-40D6-BB3E-C9AA73E12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5EB58-3BD8-42DC-938D-99E954E48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31252-6909-4E91-8420-1D2324619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8C365-B336-460C-BE9F-C63C915B7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20E-2211-4C32-AF61-E5D2CA72C1B9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E627A-B085-4A20-B223-83B694021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D3D2B-4BD6-44F6-B968-7BC14B92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150E2-82BB-4A7F-A9CF-29B493BCF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55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5709-BBC4-4456-8EBF-EDBE12A4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6982E3-292E-4BE3-B731-74DA1E152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4F5F9-CAD9-4109-BC4D-4A98E1775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A5E12-6474-4086-96F7-7089E418F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20E-2211-4C32-AF61-E5D2CA72C1B9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32A10-B7B4-4CA1-9573-02C45442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EACC0-E787-4788-8120-65F8A40C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150E2-82BB-4A7F-A9CF-29B493BCF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18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501A-AF48-4880-87B6-C8D2081D7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CB366-399A-4B78-A6EE-1140DE6C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1C079-28E1-4D4A-99E4-1B20611F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20E-2211-4C32-AF61-E5D2CA72C1B9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90150-C35D-4B9C-B726-3A11D6E7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F8982-CCF2-46F6-A61E-77883DEE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150E2-82BB-4A7F-A9CF-29B493BCF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11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E25995-70CE-45C4-85E4-0E27B4D477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1F80C-9514-40AB-886E-871DA6A2B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06E86-7D96-4AD0-8FAE-6EF94E86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20E-2211-4C32-AF61-E5D2CA72C1B9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3B504-86A1-4FE8-A8A8-DFA4A44F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7527D-BB24-4528-804B-62F078D9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150E2-82BB-4A7F-A9CF-29B493BCF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77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1B8AFC-9023-4183-A9DD-CE01AEE6C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5E49B-3160-44DD-B9B8-E8C843D27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FEB9D-CC5D-4CF9-83BB-C640AC071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6220E-2211-4C32-AF61-E5D2CA72C1B9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8D5E7-7423-43AE-95B3-C81C1E86D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EF489-36B4-4BF3-B64B-265C278F1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150E2-82BB-4A7F-A9CF-29B493BCF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93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53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5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57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5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61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63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6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7EE4C-E992-4644-A3A0-7437AF41C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COPS Training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75EF8-EA08-44BD-DAB0-9106A8D64896}"/>
              </a:ext>
            </a:extLst>
          </p:cNvPr>
          <p:cNvSpPr txBox="1"/>
          <p:nvPr/>
        </p:nvSpPr>
        <p:spPr>
          <a:xfrm>
            <a:off x="5318116" y="3997673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11.15.2023</a:t>
            </a:r>
          </a:p>
        </p:txBody>
      </p:sp>
    </p:spTree>
    <p:extLst>
      <p:ext uri="{BB962C8B-B14F-4D97-AF65-F5344CB8AC3E}">
        <p14:creationId xmlns:p14="http://schemas.microsoft.com/office/powerpoint/2010/main" val="264950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402E0-B89C-4FC5-8DB6-32668557D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Terminology: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DC9E9-207A-4A96-9F43-AFC7B1AB1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OTVM – HIPAA Compliance check</a:t>
            </a:r>
          </a:p>
          <a:p>
            <a:r>
              <a:rPr lang="en-US" sz="2000" dirty="0"/>
              <a:t>Keywords – Pre-defined file format to load claims into FACETS_XC</a:t>
            </a:r>
          </a:p>
          <a:p>
            <a:r>
              <a:rPr lang="en-US" sz="2000" dirty="0"/>
              <a:t>XC Load – The load that loads keyword files to XC </a:t>
            </a:r>
          </a:p>
          <a:p>
            <a:r>
              <a:rPr lang="en-US" sz="2000" dirty="0"/>
              <a:t>FACETS_XC – Staging table on FAC1P (also referred to as XC)</a:t>
            </a:r>
          </a:p>
          <a:p>
            <a:r>
              <a:rPr lang="en-US" sz="2000" dirty="0"/>
              <a:t>CLMU – The load that moves claims from FACETS_XC into GBD FACETS</a:t>
            </a:r>
          </a:p>
          <a:p>
            <a:r>
              <a:rPr lang="en-US" sz="2000" dirty="0"/>
              <a:t>GBD FACETS – Production database on FAC1P</a:t>
            </a:r>
          </a:p>
          <a:p>
            <a:r>
              <a:rPr lang="en-US" sz="2000" dirty="0"/>
              <a:t>SFTP – Secure File Transfer Protocol</a:t>
            </a:r>
          </a:p>
        </p:txBody>
      </p:sp>
    </p:spTree>
    <p:extLst>
      <p:ext uri="{BB962C8B-B14F-4D97-AF65-F5344CB8AC3E}">
        <p14:creationId xmlns:p14="http://schemas.microsoft.com/office/powerpoint/2010/main" val="549687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A1677C-8CC4-4634-9D05-E7677800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OTVM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40A2E-30A2-454C-B07D-624CF03C8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Stands for Optum Transaction Validation Manager</a:t>
            </a:r>
          </a:p>
          <a:p>
            <a:r>
              <a:rPr lang="en-US" sz="2000" dirty="0"/>
              <a:t>3</a:t>
            </a:r>
            <a:r>
              <a:rPr lang="en-US" sz="2000" baseline="30000" dirty="0"/>
              <a:t>rd</a:t>
            </a:r>
            <a:r>
              <a:rPr lang="en-US" sz="2000" dirty="0"/>
              <a:t> party HIPAA compliance tool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F6141F-FAFC-931F-EB63-4D3910BDF0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542113"/>
              </p:ext>
            </p:extLst>
          </p:nvPr>
        </p:nvGraphicFramePr>
        <p:xfrm>
          <a:off x="2031998" y="3990365"/>
          <a:ext cx="8128000" cy="2573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0249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7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7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7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9021DF2-7A2C-33DC-BAEF-177D6E51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T837/CIRT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461F41D-5AB1-8146-CE89-122619F585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487243"/>
              </p:ext>
            </p:extLst>
          </p:nvPr>
        </p:nvGraphicFramePr>
        <p:xfrm>
          <a:off x="4835946" y="4929846"/>
          <a:ext cx="6554878" cy="2311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D2B4B92-3784-CC97-C2A4-70789257CAF9}"/>
              </a:ext>
            </a:extLst>
          </p:cNvPr>
          <p:cNvSpPr txBox="1"/>
          <p:nvPr/>
        </p:nvSpPr>
        <p:spPr>
          <a:xfrm>
            <a:off x="3958167" y="113791"/>
            <a:ext cx="49223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T837/CIRT is the name of the PEGA monitoring tool that was created for us to watch claims loading into EDINETCLAIM on EDINET1P.</a:t>
            </a:r>
          </a:p>
          <a:p>
            <a:endParaRPr lang="en-US" dirty="0"/>
          </a:p>
          <a:p>
            <a:r>
              <a:rPr lang="en-US" dirty="0"/>
              <a:t>We can: </a:t>
            </a:r>
          </a:p>
        </p:txBody>
      </p:sp>
      <p:pic>
        <p:nvPicPr>
          <p:cNvPr id="15" name="Content Placeholder 5">
            <a:extLst>
              <a:ext uri="{FF2B5EF4-FFF2-40B4-BE49-F238E27FC236}">
                <a16:creationId xmlns:a16="http://schemas.microsoft.com/office/drawing/2014/main" id="{BA81C2D7-0BC6-227B-55BB-594F7B7DC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7"/>
          <a:srcRect r="42658"/>
          <a:stretch/>
        </p:blipFill>
        <p:spPr>
          <a:xfrm>
            <a:off x="4421639" y="1932279"/>
            <a:ext cx="7610343" cy="1680283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6BAD56-8029-F2F4-CE6C-674F0B172F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8232" y="3995625"/>
            <a:ext cx="7598995" cy="131787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8D9A2AA-A0A7-2713-98EE-35847976955C}"/>
              </a:ext>
            </a:extLst>
          </p:cNvPr>
          <p:cNvSpPr txBox="1"/>
          <p:nvPr/>
        </p:nvSpPr>
        <p:spPr>
          <a:xfrm>
            <a:off x="4418232" y="1591119"/>
            <a:ext cx="4680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 current Run IDs that contain claims loaded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BC432F-469E-5F15-279B-91B18BAF54EF}"/>
              </a:ext>
            </a:extLst>
          </p:cNvPr>
          <p:cNvSpPr txBox="1"/>
          <p:nvPr/>
        </p:nvSpPr>
        <p:spPr>
          <a:xfrm>
            <a:off x="4418232" y="3662681"/>
            <a:ext cx="4639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 the keywords created throughout the day.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49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18DCF8-41F0-43B0-BE5E-A90FF06C0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KEYWORDS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0C1C2BB-0C18-4BC6-B49B-80F735AD3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Through an ETL process, claim files loaded to EDINETCLAIM get organized and put into Trizetto format (what we’ve also called Facets format) </a:t>
            </a:r>
          </a:p>
          <a:p>
            <a:r>
              <a:rPr lang="en-US" sz="2000" dirty="0"/>
              <a:t>Keywords filter rejected claims, so they don’t get loaded into Facets</a:t>
            </a:r>
          </a:p>
          <a:p>
            <a:r>
              <a:rPr lang="en-US" sz="2000" dirty="0"/>
              <a:t>Keywords are generated from EDINETCLAIM on EDINET1P and processed to Facets through the XC and CLMU loads</a:t>
            </a:r>
          </a:p>
          <a:p>
            <a:endParaRPr lang="en-US" sz="20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439D871-7A0F-79A9-4451-26BD3F8AC0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6957813"/>
              </p:ext>
            </p:extLst>
          </p:nvPr>
        </p:nvGraphicFramePr>
        <p:xfrm>
          <a:off x="770303" y="4677459"/>
          <a:ext cx="10651389" cy="2311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7304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2AA13-B1F7-49B9-AC69-0762EDDA5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FACETS_XC AND GBD FACETS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AC2AC0-85CA-ADAE-D998-6DD4B0C86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255313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638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6C79107-E53F-E609-9C0C-999E8CD56ED9}"/>
              </a:ext>
            </a:extLst>
          </p:cNvPr>
          <p:cNvGrpSpPr/>
          <p:nvPr/>
        </p:nvGrpSpPr>
        <p:grpSpPr>
          <a:xfrm>
            <a:off x="7495920" y="3955876"/>
            <a:ext cx="3191969" cy="1672515"/>
            <a:chOff x="7599550" y="4680495"/>
            <a:chExt cx="3191969" cy="1672515"/>
          </a:xfrm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4B7C10E2-F478-384B-8E8E-394F3B8153D0}"/>
                </a:ext>
              </a:extLst>
            </p:cNvPr>
            <p:cNvSpPr/>
            <p:nvPr/>
          </p:nvSpPr>
          <p:spPr>
            <a:xfrm rot="19879904">
              <a:off x="9377609" y="4680495"/>
              <a:ext cx="276045" cy="767751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9050D86E-4DCF-2617-6EBB-C37925FEB84F}"/>
                </a:ext>
              </a:extLst>
            </p:cNvPr>
            <p:cNvSpPr/>
            <p:nvPr/>
          </p:nvSpPr>
          <p:spPr>
            <a:xfrm rot="1720096" flipH="1">
              <a:off x="8645958" y="4680495"/>
              <a:ext cx="276045" cy="767751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4A9F20D5-8CE4-856A-0380-9D6A8914C010}"/>
                </a:ext>
              </a:extLst>
            </p:cNvPr>
            <p:cNvSpPr/>
            <p:nvPr/>
          </p:nvSpPr>
          <p:spPr>
            <a:xfrm>
              <a:off x="9210369" y="5467402"/>
              <a:ext cx="1581150" cy="885607"/>
            </a:xfrm>
            <a:prstGeom prst="flowChartAlternateProcess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002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EIDS Jobs pick up claims</a:t>
              </a:r>
            </a:p>
          </p:txBody>
        </p:sp>
        <p:sp>
          <p:nvSpPr>
            <p:cNvPr id="8" name="Flowchart: Alternate Process 7">
              <a:extLst>
                <a:ext uri="{FF2B5EF4-FFF2-40B4-BE49-F238E27FC236}">
                  <a16:creationId xmlns:a16="http://schemas.microsoft.com/office/drawing/2014/main" id="{AD3AB79A-4AF7-9EE1-90B5-8207D6C3EBA2}"/>
                </a:ext>
              </a:extLst>
            </p:cNvPr>
            <p:cNvSpPr/>
            <p:nvPr/>
          </p:nvSpPr>
          <p:spPr>
            <a:xfrm>
              <a:off x="7599550" y="5467403"/>
              <a:ext cx="1581150" cy="885607"/>
            </a:xfrm>
            <a:prstGeom prst="flowChartAlternateProcess">
              <a:avLst/>
            </a:prstGeom>
            <a:solidFill>
              <a:srgbClr val="BA8CDC"/>
            </a:solidFill>
          </p:spPr>
          <p:style>
            <a:lnRef idx="2">
              <a:schemeClr val="accent1">
                <a:shade val="15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ODW Nightly Load picks up claims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BD4E58-0B29-61C6-602A-047C0382D6EC}"/>
              </a:ext>
            </a:extLst>
          </p:cNvPr>
          <p:cNvSpPr txBox="1">
            <a:spLocks/>
          </p:cNvSpPr>
          <p:nvPr/>
        </p:nvSpPr>
        <p:spPr>
          <a:xfrm>
            <a:off x="79075" y="56885"/>
            <a:ext cx="3630283" cy="68498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An Overview…</a:t>
            </a: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8EE3760-73AA-DF26-7C06-AF2F25B691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406946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2F92208E-B567-B57E-A4A9-CE070714B04D}"/>
              </a:ext>
            </a:extLst>
          </p:cNvPr>
          <p:cNvSpPr/>
          <p:nvPr/>
        </p:nvSpPr>
        <p:spPr>
          <a:xfrm>
            <a:off x="7082288" y="836764"/>
            <a:ext cx="966157" cy="232913"/>
          </a:xfrm>
          <a:prstGeom prst="flowChartAlternate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XC Load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94EC7580-DFA0-09F2-7369-700D2158DA7D}"/>
              </a:ext>
            </a:extLst>
          </p:cNvPr>
          <p:cNvSpPr/>
          <p:nvPr/>
        </p:nvSpPr>
        <p:spPr>
          <a:xfrm>
            <a:off x="10177253" y="2378015"/>
            <a:ext cx="1233577" cy="46582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CLMU Load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C058FD2-61A3-9F74-DBA9-0D49976C7C23}"/>
              </a:ext>
            </a:extLst>
          </p:cNvPr>
          <p:cNvSpPr/>
          <p:nvPr/>
        </p:nvSpPr>
        <p:spPr>
          <a:xfrm>
            <a:off x="6676845" y="947812"/>
            <a:ext cx="379563" cy="121863"/>
          </a:xfrm>
          <a:custGeom>
            <a:avLst/>
            <a:gdLst>
              <a:gd name="connsiteX0" fmla="*/ 0 w 379563"/>
              <a:gd name="connsiteY0" fmla="*/ 121863 h 121863"/>
              <a:gd name="connsiteX1" fmla="*/ 25880 w 379563"/>
              <a:gd name="connsiteY1" fmla="*/ 78731 h 121863"/>
              <a:gd name="connsiteX2" fmla="*/ 94891 w 379563"/>
              <a:gd name="connsiteY2" fmla="*/ 52852 h 121863"/>
              <a:gd name="connsiteX3" fmla="*/ 129397 w 379563"/>
              <a:gd name="connsiteY3" fmla="*/ 26973 h 121863"/>
              <a:gd name="connsiteX4" fmla="*/ 198408 w 379563"/>
              <a:gd name="connsiteY4" fmla="*/ 9720 h 121863"/>
              <a:gd name="connsiteX5" fmla="*/ 224287 w 379563"/>
              <a:gd name="connsiteY5" fmla="*/ 1094 h 121863"/>
              <a:gd name="connsiteX6" fmla="*/ 379563 w 379563"/>
              <a:gd name="connsiteY6" fmla="*/ 1094 h 121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9563" h="121863">
                <a:moveTo>
                  <a:pt x="0" y="121863"/>
                </a:moveTo>
                <a:cubicBezTo>
                  <a:pt x="8627" y="107486"/>
                  <a:pt x="13262" y="89772"/>
                  <a:pt x="25880" y="78731"/>
                </a:cubicBezTo>
                <a:cubicBezTo>
                  <a:pt x="32224" y="73180"/>
                  <a:pt x="80883" y="57522"/>
                  <a:pt x="94891" y="52852"/>
                </a:cubicBezTo>
                <a:cubicBezTo>
                  <a:pt x="106393" y="44226"/>
                  <a:pt x="116126" y="32503"/>
                  <a:pt x="129397" y="26973"/>
                </a:cubicBezTo>
                <a:cubicBezTo>
                  <a:pt x="151285" y="17853"/>
                  <a:pt x="175913" y="17218"/>
                  <a:pt x="198408" y="9720"/>
                </a:cubicBezTo>
                <a:cubicBezTo>
                  <a:pt x="207034" y="6845"/>
                  <a:pt x="215204" y="1526"/>
                  <a:pt x="224287" y="1094"/>
                </a:cubicBezTo>
                <a:cubicBezTo>
                  <a:pt x="275987" y="-1368"/>
                  <a:pt x="327804" y="1094"/>
                  <a:pt x="379563" y="109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322E8C-3F80-D092-9F2C-25734B098686}"/>
              </a:ext>
            </a:extLst>
          </p:cNvPr>
          <p:cNvSpPr/>
          <p:nvPr/>
        </p:nvSpPr>
        <p:spPr>
          <a:xfrm flipH="1">
            <a:off x="8045568" y="927683"/>
            <a:ext cx="379563" cy="121863"/>
          </a:xfrm>
          <a:custGeom>
            <a:avLst/>
            <a:gdLst>
              <a:gd name="connsiteX0" fmla="*/ 0 w 379563"/>
              <a:gd name="connsiteY0" fmla="*/ 121863 h 121863"/>
              <a:gd name="connsiteX1" fmla="*/ 25880 w 379563"/>
              <a:gd name="connsiteY1" fmla="*/ 78731 h 121863"/>
              <a:gd name="connsiteX2" fmla="*/ 94891 w 379563"/>
              <a:gd name="connsiteY2" fmla="*/ 52852 h 121863"/>
              <a:gd name="connsiteX3" fmla="*/ 129397 w 379563"/>
              <a:gd name="connsiteY3" fmla="*/ 26973 h 121863"/>
              <a:gd name="connsiteX4" fmla="*/ 198408 w 379563"/>
              <a:gd name="connsiteY4" fmla="*/ 9720 h 121863"/>
              <a:gd name="connsiteX5" fmla="*/ 224287 w 379563"/>
              <a:gd name="connsiteY5" fmla="*/ 1094 h 121863"/>
              <a:gd name="connsiteX6" fmla="*/ 379563 w 379563"/>
              <a:gd name="connsiteY6" fmla="*/ 1094 h 121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9563" h="121863">
                <a:moveTo>
                  <a:pt x="0" y="121863"/>
                </a:moveTo>
                <a:cubicBezTo>
                  <a:pt x="8627" y="107486"/>
                  <a:pt x="13262" y="89772"/>
                  <a:pt x="25880" y="78731"/>
                </a:cubicBezTo>
                <a:cubicBezTo>
                  <a:pt x="32224" y="73180"/>
                  <a:pt x="80883" y="57522"/>
                  <a:pt x="94891" y="52852"/>
                </a:cubicBezTo>
                <a:cubicBezTo>
                  <a:pt x="106393" y="44226"/>
                  <a:pt x="116126" y="32503"/>
                  <a:pt x="129397" y="26973"/>
                </a:cubicBezTo>
                <a:cubicBezTo>
                  <a:pt x="151285" y="17853"/>
                  <a:pt x="175913" y="17218"/>
                  <a:pt x="198408" y="9720"/>
                </a:cubicBezTo>
                <a:cubicBezTo>
                  <a:pt x="207034" y="6845"/>
                  <a:pt x="215204" y="1526"/>
                  <a:pt x="224287" y="1094"/>
                </a:cubicBezTo>
                <a:cubicBezTo>
                  <a:pt x="275987" y="-1368"/>
                  <a:pt x="327804" y="1094"/>
                  <a:pt x="379563" y="109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8539039-0E15-BAB5-719E-390EFF797EFA}"/>
              </a:ext>
            </a:extLst>
          </p:cNvPr>
          <p:cNvSpPr/>
          <p:nvPr/>
        </p:nvSpPr>
        <p:spPr>
          <a:xfrm rot="5400000">
            <a:off x="10048403" y="2106607"/>
            <a:ext cx="379563" cy="121863"/>
          </a:xfrm>
          <a:custGeom>
            <a:avLst/>
            <a:gdLst>
              <a:gd name="connsiteX0" fmla="*/ 0 w 379563"/>
              <a:gd name="connsiteY0" fmla="*/ 121863 h 121863"/>
              <a:gd name="connsiteX1" fmla="*/ 25880 w 379563"/>
              <a:gd name="connsiteY1" fmla="*/ 78731 h 121863"/>
              <a:gd name="connsiteX2" fmla="*/ 94891 w 379563"/>
              <a:gd name="connsiteY2" fmla="*/ 52852 h 121863"/>
              <a:gd name="connsiteX3" fmla="*/ 129397 w 379563"/>
              <a:gd name="connsiteY3" fmla="*/ 26973 h 121863"/>
              <a:gd name="connsiteX4" fmla="*/ 198408 w 379563"/>
              <a:gd name="connsiteY4" fmla="*/ 9720 h 121863"/>
              <a:gd name="connsiteX5" fmla="*/ 224287 w 379563"/>
              <a:gd name="connsiteY5" fmla="*/ 1094 h 121863"/>
              <a:gd name="connsiteX6" fmla="*/ 379563 w 379563"/>
              <a:gd name="connsiteY6" fmla="*/ 1094 h 121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9563" h="121863">
                <a:moveTo>
                  <a:pt x="0" y="121863"/>
                </a:moveTo>
                <a:cubicBezTo>
                  <a:pt x="8627" y="107486"/>
                  <a:pt x="13262" y="89772"/>
                  <a:pt x="25880" y="78731"/>
                </a:cubicBezTo>
                <a:cubicBezTo>
                  <a:pt x="32224" y="73180"/>
                  <a:pt x="80883" y="57522"/>
                  <a:pt x="94891" y="52852"/>
                </a:cubicBezTo>
                <a:cubicBezTo>
                  <a:pt x="106393" y="44226"/>
                  <a:pt x="116126" y="32503"/>
                  <a:pt x="129397" y="26973"/>
                </a:cubicBezTo>
                <a:cubicBezTo>
                  <a:pt x="151285" y="17853"/>
                  <a:pt x="175913" y="17218"/>
                  <a:pt x="198408" y="9720"/>
                </a:cubicBezTo>
                <a:cubicBezTo>
                  <a:pt x="207034" y="6845"/>
                  <a:pt x="215204" y="1526"/>
                  <a:pt x="224287" y="1094"/>
                </a:cubicBezTo>
                <a:cubicBezTo>
                  <a:pt x="275987" y="-1368"/>
                  <a:pt x="327804" y="1094"/>
                  <a:pt x="379563" y="109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058612F-7884-9066-8397-433DEF9094BF}"/>
              </a:ext>
            </a:extLst>
          </p:cNvPr>
          <p:cNvSpPr/>
          <p:nvPr/>
        </p:nvSpPr>
        <p:spPr>
          <a:xfrm rot="16200000" flipV="1">
            <a:off x="10048403" y="2993386"/>
            <a:ext cx="379563" cy="121863"/>
          </a:xfrm>
          <a:custGeom>
            <a:avLst/>
            <a:gdLst>
              <a:gd name="connsiteX0" fmla="*/ 0 w 379563"/>
              <a:gd name="connsiteY0" fmla="*/ 121863 h 121863"/>
              <a:gd name="connsiteX1" fmla="*/ 25880 w 379563"/>
              <a:gd name="connsiteY1" fmla="*/ 78731 h 121863"/>
              <a:gd name="connsiteX2" fmla="*/ 94891 w 379563"/>
              <a:gd name="connsiteY2" fmla="*/ 52852 h 121863"/>
              <a:gd name="connsiteX3" fmla="*/ 129397 w 379563"/>
              <a:gd name="connsiteY3" fmla="*/ 26973 h 121863"/>
              <a:gd name="connsiteX4" fmla="*/ 198408 w 379563"/>
              <a:gd name="connsiteY4" fmla="*/ 9720 h 121863"/>
              <a:gd name="connsiteX5" fmla="*/ 224287 w 379563"/>
              <a:gd name="connsiteY5" fmla="*/ 1094 h 121863"/>
              <a:gd name="connsiteX6" fmla="*/ 379563 w 379563"/>
              <a:gd name="connsiteY6" fmla="*/ 1094 h 121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9563" h="121863">
                <a:moveTo>
                  <a:pt x="0" y="121863"/>
                </a:moveTo>
                <a:cubicBezTo>
                  <a:pt x="8627" y="107486"/>
                  <a:pt x="13262" y="89772"/>
                  <a:pt x="25880" y="78731"/>
                </a:cubicBezTo>
                <a:cubicBezTo>
                  <a:pt x="32224" y="73180"/>
                  <a:pt x="80883" y="57522"/>
                  <a:pt x="94891" y="52852"/>
                </a:cubicBezTo>
                <a:cubicBezTo>
                  <a:pt x="106393" y="44226"/>
                  <a:pt x="116126" y="32503"/>
                  <a:pt x="129397" y="26973"/>
                </a:cubicBezTo>
                <a:cubicBezTo>
                  <a:pt x="151285" y="17853"/>
                  <a:pt x="175913" y="17218"/>
                  <a:pt x="198408" y="9720"/>
                </a:cubicBezTo>
                <a:cubicBezTo>
                  <a:pt x="207034" y="6845"/>
                  <a:pt x="215204" y="1526"/>
                  <a:pt x="224287" y="1094"/>
                </a:cubicBezTo>
                <a:cubicBezTo>
                  <a:pt x="275987" y="-1368"/>
                  <a:pt x="327804" y="1094"/>
                  <a:pt x="379563" y="109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88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9516</TotalTime>
  <Words>566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COPS Training</vt:lpstr>
      <vt:lpstr>Terminology:</vt:lpstr>
      <vt:lpstr>OTVM</vt:lpstr>
      <vt:lpstr>T837/CIRT</vt:lpstr>
      <vt:lpstr>KEYWORDS</vt:lpstr>
      <vt:lpstr>FACETS_XC AND GBD FACETS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COPS Training</dc:title>
  <dc:creator>Rissa</dc:creator>
  <cp:lastModifiedBy>Quint, Jennifer</cp:lastModifiedBy>
  <cp:revision>12</cp:revision>
  <dcterms:created xsi:type="dcterms:W3CDTF">2021-12-09T20:47:03Z</dcterms:created>
  <dcterms:modified xsi:type="dcterms:W3CDTF">2023-11-16T15:00:57Z</dcterms:modified>
</cp:coreProperties>
</file>