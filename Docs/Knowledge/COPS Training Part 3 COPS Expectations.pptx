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4" r:id="rId6"/>
    <p:sldId id="262" r:id="rId7"/>
    <p:sldId id="260" r:id="rId8"/>
    <p:sldId id="261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1873A-EC4E-4BA9-B160-32F43E1EEE52}" v="15" dt="2022-02-16T14:31:24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0" d="100"/>
          <a:sy n="80" d="100"/>
        </p:scale>
        <p:origin x="78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rick, Rissa" userId="9ebf8891-a6d6-4481-9472-9e650503fffd" providerId="ADAL" clId="{44F1873A-EC4E-4BA9-B160-32F43E1EEE52}"/>
    <pc:docChg chg="undo custSel modSld">
      <pc:chgData name="Rarick, Rissa" userId="9ebf8891-a6d6-4481-9472-9e650503fffd" providerId="ADAL" clId="{44F1873A-EC4E-4BA9-B160-32F43E1EEE52}" dt="2022-02-16T21:53:11.750" v="335" actId="20577"/>
      <pc:docMkLst>
        <pc:docMk/>
      </pc:docMkLst>
      <pc:sldChg chg="modSp mod">
        <pc:chgData name="Rarick, Rissa" userId="9ebf8891-a6d6-4481-9472-9e650503fffd" providerId="ADAL" clId="{44F1873A-EC4E-4BA9-B160-32F43E1EEE52}" dt="2022-02-16T21:53:11.750" v="335" actId="20577"/>
        <pc:sldMkLst>
          <pc:docMk/>
          <pc:sldMk cId="141557626" sldId="259"/>
        </pc:sldMkLst>
        <pc:spChg chg="mod">
          <ac:chgData name="Rarick, Rissa" userId="9ebf8891-a6d6-4481-9472-9e650503fffd" providerId="ADAL" clId="{44F1873A-EC4E-4BA9-B160-32F43E1EEE52}" dt="2022-02-16T21:53:11.750" v="335" actId="20577"/>
          <ac:spMkLst>
            <pc:docMk/>
            <pc:sldMk cId="141557626" sldId="259"/>
            <ac:spMk id="3" creationId="{85379530-F280-4AB9-AA90-B5BC5F0867E8}"/>
          </ac:spMkLst>
        </pc:spChg>
      </pc:sldChg>
      <pc:sldChg chg="modSp mod">
        <pc:chgData name="Rarick, Rissa" userId="9ebf8891-a6d6-4481-9472-9e650503fffd" providerId="ADAL" clId="{44F1873A-EC4E-4BA9-B160-32F43E1EEE52}" dt="2022-02-16T14:28:48.382" v="52" actId="20577"/>
        <pc:sldMkLst>
          <pc:docMk/>
          <pc:sldMk cId="1587959508" sldId="260"/>
        </pc:sldMkLst>
        <pc:spChg chg="mod">
          <ac:chgData name="Rarick, Rissa" userId="9ebf8891-a6d6-4481-9472-9e650503fffd" providerId="ADAL" clId="{44F1873A-EC4E-4BA9-B160-32F43E1EEE52}" dt="2022-02-16T14:28:48.382" v="52" actId="20577"/>
          <ac:spMkLst>
            <pc:docMk/>
            <pc:sldMk cId="1587959508" sldId="260"/>
            <ac:spMk id="3" creationId="{16C83D70-70E1-441B-8583-B181A2773D76}"/>
          </ac:spMkLst>
        </pc:spChg>
      </pc:sldChg>
      <pc:sldChg chg="addSp modSp mod">
        <pc:chgData name="Rarick, Rissa" userId="9ebf8891-a6d6-4481-9472-9e650503fffd" providerId="ADAL" clId="{44F1873A-EC4E-4BA9-B160-32F43E1EEE52}" dt="2022-02-16T21:01:27.787" v="195" actId="20577"/>
        <pc:sldMkLst>
          <pc:docMk/>
          <pc:sldMk cId="310516436" sldId="261"/>
        </pc:sldMkLst>
        <pc:spChg chg="mod">
          <ac:chgData name="Rarick, Rissa" userId="9ebf8891-a6d6-4481-9472-9e650503fffd" providerId="ADAL" clId="{44F1873A-EC4E-4BA9-B160-32F43E1EEE52}" dt="2022-02-16T21:01:27.787" v="195" actId="20577"/>
          <ac:spMkLst>
            <pc:docMk/>
            <pc:sldMk cId="310516436" sldId="261"/>
            <ac:spMk id="3" creationId="{CCB170C5-ED30-4D31-97C2-BFBB11D7FDFD}"/>
          </ac:spMkLst>
        </pc:spChg>
        <pc:picChg chg="add mod">
          <ac:chgData name="Rarick, Rissa" userId="9ebf8891-a6d6-4481-9472-9e650503fffd" providerId="ADAL" clId="{44F1873A-EC4E-4BA9-B160-32F43E1EEE52}" dt="2022-02-16T14:25:12.073" v="47" actId="1076"/>
          <ac:picMkLst>
            <pc:docMk/>
            <pc:sldMk cId="310516436" sldId="261"/>
            <ac:picMk id="5" creationId="{75A1103B-B9EB-4E4B-A2BE-E970E8C0D8F3}"/>
          </ac:picMkLst>
        </pc:picChg>
      </pc:sldChg>
      <pc:sldChg chg="modAnim">
        <pc:chgData name="Rarick, Rissa" userId="9ebf8891-a6d6-4481-9472-9e650503fffd" providerId="ADAL" clId="{44F1873A-EC4E-4BA9-B160-32F43E1EEE52}" dt="2022-02-16T14:22:42.264" v="5"/>
        <pc:sldMkLst>
          <pc:docMk/>
          <pc:sldMk cId="3559457850" sldId="262"/>
        </pc:sldMkLst>
      </pc:sldChg>
      <pc:sldChg chg="addSp delSp modSp mod setBg">
        <pc:chgData name="Rarick, Rissa" userId="9ebf8891-a6d6-4481-9472-9e650503fffd" providerId="ADAL" clId="{44F1873A-EC4E-4BA9-B160-32F43E1EEE52}" dt="2022-02-16T14:42:28.866" v="69" actId="20577"/>
        <pc:sldMkLst>
          <pc:docMk/>
          <pc:sldMk cId="3809620954" sldId="264"/>
        </pc:sldMkLst>
        <pc:spChg chg="mod">
          <ac:chgData name="Rarick, Rissa" userId="9ebf8891-a6d6-4481-9472-9e650503fffd" providerId="ADAL" clId="{44F1873A-EC4E-4BA9-B160-32F43E1EEE52}" dt="2022-02-16T14:32:24.144" v="60" actId="26606"/>
          <ac:spMkLst>
            <pc:docMk/>
            <pc:sldMk cId="3809620954" sldId="264"/>
            <ac:spMk id="2" creationId="{48458324-5C98-48F3-8131-8DE61275DE9C}"/>
          </ac:spMkLst>
        </pc:spChg>
        <pc:spChg chg="mod ord">
          <ac:chgData name="Rarick, Rissa" userId="9ebf8891-a6d6-4481-9472-9e650503fffd" providerId="ADAL" clId="{44F1873A-EC4E-4BA9-B160-32F43E1EEE52}" dt="2022-02-16T14:42:28.866" v="69" actId="20577"/>
          <ac:spMkLst>
            <pc:docMk/>
            <pc:sldMk cId="3809620954" sldId="264"/>
            <ac:spMk id="3" creationId="{F32BC6E1-6406-46E2-9861-94CB7B1F6FBA}"/>
          </ac:spMkLst>
        </pc:spChg>
        <pc:spChg chg="add mod">
          <ac:chgData name="Rarick, Rissa" userId="9ebf8891-a6d6-4481-9472-9e650503fffd" providerId="ADAL" clId="{44F1873A-EC4E-4BA9-B160-32F43E1EEE52}" dt="2022-02-16T14:32:24.144" v="60" actId="26606"/>
          <ac:spMkLst>
            <pc:docMk/>
            <pc:sldMk cId="3809620954" sldId="264"/>
            <ac:spMk id="6" creationId="{9B45C5C9-F87E-4DFE-8AD4-4F99721F59B9}"/>
          </ac:spMkLst>
        </pc:spChg>
        <pc:spChg chg="add del">
          <ac:chgData name="Rarick, Rissa" userId="9ebf8891-a6d6-4481-9472-9e650503fffd" providerId="ADAL" clId="{44F1873A-EC4E-4BA9-B160-32F43E1EEE52}" dt="2022-02-16T14:32:24.144" v="60" actId="26606"/>
          <ac:spMkLst>
            <pc:docMk/>
            <pc:sldMk cId="3809620954" sldId="264"/>
            <ac:spMk id="11" creationId="{D2F9B8D9-2A0F-48A2-AD9F-81D8C4970341}"/>
          </ac:spMkLst>
        </pc:spChg>
        <pc:grpChg chg="add del">
          <ac:chgData name="Rarick, Rissa" userId="9ebf8891-a6d6-4481-9472-9e650503fffd" providerId="ADAL" clId="{44F1873A-EC4E-4BA9-B160-32F43E1EEE52}" dt="2022-02-16T14:32:24.144" v="60" actId="26606"/>
          <ac:grpSpMkLst>
            <pc:docMk/>
            <pc:sldMk cId="3809620954" sldId="264"/>
            <ac:grpSpMk id="13" creationId="{0F7E20FF-7DA6-46B7-AB0E-E6CBFDD07292}"/>
          </ac:grpSpMkLst>
        </pc:grpChg>
        <pc:picChg chg="add mod ord">
          <ac:chgData name="Rarick, Rissa" userId="9ebf8891-a6d6-4481-9472-9e650503fffd" providerId="ADAL" clId="{44F1873A-EC4E-4BA9-B160-32F43E1EEE52}" dt="2022-02-16T14:32:29.354" v="61" actId="1076"/>
          <ac:picMkLst>
            <pc:docMk/>
            <pc:sldMk cId="3809620954" sldId="264"/>
            <ac:picMk id="5" creationId="{EB1F7E2E-60F9-441F-B1E1-67A84A75173E}"/>
          </ac:picMkLst>
        </pc:picChg>
      </pc:sldChg>
    </pc:docChg>
  </pc:docChgLst>
  <pc:docChgLst>
    <pc:chgData name="Rissa" userId="9ebf8891-a6d6-4481-9472-9e650503fffd" providerId="ADAL" clId="{44F1873A-EC4E-4BA9-B160-32F43E1EEE52}"/>
    <pc:docChg chg="custSel modSld">
      <pc:chgData name="Rissa" userId="9ebf8891-a6d6-4481-9472-9e650503fffd" providerId="ADAL" clId="{44F1873A-EC4E-4BA9-B160-32F43E1EEE52}" dt="2022-02-15T19:38:39.863" v="628" actId="113"/>
      <pc:docMkLst>
        <pc:docMk/>
      </pc:docMkLst>
      <pc:sldChg chg="modSp mod">
        <pc:chgData name="Rissa" userId="9ebf8891-a6d6-4481-9472-9e650503fffd" providerId="ADAL" clId="{44F1873A-EC4E-4BA9-B160-32F43E1EEE52}" dt="2022-02-15T19:28:40.220" v="45" actId="20577"/>
        <pc:sldMkLst>
          <pc:docMk/>
          <pc:sldMk cId="573459548" sldId="258"/>
        </pc:sldMkLst>
        <pc:spChg chg="mod">
          <ac:chgData name="Rissa" userId="9ebf8891-a6d6-4481-9472-9e650503fffd" providerId="ADAL" clId="{44F1873A-EC4E-4BA9-B160-32F43E1EEE52}" dt="2022-02-15T19:28:40.220" v="45" actId="20577"/>
          <ac:spMkLst>
            <pc:docMk/>
            <pc:sldMk cId="573459548" sldId="258"/>
            <ac:spMk id="3" creationId="{3F89CED2-7DB0-48B5-958B-7930D78EC83A}"/>
          </ac:spMkLst>
        </pc:spChg>
      </pc:sldChg>
      <pc:sldChg chg="modSp mod">
        <pc:chgData name="Rissa" userId="9ebf8891-a6d6-4481-9472-9e650503fffd" providerId="ADAL" clId="{44F1873A-EC4E-4BA9-B160-32F43E1EEE52}" dt="2022-02-15T19:36:00.422" v="374" actId="20577"/>
        <pc:sldMkLst>
          <pc:docMk/>
          <pc:sldMk cId="141557626" sldId="259"/>
        </pc:sldMkLst>
        <pc:spChg chg="mod">
          <ac:chgData name="Rissa" userId="9ebf8891-a6d6-4481-9472-9e650503fffd" providerId="ADAL" clId="{44F1873A-EC4E-4BA9-B160-32F43E1EEE52}" dt="2022-02-15T19:28:47.973" v="53" actId="5793"/>
          <ac:spMkLst>
            <pc:docMk/>
            <pc:sldMk cId="141557626" sldId="259"/>
            <ac:spMk id="2" creationId="{38118051-28AD-4C17-AE99-1D8E08A46069}"/>
          </ac:spMkLst>
        </pc:spChg>
        <pc:spChg chg="mod">
          <ac:chgData name="Rissa" userId="9ebf8891-a6d6-4481-9472-9e650503fffd" providerId="ADAL" clId="{44F1873A-EC4E-4BA9-B160-32F43E1EEE52}" dt="2022-02-15T19:36:00.422" v="374" actId="20577"/>
          <ac:spMkLst>
            <pc:docMk/>
            <pc:sldMk cId="141557626" sldId="259"/>
            <ac:spMk id="3" creationId="{85379530-F280-4AB9-AA90-B5BC5F0867E8}"/>
          </ac:spMkLst>
        </pc:spChg>
      </pc:sldChg>
      <pc:sldChg chg="modSp mod">
        <pc:chgData name="Rissa" userId="9ebf8891-a6d6-4481-9472-9e650503fffd" providerId="ADAL" clId="{44F1873A-EC4E-4BA9-B160-32F43E1EEE52}" dt="2022-02-15T19:37:20.012" v="471" actId="20577"/>
        <pc:sldMkLst>
          <pc:docMk/>
          <pc:sldMk cId="310516436" sldId="261"/>
        </pc:sldMkLst>
        <pc:spChg chg="mod">
          <ac:chgData name="Rissa" userId="9ebf8891-a6d6-4481-9472-9e650503fffd" providerId="ADAL" clId="{44F1873A-EC4E-4BA9-B160-32F43E1EEE52}" dt="2022-02-15T19:37:20.012" v="471" actId="20577"/>
          <ac:spMkLst>
            <pc:docMk/>
            <pc:sldMk cId="310516436" sldId="261"/>
            <ac:spMk id="3" creationId="{CCB170C5-ED30-4D31-97C2-BFBB11D7FDFD}"/>
          </ac:spMkLst>
        </pc:spChg>
      </pc:sldChg>
      <pc:sldChg chg="modSp mod">
        <pc:chgData name="Rissa" userId="9ebf8891-a6d6-4481-9472-9e650503fffd" providerId="ADAL" clId="{44F1873A-EC4E-4BA9-B160-32F43E1EEE52}" dt="2022-02-15T19:36:45.092" v="398" actId="20577"/>
        <pc:sldMkLst>
          <pc:docMk/>
          <pc:sldMk cId="3559457850" sldId="262"/>
        </pc:sldMkLst>
        <pc:spChg chg="mod">
          <ac:chgData name="Rissa" userId="9ebf8891-a6d6-4481-9472-9e650503fffd" providerId="ADAL" clId="{44F1873A-EC4E-4BA9-B160-32F43E1EEE52}" dt="2022-02-15T19:36:45.092" v="398" actId="20577"/>
          <ac:spMkLst>
            <pc:docMk/>
            <pc:sldMk cId="3559457850" sldId="262"/>
            <ac:spMk id="3" creationId="{1850A6B6-635F-4B7B-9848-C026160B4B9D}"/>
          </ac:spMkLst>
        </pc:spChg>
      </pc:sldChg>
      <pc:sldChg chg="modSp mod">
        <pc:chgData name="Rissa" userId="9ebf8891-a6d6-4481-9472-9e650503fffd" providerId="ADAL" clId="{44F1873A-EC4E-4BA9-B160-32F43E1EEE52}" dt="2022-02-15T19:37:58.924" v="596" actId="20577"/>
        <pc:sldMkLst>
          <pc:docMk/>
          <pc:sldMk cId="3592746968" sldId="263"/>
        </pc:sldMkLst>
        <pc:spChg chg="mod">
          <ac:chgData name="Rissa" userId="9ebf8891-a6d6-4481-9472-9e650503fffd" providerId="ADAL" clId="{44F1873A-EC4E-4BA9-B160-32F43E1EEE52}" dt="2022-02-15T19:37:58.924" v="596" actId="20577"/>
          <ac:spMkLst>
            <pc:docMk/>
            <pc:sldMk cId="3592746968" sldId="263"/>
            <ac:spMk id="3" creationId="{82C47F6D-4676-43F4-BC25-48A74F927A68}"/>
          </ac:spMkLst>
        </pc:spChg>
      </pc:sldChg>
      <pc:sldChg chg="modSp mod">
        <pc:chgData name="Rissa" userId="9ebf8891-a6d6-4481-9472-9e650503fffd" providerId="ADAL" clId="{44F1873A-EC4E-4BA9-B160-32F43E1EEE52}" dt="2022-02-15T19:38:39.863" v="628" actId="113"/>
        <pc:sldMkLst>
          <pc:docMk/>
          <pc:sldMk cId="3809620954" sldId="264"/>
        </pc:sldMkLst>
        <pc:spChg chg="mod">
          <ac:chgData name="Rissa" userId="9ebf8891-a6d6-4481-9472-9e650503fffd" providerId="ADAL" clId="{44F1873A-EC4E-4BA9-B160-32F43E1EEE52}" dt="2022-02-15T19:38:39.863" v="628" actId="113"/>
          <ac:spMkLst>
            <pc:docMk/>
            <pc:sldMk cId="3809620954" sldId="264"/>
            <ac:spMk id="3" creationId="{F32BC6E1-6406-46E2-9861-94CB7B1F6FBA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D51834C-4A5D-481B-A29B-9A4860D22A83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20C9D0C-9A91-4486-869B-28B6C2A7EDD4}">
      <dgm:prSet/>
      <dgm:spPr/>
      <dgm:t>
        <a:bodyPr/>
        <a:lstStyle/>
        <a:p>
          <a:r>
            <a:rPr lang="en-US"/>
            <a:t>Basic Expectations</a:t>
          </a:r>
        </a:p>
      </dgm:t>
    </dgm:pt>
    <dgm:pt modelId="{2B4E7185-677C-46D2-95D4-A4F3B6CE0994}" type="parTrans" cxnId="{9D4A9BD2-52D2-48E4-84B4-05818FF82654}">
      <dgm:prSet/>
      <dgm:spPr/>
      <dgm:t>
        <a:bodyPr/>
        <a:lstStyle/>
        <a:p>
          <a:endParaRPr lang="en-US"/>
        </a:p>
      </dgm:t>
    </dgm:pt>
    <dgm:pt modelId="{9BE6831C-FFBE-4EEA-AE50-A52000F6432C}" type="sibTrans" cxnId="{9D4A9BD2-52D2-48E4-84B4-05818FF82654}">
      <dgm:prSet/>
      <dgm:spPr/>
      <dgm:t>
        <a:bodyPr/>
        <a:lstStyle/>
        <a:p>
          <a:endParaRPr lang="en-US"/>
        </a:p>
      </dgm:t>
    </dgm:pt>
    <dgm:pt modelId="{F3F93921-AC9C-45D1-B3CF-F26FAF646F03}">
      <dgm:prSet/>
      <dgm:spPr/>
      <dgm:t>
        <a:bodyPr/>
        <a:lstStyle/>
        <a:p>
          <a:r>
            <a:rPr lang="en-US"/>
            <a:t>Prioritizing</a:t>
          </a:r>
        </a:p>
      </dgm:t>
    </dgm:pt>
    <dgm:pt modelId="{D900D7BF-0AA8-406B-BFDB-2B51A06BC194}" type="parTrans" cxnId="{75DE24F3-8312-44F3-861A-99E16A7B9A2C}">
      <dgm:prSet/>
      <dgm:spPr/>
      <dgm:t>
        <a:bodyPr/>
        <a:lstStyle/>
        <a:p>
          <a:endParaRPr lang="en-US"/>
        </a:p>
      </dgm:t>
    </dgm:pt>
    <dgm:pt modelId="{DCFD1E6F-9E3F-4804-B098-8D7D7F9BCBF9}" type="sibTrans" cxnId="{75DE24F3-8312-44F3-861A-99E16A7B9A2C}">
      <dgm:prSet/>
      <dgm:spPr/>
      <dgm:t>
        <a:bodyPr/>
        <a:lstStyle/>
        <a:p>
          <a:endParaRPr lang="en-US"/>
        </a:p>
      </dgm:t>
    </dgm:pt>
    <dgm:pt modelId="{8D659AC0-9BDF-4E10-B34C-D033D06A6CC2}">
      <dgm:prSet/>
      <dgm:spPr/>
      <dgm:t>
        <a:bodyPr/>
        <a:lstStyle/>
        <a:p>
          <a:r>
            <a:rPr lang="en-US" dirty="0"/>
            <a:t>Being awesome</a:t>
          </a:r>
        </a:p>
      </dgm:t>
    </dgm:pt>
    <dgm:pt modelId="{3279A5AA-B565-4358-A676-3235426426E8}" type="parTrans" cxnId="{4454B107-C5A1-4A42-A5A7-1E3AA3A0C067}">
      <dgm:prSet/>
      <dgm:spPr/>
      <dgm:t>
        <a:bodyPr/>
        <a:lstStyle/>
        <a:p>
          <a:endParaRPr lang="en-US"/>
        </a:p>
      </dgm:t>
    </dgm:pt>
    <dgm:pt modelId="{EA20C8BF-7F5E-4EEB-B419-1A6E5511945F}" type="sibTrans" cxnId="{4454B107-C5A1-4A42-A5A7-1E3AA3A0C067}">
      <dgm:prSet/>
      <dgm:spPr/>
      <dgm:t>
        <a:bodyPr/>
        <a:lstStyle/>
        <a:p>
          <a:endParaRPr lang="en-US"/>
        </a:p>
      </dgm:t>
    </dgm:pt>
    <dgm:pt modelId="{BA071C09-E248-4285-9F91-E2B3EFC9F5D4}" type="pres">
      <dgm:prSet presAssocID="{1D51834C-4A5D-481B-A29B-9A4860D22A83}" presName="root" presStyleCnt="0">
        <dgm:presLayoutVars>
          <dgm:dir/>
          <dgm:resizeHandles val="exact"/>
        </dgm:presLayoutVars>
      </dgm:prSet>
      <dgm:spPr/>
    </dgm:pt>
    <dgm:pt modelId="{7786A6AA-F30D-4544-A14F-997C3C2A09B2}" type="pres">
      <dgm:prSet presAssocID="{C20C9D0C-9A91-4486-869B-28B6C2A7EDD4}" presName="compNode" presStyleCnt="0"/>
      <dgm:spPr/>
    </dgm:pt>
    <dgm:pt modelId="{94C8730B-5A2F-415A-94F7-D76848AE3C2D}" type="pres">
      <dgm:prSet presAssocID="{C20C9D0C-9A91-4486-869B-28B6C2A7EDD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F203294-C632-454C-912B-1D96803328A1}" type="pres">
      <dgm:prSet presAssocID="{C20C9D0C-9A91-4486-869B-28B6C2A7EDD4}" presName="spaceRect" presStyleCnt="0"/>
      <dgm:spPr/>
    </dgm:pt>
    <dgm:pt modelId="{9A67DD99-6EDB-4D97-9E50-6E7F80C64268}" type="pres">
      <dgm:prSet presAssocID="{C20C9D0C-9A91-4486-869B-28B6C2A7EDD4}" presName="textRect" presStyleLbl="revTx" presStyleIdx="0" presStyleCnt="3">
        <dgm:presLayoutVars>
          <dgm:chMax val="1"/>
          <dgm:chPref val="1"/>
        </dgm:presLayoutVars>
      </dgm:prSet>
      <dgm:spPr/>
    </dgm:pt>
    <dgm:pt modelId="{F418FF51-8FC8-4F47-A08A-C5D2F6B8BCBF}" type="pres">
      <dgm:prSet presAssocID="{9BE6831C-FFBE-4EEA-AE50-A52000F6432C}" presName="sibTrans" presStyleCnt="0"/>
      <dgm:spPr/>
    </dgm:pt>
    <dgm:pt modelId="{459A4212-EA96-424C-8E9E-2AD5F88ED990}" type="pres">
      <dgm:prSet presAssocID="{F3F93921-AC9C-45D1-B3CF-F26FAF646F03}" presName="compNode" presStyleCnt="0"/>
      <dgm:spPr/>
    </dgm:pt>
    <dgm:pt modelId="{4C7DEC3A-DF56-4EAF-BA8C-F38ED998176B}" type="pres">
      <dgm:prSet presAssocID="{F3F93921-AC9C-45D1-B3CF-F26FAF646F0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6DB549C3-10F8-4778-902C-D2A7F1D41A02}" type="pres">
      <dgm:prSet presAssocID="{F3F93921-AC9C-45D1-B3CF-F26FAF646F03}" presName="spaceRect" presStyleCnt="0"/>
      <dgm:spPr/>
    </dgm:pt>
    <dgm:pt modelId="{C6B64657-18D5-4AA2-B11E-887A0BDD6830}" type="pres">
      <dgm:prSet presAssocID="{F3F93921-AC9C-45D1-B3CF-F26FAF646F03}" presName="textRect" presStyleLbl="revTx" presStyleIdx="1" presStyleCnt="3">
        <dgm:presLayoutVars>
          <dgm:chMax val="1"/>
          <dgm:chPref val="1"/>
        </dgm:presLayoutVars>
      </dgm:prSet>
      <dgm:spPr/>
    </dgm:pt>
    <dgm:pt modelId="{BAC6665F-132D-4C12-9E93-08541281B54F}" type="pres">
      <dgm:prSet presAssocID="{DCFD1E6F-9E3F-4804-B098-8D7D7F9BCBF9}" presName="sibTrans" presStyleCnt="0"/>
      <dgm:spPr/>
    </dgm:pt>
    <dgm:pt modelId="{665AE81E-3DDB-4792-B71F-E8B4278FF542}" type="pres">
      <dgm:prSet presAssocID="{8D659AC0-9BDF-4E10-B34C-D033D06A6CC2}" presName="compNode" presStyleCnt="0"/>
      <dgm:spPr/>
    </dgm:pt>
    <dgm:pt modelId="{BFD2ABCB-0624-4149-853E-C31B7485B7A5}" type="pres">
      <dgm:prSet presAssocID="{8D659AC0-9BDF-4E10-B34C-D033D06A6CC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9875FE1-A8D8-45AF-9843-4A5B7BC2704A}" type="pres">
      <dgm:prSet presAssocID="{8D659AC0-9BDF-4E10-B34C-D033D06A6CC2}" presName="spaceRect" presStyleCnt="0"/>
      <dgm:spPr/>
    </dgm:pt>
    <dgm:pt modelId="{2BD21E80-4F90-4BFF-A60F-D44B187042D6}" type="pres">
      <dgm:prSet presAssocID="{8D659AC0-9BDF-4E10-B34C-D033D06A6CC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454B107-C5A1-4A42-A5A7-1E3AA3A0C067}" srcId="{1D51834C-4A5D-481B-A29B-9A4860D22A83}" destId="{8D659AC0-9BDF-4E10-B34C-D033D06A6CC2}" srcOrd="2" destOrd="0" parTransId="{3279A5AA-B565-4358-A676-3235426426E8}" sibTransId="{EA20C8BF-7F5E-4EEB-B419-1A6E5511945F}"/>
    <dgm:cxn modelId="{4C00880C-524E-45F9-9F51-ACA079EA4EBB}" type="presOf" srcId="{C20C9D0C-9A91-4486-869B-28B6C2A7EDD4}" destId="{9A67DD99-6EDB-4D97-9E50-6E7F80C64268}" srcOrd="0" destOrd="0" presId="urn:microsoft.com/office/officeart/2018/2/layout/IconLabelList"/>
    <dgm:cxn modelId="{AA041B3E-C2CD-49A7-BC83-F97BA8AF6D6C}" type="presOf" srcId="{1D51834C-4A5D-481B-A29B-9A4860D22A83}" destId="{BA071C09-E248-4285-9F91-E2B3EFC9F5D4}" srcOrd="0" destOrd="0" presId="urn:microsoft.com/office/officeart/2018/2/layout/IconLabelList"/>
    <dgm:cxn modelId="{2990C7C4-E4C9-4A3C-8B3E-A50EBE054DCC}" type="presOf" srcId="{8D659AC0-9BDF-4E10-B34C-D033D06A6CC2}" destId="{2BD21E80-4F90-4BFF-A60F-D44B187042D6}" srcOrd="0" destOrd="0" presId="urn:microsoft.com/office/officeart/2018/2/layout/IconLabelList"/>
    <dgm:cxn modelId="{9D4A9BD2-52D2-48E4-84B4-05818FF82654}" srcId="{1D51834C-4A5D-481B-A29B-9A4860D22A83}" destId="{C20C9D0C-9A91-4486-869B-28B6C2A7EDD4}" srcOrd="0" destOrd="0" parTransId="{2B4E7185-677C-46D2-95D4-A4F3B6CE0994}" sibTransId="{9BE6831C-FFBE-4EEA-AE50-A52000F6432C}"/>
    <dgm:cxn modelId="{DE6BEBE2-F299-4654-B1EB-1297F0511E3F}" type="presOf" srcId="{F3F93921-AC9C-45D1-B3CF-F26FAF646F03}" destId="{C6B64657-18D5-4AA2-B11E-887A0BDD6830}" srcOrd="0" destOrd="0" presId="urn:microsoft.com/office/officeart/2018/2/layout/IconLabelList"/>
    <dgm:cxn modelId="{75DE24F3-8312-44F3-861A-99E16A7B9A2C}" srcId="{1D51834C-4A5D-481B-A29B-9A4860D22A83}" destId="{F3F93921-AC9C-45D1-B3CF-F26FAF646F03}" srcOrd="1" destOrd="0" parTransId="{D900D7BF-0AA8-406B-BFDB-2B51A06BC194}" sibTransId="{DCFD1E6F-9E3F-4804-B098-8D7D7F9BCBF9}"/>
    <dgm:cxn modelId="{C1B702B3-CD50-498A-91A0-3FFA31B433BC}" type="presParOf" srcId="{BA071C09-E248-4285-9F91-E2B3EFC9F5D4}" destId="{7786A6AA-F30D-4544-A14F-997C3C2A09B2}" srcOrd="0" destOrd="0" presId="urn:microsoft.com/office/officeart/2018/2/layout/IconLabelList"/>
    <dgm:cxn modelId="{AC0771DA-AD2B-4C78-B09B-36E0C931BEA0}" type="presParOf" srcId="{7786A6AA-F30D-4544-A14F-997C3C2A09B2}" destId="{94C8730B-5A2F-415A-94F7-D76848AE3C2D}" srcOrd="0" destOrd="0" presId="urn:microsoft.com/office/officeart/2018/2/layout/IconLabelList"/>
    <dgm:cxn modelId="{EB8AB979-21A5-4F21-B0E9-ADBC6146EC9A}" type="presParOf" srcId="{7786A6AA-F30D-4544-A14F-997C3C2A09B2}" destId="{8F203294-C632-454C-912B-1D96803328A1}" srcOrd="1" destOrd="0" presId="urn:microsoft.com/office/officeart/2018/2/layout/IconLabelList"/>
    <dgm:cxn modelId="{1D59073D-F79D-49D1-A5BC-F428C411F468}" type="presParOf" srcId="{7786A6AA-F30D-4544-A14F-997C3C2A09B2}" destId="{9A67DD99-6EDB-4D97-9E50-6E7F80C64268}" srcOrd="2" destOrd="0" presId="urn:microsoft.com/office/officeart/2018/2/layout/IconLabelList"/>
    <dgm:cxn modelId="{063484EA-060E-45FC-B936-27D6EB8218BC}" type="presParOf" srcId="{BA071C09-E248-4285-9F91-E2B3EFC9F5D4}" destId="{F418FF51-8FC8-4F47-A08A-C5D2F6B8BCBF}" srcOrd="1" destOrd="0" presId="urn:microsoft.com/office/officeart/2018/2/layout/IconLabelList"/>
    <dgm:cxn modelId="{125731C4-52C8-4440-B104-BA56010E6385}" type="presParOf" srcId="{BA071C09-E248-4285-9F91-E2B3EFC9F5D4}" destId="{459A4212-EA96-424C-8E9E-2AD5F88ED990}" srcOrd="2" destOrd="0" presId="urn:microsoft.com/office/officeart/2018/2/layout/IconLabelList"/>
    <dgm:cxn modelId="{9BCE43ED-5EF8-4508-BC72-4618C694888E}" type="presParOf" srcId="{459A4212-EA96-424C-8E9E-2AD5F88ED990}" destId="{4C7DEC3A-DF56-4EAF-BA8C-F38ED998176B}" srcOrd="0" destOrd="0" presId="urn:microsoft.com/office/officeart/2018/2/layout/IconLabelList"/>
    <dgm:cxn modelId="{C94E3774-950D-4540-AFA6-EB12E4C12141}" type="presParOf" srcId="{459A4212-EA96-424C-8E9E-2AD5F88ED990}" destId="{6DB549C3-10F8-4778-902C-D2A7F1D41A02}" srcOrd="1" destOrd="0" presId="urn:microsoft.com/office/officeart/2018/2/layout/IconLabelList"/>
    <dgm:cxn modelId="{BE1AF6B7-90C6-40CB-A24E-E8D33986B6FD}" type="presParOf" srcId="{459A4212-EA96-424C-8E9E-2AD5F88ED990}" destId="{C6B64657-18D5-4AA2-B11E-887A0BDD6830}" srcOrd="2" destOrd="0" presId="urn:microsoft.com/office/officeart/2018/2/layout/IconLabelList"/>
    <dgm:cxn modelId="{684AD7B5-59FE-4DDA-9075-D74B4E6B3BC4}" type="presParOf" srcId="{BA071C09-E248-4285-9F91-E2B3EFC9F5D4}" destId="{BAC6665F-132D-4C12-9E93-08541281B54F}" srcOrd="3" destOrd="0" presId="urn:microsoft.com/office/officeart/2018/2/layout/IconLabelList"/>
    <dgm:cxn modelId="{309E87DD-34C7-412E-A1CD-8DC5D3B4EF70}" type="presParOf" srcId="{BA071C09-E248-4285-9F91-E2B3EFC9F5D4}" destId="{665AE81E-3DDB-4792-B71F-E8B4278FF542}" srcOrd="4" destOrd="0" presId="urn:microsoft.com/office/officeart/2018/2/layout/IconLabelList"/>
    <dgm:cxn modelId="{2F05C56E-19E0-46D3-AC40-3EAB8A5C0C07}" type="presParOf" srcId="{665AE81E-3DDB-4792-B71F-E8B4278FF542}" destId="{BFD2ABCB-0624-4149-853E-C31B7485B7A5}" srcOrd="0" destOrd="0" presId="urn:microsoft.com/office/officeart/2018/2/layout/IconLabelList"/>
    <dgm:cxn modelId="{55E93F6A-59B3-4DC0-AD5C-14960E96E8A8}" type="presParOf" srcId="{665AE81E-3DDB-4792-B71F-E8B4278FF542}" destId="{39875FE1-A8D8-45AF-9843-4A5B7BC2704A}" srcOrd="1" destOrd="0" presId="urn:microsoft.com/office/officeart/2018/2/layout/IconLabelList"/>
    <dgm:cxn modelId="{BE1FC641-E399-4473-8BAB-B4A33699FEED}" type="presParOf" srcId="{665AE81E-3DDB-4792-B71F-E8B4278FF542}" destId="{2BD21E80-4F90-4BFF-A60F-D44B187042D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8730B-5A2F-415A-94F7-D76848AE3C2D}">
      <dsp:nvSpPr>
        <dsp:cNvPr id="0" name=""/>
        <dsp:cNvSpPr/>
      </dsp:nvSpPr>
      <dsp:spPr>
        <a:xfrm>
          <a:off x="1063980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67DD99-6EDB-4D97-9E50-6E7F80C64268}">
      <dsp:nvSpPr>
        <dsp:cNvPr id="0" name=""/>
        <dsp:cNvSpPr/>
      </dsp:nvSpPr>
      <dsp:spPr>
        <a:xfrm>
          <a:off x="285097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Basic Expectations</a:t>
          </a:r>
        </a:p>
      </dsp:txBody>
      <dsp:txXfrm>
        <a:off x="285097" y="2262241"/>
        <a:ext cx="2832300" cy="720000"/>
      </dsp:txXfrm>
    </dsp:sp>
    <dsp:sp modelId="{4C7DEC3A-DF56-4EAF-BA8C-F38ED998176B}">
      <dsp:nvSpPr>
        <dsp:cNvPr id="0" name=""/>
        <dsp:cNvSpPr/>
      </dsp:nvSpPr>
      <dsp:spPr>
        <a:xfrm>
          <a:off x="4391932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B64657-18D5-4AA2-B11E-887A0BDD6830}">
      <dsp:nvSpPr>
        <dsp:cNvPr id="0" name=""/>
        <dsp:cNvSpPr/>
      </dsp:nvSpPr>
      <dsp:spPr>
        <a:xfrm>
          <a:off x="3613050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Prioritizing</a:t>
          </a:r>
        </a:p>
      </dsp:txBody>
      <dsp:txXfrm>
        <a:off x="3613050" y="2262241"/>
        <a:ext cx="2832300" cy="720000"/>
      </dsp:txXfrm>
    </dsp:sp>
    <dsp:sp modelId="{BFD2ABCB-0624-4149-853E-C31B7485B7A5}">
      <dsp:nvSpPr>
        <dsp:cNvPr id="0" name=""/>
        <dsp:cNvSpPr/>
      </dsp:nvSpPr>
      <dsp:spPr>
        <a:xfrm>
          <a:off x="7719885" y="635603"/>
          <a:ext cx="1274535" cy="12745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1E80-4F90-4BFF-A60F-D44B187042D6}">
      <dsp:nvSpPr>
        <dsp:cNvPr id="0" name=""/>
        <dsp:cNvSpPr/>
      </dsp:nvSpPr>
      <dsp:spPr>
        <a:xfrm>
          <a:off x="6941002" y="2262241"/>
          <a:ext cx="28323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Being awesome</a:t>
          </a:r>
        </a:p>
      </dsp:txBody>
      <dsp:txXfrm>
        <a:off x="6941002" y="2262241"/>
        <a:ext cx="28323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58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423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68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483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17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696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22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12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8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42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B54BA1-547A-4A0D-81DD-78118FBD71E4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028FBAC3-369C-461B-8170-D3B7EAC26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61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microsoft.com/office/2007/relationships/hdphoto" Target="../media/hdphoto2.wdp"/><Relationship Id="rId7" Type="http://schemas.openxmlformats.org/officeDocument/2006/relationships/diagramColors" Target="../diagrams/colors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pleaseanotherbook.tumblr.com/post/51219364421" TargetMode="External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E7690-D4F5-4D96-A5A4-A04C78358F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COPS Expectations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A1970C-5B81-41A8-95D6-9A95DD1457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COPS Training 3</a:t>
            </a:r>
          </a:p>
        </p:txBody>
      </p:sp>
    </p:spTree>
    <p:extLst>
      <p:ext uri="{BB962C8B-B14F-4D97-AF65-F5344CB8AC3E}">
        <p14:creationId xmlns:p14="http://schemas.microsoft.com/office/powerpoint/2010/main" val="315951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78BA-21F7-4E6B-8B4C-7716584F8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6A56A8-D434-4334-90C9-4E00CFD022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3637556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733725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53906-64CC-4ED9-ACA2-6673B77C2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– P0/P1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9CED2-7DB0-48B5-958B-7930D78EC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red monitoring tickets in the Claim Ops lane in Kanban are treated like priority 0</a:t>
            </a:r>
          </a:p>
          <a:p>
            <a:r>
              <a:rPr lang="en-US" dirty="0"/>
              <a:t>These need to be checked as soon as you log on</a:t>
            </a:r>
          </a:p>
          <a:p>
            <a:r>
              <a:rPr lang="en-US" dirty="0"/>
              <a:t>They need to be checked AT LEAST every 30 minutes throughout the day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3459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18051-28AD-4C17-AE99-1D8E08A4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 – Active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79530-F280-4AB9-AA90-B5BC5F086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COPS is a new scope for everyone, you need to be actively learning about it</a:t>
            </a:r>
          </a:p>
          <a:p>
            <a:r>
              <a:rPr lang="en-US" dirty="0"/>
              <a:t>Ask questions!!! Ask the COPS on call about the job or ask Andrew and Rissa</a:t>
            </a:r>
          </a:p>
          <a:p>
            <a:pPr lvl="1"/>
            <a:r>
              <a:rPr lang="en-US" dirty="0"/>
              <a:t>Reach out to on call for anything, even to see what their day-to-day operations looks like or how they monitor the jobs</a:t>
            </a:r>
          </a:p>
          <a:p>
            <a:pPr lvl="1"/>
            <a:r>
              <a:rPr lang="en-US" dirty="0"/>
              <a:t>No question is too small or dumb</a:t>
            </a:r>
          </a:p>
          <a:p>
            <a:pPr lvl="1"/>
            <a:r>
              <a:rPr lang="en-US" dirty="0"/>
              <a:t>Ask the people on your shift what they learned</a:t>
            </a:r>
          </a:p>
          <a:p>
            <a:pPr lvl="1"/>
            <a:r>
              <a:rPr lang="en-US" dirty="0"/>
              <a:t>Looks at the COPS training PowerPoints. They were made to help while you’re working </a:t>
            </a:r>
            <a:r>
              <a:rPr lang="en-US"/>
              <a:t>the scope</a:t>
            </a:r>
            <a:endParaRPr lang="en-US" dirty="0"/>
          </a:p>
          <a:p>
            <a:r>
              <a:rPr lang="en-US" dirty="0"/>
              <a:t>Check every 15-30 minutes</a:t>
            </a:r>
          </a:p>
          <a:p>
            <a:r>
              <a:rPr lang="en-US" dirty="0"/>
              <a:t>Read through the runbooks available to learn how the job runs</a:t>
            </a:r>
          </a:p>
          <a:p>
            <a:r>
              <a:rPr lang="en-US" dirty="0"/>
              <a:t>You don’t know what you’re looking for yet, you need to monitor every 15-30 minutes</a:t>
            </a:r>
          </a:p>
        </p:txBody>
      </p:sp>
    </p:spTree>
    <p:extLst>
      <p:ext uri="{BB962C8B-B14F-4D97-AF65-F5344CB8AC3E}">
        <p14:creationId xmlns:p14="http://schemas.microsoft.com/office/powerpoint/2010/main" val="14155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58324-5C98-48F3-8131-8DE61275D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/>
              <a:t>Expectations – Update Runbooks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C6E1-6406-46E2-9861-94CB7B1F6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7"/>
            <a:ext cx="7178803" cy="459371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We know the runbooks aren’t the best and they aren’t always clear. </a:t>
            </a:r>
          </a:p>
          <a:p>
            <a:r>
              <a:rPr lang="en-US" dirty="0"/>
              <a:t>Everyone on the team can and should update runbooks if you’re having trouble with the instructions or if the instructions aren’t even there. </a:t>
            </a:r>
          </a:p>
          <a:p>
            <a:r>
              <a:rPr lang="en-US" dirty="0"/>
              <a:t>DO NOT HESITATE TO CALL THE COPS ON-CALL WHEN THE RUNBOOK LACKS INFO. IT WILL HELP US UPDATE THE RUNBOOKS</a:t>
            </a:r>
          </a:p>
          <a:p>
            <a:r>
              <a:rPr lang="en-US" dirty="0"/>
              <a:t>If you don’t feel comfortable updating them, add it as a comment in the runbook and let the scrums and SMEs know so they can add it to the runbook</a:t>
            </a:r>
          </a:p>
          <a:p>
            <a:r>
              <a:rPr lang="en-US" dirty="0"/>
              <a:t>If you make an addition, have people peer review it to make sure it makes sense, and everyone can follow it.</a:t>
            </a:r>
          </a:p>
          <a:p>
            <a:pPr lvl="1"/>
            <a:r>
              <a:rPr lang="en-US" sz="2000" b="1" dirty="0"/>
              <a:t>At least two of the people peering it should be a scrum and SME</a:t>
            </a:r>
          </a:p>
          <a:p>
            <a:endParaRPr lang="en-US" sz="1400" dirty="0"/>
          </a:p>
        </p:txBody>
      </p:sp>
      <p:pic>
        <p:nvPicPr>
          <p:cNvPr id="5" name="Picture 4" descr="A picture containing indoor&#10;&#10;Description automatically generated">
            <a:extLst>
              <a:ext uri="{FF2B5EF4-FFF2-40B4-BE49-F238E27FC236}">
                <a16:creationId xmlns:a16="http://schemas.microsoft.com/office/drawing/2014/main" id="{EB1F7E2E-60F9-441F-B1E1-67A84A751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434282" y="2897034"/>
            <a:ext cx="3261974" cy="2231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45C5C9-F87E-4DFE-8AD4-4F99721F59B9}"/>
              </a:ext>
            </a:extLst>
          </p:cNvPr>
          <p:cNvSpPr txBox="1"/>
          <p:nvPr/>
        </p:nvSpPr>
        <p:spPr>
          <a:xfrm>
            <a:off x="8330308" y="4928855"/>
            <a:ext cx="2803973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700">
                <a:solidFill>
                  <a:srgbClr val="FFFFFF"/>
                </a:solidFill>
                <a:hlinkClick r:id="rId3" tooltip="http://pleaseanotherbook.tumblr.com/post/5121936442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US" sz="700">
                <a:solidFill>
                  <a:srgbClr val="FFFFFF"/>
                </a:solidFill>
              </a:rPr>
              <a:t> by Unknown Author is licensed under </a:t>
            </a:r>
            <a:r>
              <a:rPr lang="en-US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US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9620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C299-8086-4B7D-9581-0FA62C864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– COPS vs. Other 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0A6B6-635F-4B7B-9848-C026160B4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Generally, COPS will have priority over other scopes</a:t>
            </a:r>
          </a:p>
          <a:p>
            <a:r>
              <a:rPr lang="en-US" dirty="0"/>
              <a:t>Make sure your wheel scope is your #1 priority and is being checked at least every 30 minutes</a:t>
            </a:r>
          </a:p>
          <a:p>
            <a:r>
              <a:rPr lang="en-US" dirty="0"/>
              <a:t>Overall Team Priorities: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COPS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EDWOPS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EIDS/Edifecs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IT CAM</a:t>
            </a:r>
          </a:p>
        </p:txBody>
      </p:sp>
    </p:spTree>
    <p:extLst>
      <p:ext uri="{BB962C8B-B14F-4D97-AF65-F5344CB8AC3E}">
        <p14:creationId xmlns:p14="http://schemas.microsoft.com/office/powerpoint/2010/main" val="355945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C87F6-EBCE-49C0-ACE6-77CA5190E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– A normal 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83D70-70E1-441B-8583-B181A2773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COPS should be checked as soon as possible when you log in</a:t>
            </a:r>
          </a:p>
          <a:p>
            <a:endParaRPr lang="en-US" dirty="0"/>
          </a:p>
          <a:p>
            <a:r>
              <a:rPr lang="en-US" dirty="0"/>
              <a:t>COPS Kanban Monitoring Ticket Colors</a:t>
            </a:r>
          </a:p>
          <a:p>
            <a:pPr lvl="1"/>
            <a:r>
              <a:rPr lang="en-US" dirty="0"/>
              <a:t>Red – Priority 0/1. Top priority to ensure they’re running properly. Check every 30 minutes at least </a:t>
            </a:r>
          </a:p>
          <a:p>
            <a:pPr lvl="1"/>
            <a:r>
              <a:rPr lang="en-US" dirty="0"/>
              <a:t>Green – Priority 2/3. Still important. Check every hour at least</a:t>
            </a:r>
          </a:p>
          <a:p>
            <a:pPr marL="274320" lvl="1" indent="0">
              <a:buNone/>
            </a:pPr>
            <a:endParaRPr lang="en-US" dirty="0"/>
          </a:p>
          <a:p>
            <a:r>
              <a:rPr lang="en-US" dirty="0"/>
              <a:t>COPS Kanban Failure Ticket Colors</a:t>
            </a:r>
          </a:p>
          <a:p>
            <a:pPr lvl="1"/>
            <a:r>
              <a:rPr lang="en-US" dirty="0"/>
              <a:t>Blue – P0, needs immediate attention</a:t>
            </a:r>
          </a:p>
          <a:p>
            <a:pPr lvl="1"/>
            <a:r>
              <a:rPr lang="en-US" dirty="0"/>
              <a:t>Red – P1, needs attention within 30 minutes (if no other failures, look at it immediately)</a:t>
            </a:r>
          </a:p>
          <a:p>
            <a:pPr lvl="1"/>
            <a:r>
              <a:rPr lang="en-US" dirty="0"/>
              <a:t>Pink – P2/P3, needs attention within 2 hours (if no other failures, look at it immediately)</a:t>
            </a:r>
          </a:p>
        </p:txBody>
      </p:sp>
    </p:spTree>
    <p:extLst>
      <p:ext uri="{BB962C8B-B14F-4D97-AF65-F5344CB8AC3E}">
        <p14:creationId xmlns:p14="http://schemas.microsoft.com/office/powerpoint/2010/main" val="1587959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9956B-4E6A-4E55-B3A7-82BC9532B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Prioritizing - Emergencies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170C5-ED30-4D31-97C2-BFBB11D7F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Remember, COPS scope is top priority</a:t>
            </a:r>
          </a:p>
          <a:p>
            <a:r>
              <a:rPr lang="en-US" dirty="0"/>
              <a:t>COPS = never-ending ODW load</a:t>
            </a:r>
          </a:p>
          <a:p>
            <a:pPr lvl="1"/>
            <a:r>
              <a:rPr lang="en-US" dirty="0"/>
              <a:t>Give it the ODW/ ODW flexclone attention and energy</a:t>
            </a:r>
          </a:p>
          <a:p>
            <a:r>
              <a:rPr lang="en-US" dirty="0"/>
              <a:t>When other scopes are having emergencies, COPS still needs to be checked </a:t>
            </a:r>
          </a:p>
          <a:p>
            <a:r>
              <a:rPr lang="en-US" dirty="0"/>
              <a:t>Because the jobs are P0 and it’s our top priority, it will be less understood why we missed something due to other scopes</a:t>
            </a:r>
          </a:p>
          <a:p>
            <a:endParaRPr lang="en-US" dirty="0"/>
          </a:p>
          <a:p>
            <a:r>
              <a:rPr lang="en-US" dirty="0"/>
              <a:t>Remember the rule for fires</a:t>
            </a:r>
          </a:p>
          <a:p>
            <a:pPr lvl="1"/>
            <a:r>
              <a:rPr lang="en-US" dirty="0"/>
              <a:t>Not everyone should be on the fires</a:t>
            </a:r>
          </a:p>
          <a:p>
            <a:pPr lvl="1"/>
            <a:r>
              <a:rPr lang="en-US" dirty="0"/>
              <a:t>We need steady-staters – people who, during fires, continue doing work as normal to help us keep up with our normal workload.</a:t>
            </a:r>
          </a:p>
          <a:p>
            <a:pPr lvl="1"/>
            <a:r>
              <a:rPr lang="en-US" dirty="0"/>
              <a:t>Staying on top of COPS should be a steady-staters top priority</a:t>
            </a:r>
          </a:p>
          <a:p>
            <a:pPr lvl="1"/>
            <a:r>
              <a:rPr lang="en-US" dirty="0"/>
              <a:t>If you don’t have enough people to handle the emergencies and be steady-staters, CALL THE ON CALL</a:t>
            </a:r>
          </a:p>
        </p:txBody>
      </p:sp>
      <p:pic>
        <p:nvPicPr>
          <p:cNvPr id="5" name="Picture 4" descr="Angry Bee">
            <a:extLst>
              <a:ext uri="{FF2B5EF4-FFF2-40B4-BE49-F238E27FC236}">
                <a16:creationId xmlns:a16="http://schemas.microsoft.com/office/drawing/2014/main" id="{75A1103B-B9EB-4E4B-A2BE-E970E8C0D8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499" y="304799"/>
            <a:ext cx="1609725" cy="1609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16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76903-A908-487F-B25F-C4B66122A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Being Awesome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47F6D-4676-43F4-BC25-48A74F927A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awesome! </a:t>
            </a:r>
          </a:p>
          <a:p>
            <a:r>
              <a:rPr lang="en-US" dirty="0"/>
              <a:t>We are a well-structured, efficient team</a:t>
            </a:r>
          </a:p>
          <a:p>
            <a:endParaRPr lang="en-US" dirty="0"/>
          </a:p>
          <a:p>
            <a:r>
              <a:rPr lang="en-US" dirty="0"/>
              <a:t>There are a lot of eyes on this transition, blind them with awesomeness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7469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3438</TotalTime>
  <Words>629</Words>
  <Application>Microsoft Office PowerPoint</Application>
  <PresentationFormat>Widescreen</PresentationFormat>
  <Paragraphs>64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Rockwell</vt:lpstr>
      <vt:lpstr>Rockwell Condensed</vt:lpstr>
      <vt:lpstr>Wingdings</vt:lpstr>
      <vt:lpstr>Wood Type</vt:lpstr>
      <vt:lpstr>COPS Expectations</vt:lpstr>
      <vt:lpstr>Contents</vt:lpstr>
      <vt:lpstr>Expectations – P0/P1</vt:lpstr>
      <vt:lpstr>Expectations – Active Learning</vt:lpstr>
      <vt:lpstr>Expectations – Update Runbooks</vt:lpstr>
      <vt:lpstr>Prioritizing – COPS vs. Other Scopes</vt:lpstr>
      <vt:lpstr>Prioritizing – A normal Day</vt:lpstr>
      <vt:lpstr>Prioritizing - Emergencies</vt:lpstr>
      <vt:lpstr>Being Awesome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COPS Expectations</dc:title>
  <dc:creator>Rarick, Rissa</dc:creator>
  <cp:lastModifiedBy>Rissa</cp:lastModifiedBy>
  <cp:revision>4</cp:revision>
  <dcterms:created xsi:type="dcterms:W3CDTF">2022-02-12T20:35:17Z</dcterms:created>
  <dcterms:modified xsi:type="dcterms:W3CDTF">2022-02-16T21:53:12Z</dcterms:modified>
</cp:coreProperties>
</file>